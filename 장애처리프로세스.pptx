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5" r:id="rId2"/>
  </p:sldIdLst>
  <p:sldSz cx="12801600" cy="9601200" type="A3"/>
  <p:notesSz cx="6797675" cy="9856788"/>
  <p:defaultTextStyle>
    <a:defPPr>
      <a:defRPr lang="ko-KR"/>
    </a:defPPr>
    <a:lvl1pPr marL="0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1" hangingPunct="1">
      <a:defRPr sz="24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5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9" autoAdjust="0"/>
    <p:restoredTop sz="96083" autoAdjust="0"/>
  </p:normalViewPr>
  <p:slideViewPr>
    <p:cSldViewPr>
      <p:cViewPr varScale="1">
        <p:scale>
          <a:sx n="80" d="100"/>
          <a:sy n="80" d="100"/>
        </p:scale>
        <p:origin x="2052" y="108"/>
      </p:cViewPr>
      <p:guideLst>
        <p:guide orient="horz" pos="3024"/>
        <p:guide pos="40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4014" y="120"/>
      </p:cViewPr>
      <p:guideLst>
        <p:guide orient="horz" pos="3105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2945659" cy="492839"/>
          </a:xfrm>
          <a:prstGeom prst="rect">
            <a:avLst/>
          </a:prstGeom>
        </p:spPr>
        <p:txBody>
          <a:bodyPr vert="horz" lIns="90561" tIns="45280" rIns="90561" bIns="4528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4"/>
            <a:ext cx="2945659" cy="492839"/>
          </a:xfrm>
          <a:prstGeom prst="rect">
            <a:avLst/>
          </a:prstGeom>
        </p:spPr>
        <p:txBody>
          <a:bodyPr vert="horz" lIns="90561" tIns="45280" rIns="90561" bIns="45280" rtlCol="0"/>
          <a:lstStyle>
            <a:lvl1pPr algn="r">
              <a:defRPr sz="1200"/>
            </a:lvl1pPr>
          </a:lstStyle>
          <a:p>
            <a:fld id="{667203E6-CDDE-4DA5-9560-3258ED33BBA5}" type="datetimeFigureOut">
              <a:rPr lang="ko-KR" altLang="en-US" smtClean="0"/>
              <a:t>2022-08-12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39775"/>
            <a:ext cx="4924425" cy="3694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61" tIns="45280" rIns="90561" bIns="452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9" y="4681974"/>
            <a:ext cx="5438140" cy="4435555"/>
          </a:xfrm>
          <a:prstGeom prst="rect">
            <a:avLst/>
          </a:prstGeom>
        </p:spPr>
        <p:txBody>
          <a:bodyPr vert="horz" lIns="90561" tIns="45280" rIns="90561" bIns="4528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362244"/>
            <a:ext cx="2945659" cy="492839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362244"/>
            <a:ext cx="2945659" cy="492839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D2E60360-56F1-4DB7-8998-D331A6B48B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66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1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36625" y="739775"/>
            <a:ext cx="4924425" cy="36941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E60360-56F1-4DB7-8998-D331A6B48B2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840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696"/>
          <p:cNvGrpSpPr/>
          <p:nvPr userDrawn="1"/>
        </p:nvGrpSpPr>
        <p:grpSpPr>
          <a:xfrm>
            <a:off x="1668817" y="1372582"/>
            <a:ext cx="10998731" cy="7702547"/>
            <a:chOff x="356130" y="1312166"/>
            <a:chExt cx="8592082" cy="4591950"/>
          </a:xfrm>
          <a:solidFill>
            <a:srgbClr val="CECBCA"/>
          </a:solidFill>
        </p:grpSpPr>
        <p:sp>
          <p:nvSpPr>
            <p:cNvPr id="12" name="Freeform 497"/>
            <p:cNvSpPr>
              <a:spLocks/>
            </p:cNvSpPr>
            <p:nvPr/>
          </p:nvSpPr>
          <p:spPr bwMode="auto">
            <a:xfrm>
              <a:off x="5418307" y="3300065"/>
              <a:ext cx="100531" cy="87559"/>
            </a:xfrm>
            <a:custGeom>
              <a:avLst/>
              <a:gdLst/>
              <a:ahLst/>
              <a:cxnLst>
                <a:cxn ang="0">
                  <a:pos x="82" y="0"/>
                </a:cxn>
                <a:cxn ang="0">
                  <a:pos x="0" y="52"/>
                </a:cxn>
                <a:cxn ang="0">
                  <a:pos x="192" y="213"/>
                </a:cxn>
                <a:cxn ang="0">
                  <a:pos x="246" y="58"/>
                </a:cxn>
                <a:cxn ang="0">
                  <a:pos x="82" y="0"/>
                </a:cxn>
              </a:cxnLst>
              <a:rect l="0" t="0" r="r" b="b"/>
              <a:pathLst>
                <a:path w="246" h="213">
                  <a:moveTo>
                    <a:pt x="82" y="0"/>
                  </a:moveTo>
                  <a:lnTo>
                    <a:pt x="0" y="52"/>
                  </a:lnTo>
                  <a:lnTo>
                    <a:pt x="192" y="213"/>
                  </a:lnTo>
                  <a:lnTo>
                    <a:pt x="246" y="58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498"/>
            <p:cNvSpPr>
              <a:spLocks/>
            </p:cNvSpPr>
            <p:nvPr/>
          </p:nvSpPr>
          <p:spPr bwMode="auto">
            <a:xfrm>
              <a:off x="4730811" y="2813629"/>
              <a:ext cx="8107" cy="486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22" y="2"/>
                </a:cxn>
                <a:cxn ang="0">
                  <a:pos x="6" y="0"/>
                </a:cxn>
                <a:cxn ang="0">
                  <a:pos x="0" y="15"/>
                </a:cxn>
              </a:cxnLst>
              <a:rect l="0" t="0" r="r" b="b"/>
              <a:pathLst>
                <a:path w="22" h="15">
                  <a:moveTo>
                    <a:pt x="0" y="15"/>
                  </a:moveTo>
                  <a:lnTo>
                    <a:pt x="22" y="2"/>
                  </a:lnTo>
                  <a:lnTo>
                    <a:pt x="6" y="0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499"/>
            <p:cNvSpPr>
              <a:spLocks/>
            </p:cNvSpPr>
            <p:nvPr/>
          </p:nvSpPr>
          <p:spPr bwMode="auto">
            <a:xfrm>
              <a:off x="5157252" y="3447615"/>
              <a:ext cx="45401" cy="25944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84" y="12"/>
                </a:cxn>
                <a:cxn ang="0">
                  <a:pos x="29" y="25"/>
                </a:cxn>
                <a:cxn ang="0">
                  <a:pos x="0" y="42"/>
                </a:cxn>
                <a:cxn ang="0">
                  <a:pos x="2" y="61"/>
                </a:cxn>
                <a:cxn ang="0">
                  <a:pos x="47" y="65"/>
                </a:cxn>
                <a:cxn ang="0">
                  <a:pos x="86" y="48"/>
                </a:cxn>
                <a:cxn ang="0">
                  <a:pos x="97" y="21"/>
                </a:cxn>
                <a:cxn ang="0">
                  <a:pos x="112" y="0"/>
                </a:cxn>
                <a:cxn ang="0">
                  <a:pos x="98" y="0"/>
                </a:cxn>
              </a:cxnLst>
              <a:rect l="0" t="0" r="r" b="b"/>
              <a:pathLst>
                <a:path w="112" h="65">
                  <a:moveTo>
                    <a:pt x="98" y="0"/>
                  </a:moveTo>
                  <a:lnTo>
                    <a:pt x="84" y="12"/>
                  </a:lnTo>
                  <a:lnTo>
                    <a:pt x="29" y="25"/>
                  </a:lnTo>
                  <a:lnTo>
                    <a:pt x="0" y="42"/>
                  </a:lnTo>
                  <a:lnTo>
                    <a:pt x="2" y="61"/>
                  </a:lnTo>
                  <a:lnTo>
                    <a:pt x="47" y="65"/>
                  </a:lnTo>
                  <a:lnTo>
                    <a:pt x="86" y="48"/>
                  </a:lnTo>
                  <a:lnTo>
                    <a:pt x="97" y="21"/>
                  </a:lnTo>
                  <a:lnTo>
                    <a:pt x="112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500"/>
            <p:cNvSpPr>
              <a:spLocks/>
            </p:cNvSpPr>
            <p:nvPr/>
          </p:nvSpPr>
          <p:spPr bwMode="auto">
            <a:xfrm>
              <a:off x="4884849" y="3361680"/>
              <a:ext cx="3243" cy="6485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8" y="17"/>
                </a:cxn>
                <a:cxn ang="0">
                  <a:pos x="8" y="0"/>
                </a:cxn>
                <a:cxn ang="0">
                  <a:pos x="0" y="10"/>
                </a:cxn>
              </a:cxnLst>
              <a:rect l="0" t="0" r="r" b="b"/>
              <a:pathLst>
                <a:path w="8" h="17">
                  <a:moveTo>
                    <a:pt x="0" y="10"/>
                  </a:moveTo>
                  <a:lnTo>
                    <a:pt x="8" y="17"/>
                  </a:lnTo>
                  <a:lnTo>
                    <a:pt x="8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501"/>
            <p:cNvSpPr>
              <a:spLocks/>
            </p:cNvSpPr>
            <p:nvPr/>
          </p:nvSpPr>
          <p:spPr bwMode="auto">
            <a:xfrm>
              <a:off x="6298758" y="4122140"/>
              <a:ext cx="53508" cy="87559"/>
            </a:xfrm>
            <a:custGeom>
              <a:avLst/>
              <a:gdLst/>
              <a:ahLst/>
              <a:cxnLst>
                <a:cxn ang="0">
                  <a:pos x="63" y="20"/>
                </a:cxn>
                <a:cxn ang="0">
                  <a:pos x="48" y="0"/>
                </a:cxn>
                <a:cxn ang="0">
                  <a:pos x="28" y="0"/>
                </a:cxn>
                <a:cxn ang="0">
                  <a:pos x="10" y="22"/>
                </a:cxn>
                <a:cxn ang="0">
                  <a:pos x="6" y="50"/>
                </a:cxn>
                <a:cxn ang="0">
                  <a:pos x="0" y="78"/>
                </a:cxn>
                <a:cxn ang="0">
                  <a:pos x="20" y="191"/>
                </a:cxn>
                <a:cxn ang="0">
                  <a:pos x="40" y="216"/>
                </a:cxn>
                <a:cxn ang="0">
                  <a:pos x="77" y="216"/>
                </a:cxn>
                <a:cxn ang="0">
                  <a:pos x="133" y="156"/>
                </a:cxn>
                <a:cxn ang="0">
                  <a:pos x="130" y="134"/>
                </a:cxn>
                <a:cxn ang="0">
                  <a:pos x="118" y="121"/>
                </a:cxn>
                <a:cxn ang="0">
                  <a:pos x="116" y="78"/>
                </a:cxn>
                <a:cxn ang="0">
                  <a:pos x="68" y="45"/>
                </a:cxn>
                <a:cxn ang="0">
                  <a:pos x="63" y="20"/>
                </a:cxn>
              </a:cxnLst>
              <a:rect l="0" t="0" r="r" b="b"/>
              <a:pathLst>
                <a:path w="133" h="216">
                  <a:moveTo>
                    <a:pt x="63" y="20"/>
                  </a:moveTo>
                  <a:lnTo>
                    <a:pt x="48" y="0"/>
                  </a:lnTo>
                  <a:lnTo>
                    <a:pt x="28" y="0"/>
                  </a:lnTo>
                  <a:lnTo>
                    <a:pt x="10" y="22"/>
                  </a:lnTo>
                  <a:lnTo>
                    <a:pt x="6" y="50"/>
                  </a:lnTo>
                  <a:lnTo>
                    <a:pt x="0" y="78"/>
                  </a:lnTo>
                  <a:lnTo>
                    <a:pt x="20" y="191"/>
                  </a:lnTo>
                  <a:lnTo>
                    <a:pt x="40" y="216"/>
                  </a:lnTo>
                  <a:lnTo>
                    <a:pt x="77" y="216"/>
                  </a:lnTo>
                  <a:lnTo>
                    <a:pt x="133" y="156"/>
                  </a:lnTo>
                  <a:lnTo>
                    <a:pt x="130" y="134"/>
                  </a:lnTo>
                  <a:lnTo>
                    <a:pt x="118" y="121"/>
                  </a:lnTo>
                  <a:lnTo>
                    <a:pt x="116" y="78"/>
                  </a:lnTo>
                  <a:lnTo>
                    <a:pt x="68" y="45"/>
                  </a:lnTo>
                  <a:lnTo>
                    <a:pt x="63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502"/>
            <p:cNvSpPr>
              <a:spLocks/>
            </p:cNvSpPr>
            <p:nvPr/>
          </p:nvSpPr>
          <p:spPr bwMode="auto">
            <a:xfrm>
              <a:off x="7884538" y="3157376"/>
              <a:ext cx="22700" cy="2107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0" y="46"/>
                </a:cxn>
                <a:cxn ang="0">
                  <a:pos x="10" y="50"/>
                </a:cxn>
                <a:cxn ang="0">
                  <a:pos x="35" y="22"/>
                </a:cxn>
                <a:cxn ang="0">
                  <a:pos x="46" y="25"/>
                </a:cxn>
                <a:cxn ang="0">
                  <a:pos x="57" y="21"/>
                </a:cxn>
                <a:cxn ang="0">
                  <a:pos x="57" y="0"/>
                </a:cxn>
                <a:cxn ang="0">
                  <a:pos x="34" y="1"/>
                </a:cxn>
              </a:cxnLst>
              <a:rect l="0" t="0" r="r" b="b"/>
              <a:pathLst>
                <a:path w="57" h="50">
                  <a:moveTo>
                    <a:pt x="34" y="1"/>
                  </a:moveTo>
                  <a:lnTo>
                    <a:pt x="0" y="46"/>
                  </a:lnTo>
                  <a:lnTo>
                    <a:pt x="10" y="50"/>
                  </a:lnTo>
                  <a:lnTo>
                    <a:pt x="35" y="22"/>
                  </a:lnTo>
                  <a:lnTo>
                    <a:pt x="46" y="25"/>
                  </a:lnTo>
                  <a:lnTo>
                    <a:pt x="57" y="21"/>
                  </a:lnTo>
                  <a:lnTo>
                    <a:pt x="57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503"/>
            <p:cNvSpPr>
              <a:spLocks/>
            </p:cNvSpPr>
            <p:nvPr/>
          </p:nvSpPr>
          <p:spPr bwMode="auto">
            <a:xfrm>
              <a:off x="7913724" y="3124947"/>
              <a:ext cx="51886" cy="38915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6" y="72"/>
                </a:cxn>
                <a:cxn ang="0">
                  <a:pos x="54" y="11"/>
                </a:cxn>
                <a:cxn ang="0">
                  <a:pos x="61" y="25"/>
                </a:cxn>
                <a:cxn ang="0">
                  <a:pos x="79" y="4"/>
                </a:cxn>
                <a:cxn ang="0">
                  <a:pos x="126" y="0"/>
                </a:cxn>
                <a:cxn ang="0">
                  <a:pos x="90" y="35"/>
                </a:cxn>
                <a:cxn ang="0">
                  <a:pos x="44" y="56"/>
                </a:cxn>
                <a:cxn ang="0">
                  <a:pos x="12" y="96"/>
                </a:cxn>
                <a:cxn ang="0">
                  <a:pos x="0" y="96"/>
                </a:cxn>
              </a:cxnLst>
              <a:rect l="0" t="0" r="r" b="b"/>
              <a:pathLst>
                <a:path w="126" h="96">
                  <a:moveTo>
                    <a:pt x="0" y="96"/>
                  </a:moveTo>
                  <a:lnTo>
                    <a:pt x="6" y="72"/>
                  </a:lnTo>
                  <a:lnTo>
                    <a:pt x="54" y="11"/>
                  </a:lnTo>
                  <a:lnTo>
                    <a:pt x="61" y="25"/>
                  </a:lnTo>
                  <a:lnTo>
                    <a:pt x="79" y="4"/>
                  </a:lnTo>
                  <a:lnTo>
                    <a:pt x="126" y="0"/>
                  </a:lnTo>
                  <a:lnTo>
                    <a:pt x="90" y="35"/>
                  </a:lnTo>
                  <a:lnTo>
                    <a:pt x="44" y="56"/>
                  </a:lnTo>
                  <a:lnTo>
                    <a:pt x="12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504"/>
            <p:cNvSpPr>
              <a:spLocks/>
            </p:cNvSpPr>
            <p:nvPr/>
          </p:nvSpPr>
          <p:spPr bwMode="auto">
            <a:xfrm>
              <a:off x="7907238" y="3180076"/>
              <a:ext cx="8107" cy="486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1"/>
                </a:cxn>
                <a:cxn ang="0">
                  <a:pos x="11" y="13"/>
                </a:cxn>
                <a:cxn ang="0">
                  <a:pos x="23" y="0"/>
                </a:cxn>
                <a:cxn ang="0">
                  <a:pos x="2" y="0"/>
                </a:cxn>
              </a:cxnLst>
              <a:rect l="0" t="0" r="r" b="b"/>
              <a:pathLst>
                <a:path w="23" h="13">
                  <a:moveTo>
                    <a:pt x="2" y="0"/>
                  </a:moveTo>
                  <a:lnTo>
                    <a:pt x="0" y="11"/>
                  </a:lnTo>
                  <a:lnTo>
                    <a:pt x="11" y="13"/>
                  </a:lnTo>
                  <a:lnTo>
                    <a:pt x="23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505"/>
            <p:cNvSpPr>
              <a:spLocks/>
            </p:cNvSpPr>
            <p:nvPr/>
          </p:nvSpPr>
          <p:spPr bwMode="auto">
            <a:xfrm>
              <a:off x="7975338" y="3100626"/>
              <a:ext cx="29185" cy="19457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0" y="46"/>
                </a:cxn>
                <a:cxn ang="0">
                  <a:pos x="10" y="50"/>
                </a:cxn>
                <a:cxn ang="0">
                  <a:pos x="29" y="46"/>
                </a:cxn>
                <a:cxn ang="0">
                  <a:pos x="71" y="9"/>
                </a:cxn>
                <a:cxn ang="0">
                  <a:pos x="71" y="0"/>
                </a:cxn>
                <a:cxn ang="0">
                  <a:pos x="43" y="3"/>
                </a:cxn>
              </a:cxnLst>
              <a:rect l="0" t="0" r="r" b="b"/>
              <a:pathLst>
                <a:path w="71" h="50">
                  <a:moveTo>
                    <a:pt x="43" y="3"/>
                  </a:moveTo>
                  <a:lnTo>
                    <a:pt x="0" y="46"/>
                  </a:lnTo>
                  <a:lnTo>
                    <a:pt x="10" y="50"/>
                  </a:lnTo>
                  <a:lnTo>
                    <a:pt x="29" y="46"/>
                  </a:lnTo>
                  <a:lnTo>
                    <a:pt x="71" y="9"/>
                  </a:lnTo>
                  <a:lnTo>
                    <a:pt x="71" y="0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506"/>
            <p:cNvSpPr>
              <a:spLocks/>
            </p:cNvSpPr>
            <p:nvPr/>
          </p:nvSpPr>
          <p:spPr bwMode="auto">
            <a:xfrm>
              <a:off x="8030468" y="3066576"/>
              <a:ext cx="17835" cy="16214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43"/>
                </a:cxn>
                <a:cxn ang="0">
                  <a:pos x="18" y="40"/>
                </a:cxn>
                <a:cxn ang="0">
                  <a:pos x="43" y="15"/>
                </a:cxn>
                <a:cxn ang="0">
                  <a:pos x="41" y="2"/>
                </a:cxn>
                <a:cxn ang="0">
                  <a:pos x="29" y="0"/>
                </a:cxn>
                <a:cxn ang="0">
                  <a:pos x="0" y="27"/>
                </a:cxn>
              </a:cxnLst>
              <a:rect l="0" t="0" r="r" b="b"/>
              <a:pathLst>
                <a:path w="43" h="43">
                  <a:moveTo>
                    <a:pt x="0" y="27"/>
                  </a:moveTo>
                  <a:lnTo>
                    <a:pt x="0" y="43"/>
                  </a:lnTo>
                  <a:lnTo>
                    <a:pt x="18" y="40"/>
                  </a:lnTo>
                  <a:lnTo>
                    <a:pt x="43" y="15"/>
                  </a:lnTo>
                  <a:lnTo>
                    <a:pt x="41" y="2"/>
                  </a:lnTo>
                  <a:lnTo>
                    <a:pt x="29" y="0"/>
                  </a:lnTo>
                  <a:lnTo>
                    <a:pt x="0" y="2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07"/>
            <p:cNvSpPr>
              <a:spLocks/>
            </p:cNvSpPr>
            <p:nvPr/>
          </p:nvSpPr>
          <p:spPr bwMode="auto">
            <a:xfrm>
              <a:off x="8111542" y="2940102"/>
              <a:ext cx="24322" cy="22700"/>
            </a:xfrm>
            <a:custGeom>
              <a:avLst/>
              <a:gdLst/>
              <a:ahLst/>
              <a:cxnLst>
                <a:cxn ang="0">
                  <a:pos x="25" y="21"/>
                </a:cxn>
                <a:cxn ang="0">
                  <a:pos x="0" y="38"/>
                </a:cxn>
                <a:cxn ang="0">
                  <a:pos x="11" y="55"/>
                </a:cxn>
                <a:cxn ang="0">
                  <a:pos x="50" y="42"/>
                </a:cxn>
                <a:cxn ang="0">
                  <a:pos x="61" y="2"/>
                </a:cxn>
                <a:cxn ang="0">
                  <a:pos x="50" y="0"/>
                </a:cxn>
                <a:cxn ang="0">
                  <a:pos x="25" y="21"/>
                </a:cxn>
              </a:cxnLst>
              <a:rect l="0" t="0" r="r" b="b"/>
              <a:pathLst>
                <a:path w="61" h="55">
                  <a:moveTo>
                    <a:pt x="25" y="21"/>
                  </a:moveTo>
                  <a:lnTo>
                    <a:pt x="0" y="38"/>
                  </a:lnTo>
                  <a:lnTo>
                    <a:pt x="11" y="55"/>
                  </a:lnTo>
                  <a:lnTo>
                    <a:pt x="50" y="42"/>
                  </a:lnTo>
                  <a:lnTo>
                    <a:pt x="61" y="2"/>
                  </a:lnTo>
                  <a:lnTo>
                    <a:pt x="50" y="0"/>
                  </a:lnTo>
                  <a:lnTo>
                    <a:pt x="25" y="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508"/>
            <p:cNvSpPr>
              <a:spLocks/>
            </p:cNvSpPr>
            <p:nvPr/>
          </p:nvSpPr>
          <p:spPr bwMode="auto">
            <a:xfrm>
              <a:off x="8098569" y="2977397"/>
              <a:ext cx="11350" cy="14593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36"/>
                </a:cxn>
                <a:cxn ang="0">
                  <a:pos x="15" y="33"/>
                </a:cxn>
                <a:cxn ang="0">
                  <a:pos x="28" y="17"/>
                </a:cxn>
                <a:cxn ang="0">
                  <a:pos x="24" y="0"/>
                </a:cxn>
                <a:cxn ang="0">
                  <a:pos x="4" y="3"/>
                </a:cxn>
              </a:cxnLst>
              <a:rect l="0" t="0" r="r" b="b"/>
              <a:pathLst>
                <a:path w="28" h="36">
                  <a:moveTo>
                    <a:pt x="4" y="3"/>
                  </a:moveTo>
                  <a:lnTo>
                    <a:pt x="0" y="36"/>
                  </a:lnTo>
                  <a:lnTo>
                    <a:pt x="15" y="33"/>
                  </a:lnTo>
                  <a:lnTo>
                    <a:pt x="28" y="17"/>
                  </a:lnTo>
                  <a:lnTo>
                    <a:pt x="24" y="0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509"/>
            <p:cNvSpPr>
              <a:spLocks/>
            </p:cNvSpPr>
            <p:nvPr/>
          </p:nvSpPr>
          <p:spPr bwMode="auto">
            <a:xfrm>
              <a:off x="8085597" y="3000096"/>
              <a:ext cx="11350" cy="11350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0" y="27"/>
                </a:cxn>
                <a:cxn ang="0">
                  <a:pos x="11" y="27"/>
                </a:cxn>
                <a:cxn ang="0">
                  <a:pos x="28" y="13"/>
                </a:cxn>
                <a:cxn ang="0">
                  <a:pos x="28" y="2"/>
                </a:cxn>
                <a:cxn ang="0">
                  <a:pos x="11" y="0"/>
                </a:cxn>
                <a:cxn ang="0">
                  <a:pos x="0" y="13"/>
                </a:cxn>
              </a:cxnLst>
              <a:rect l="0" t="0" r="r" b="b"/>
              <a:pathLst>
                <a:path w="28" h="27">
                  <a:moveTo>
                    <a:pt x="0" y="13"/>
                  </a:moveTo>
                  <a:lnTo>
                    <a:pt x="0" y="27"/>
                  </a:lnTo>
                  <a:lnTo>
                    <a:pt x="11" y="27"/>
                  </a:lnTo>
                  <a:lnTo>
                    <a:pt x="28" y="13"/>
                  </a:lnTo>
                  <a:lnTo>
                    <a:pt x="28" y="2"/>
                  </a:lnTo>
                  <a:lnTo>
                    <a:pt x="11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510"/>
            <p:cNvSpPr>
              <a:spLocks/>
            </p:cNvSpPr>
            <p:nvPr/>
          </p:nvSpPr>
          <p:spPr bwMode="auto">
            <a:xfrm>
              <a:off x="8066141" y="3024417"/>
              <a:ext cx="6485" cy="9728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0" y="21"/>
                </a:cxn>
                <a:cxn ang="0">
                  <a:pos x="9" y="25"/>
                </a:cxn>
                <a:cxn ang="0">
                  <a:pos x="20" y="17"/>
                </a:cxn>
                <a:cxn ang="0">
                  <a:pos x="15" y="0"/>
                </a:cxn>
                <a:cxn ang="0">
                  <a:pos x="3" y="11"/>
                </a:cxn>
              </a:cxnLst>
              <a:rect l="0" t="0" r="r" b="b"/>
              <a:pathLst>
                <a:path w="20" h="25">
                  <a:moveTo>
                    <a:pt x="3" y="11"/>
                  </a:moveTo>
                  <a:lnTo>
                    <a:pt x="0" y="21"/>
                  </a:lnTo>
                  <a:lnTo>
                    <a:pt x="9" y="25"/>
                  </a:lnTo>
                  <a:lnTo>
                    <a:pt x="20" y="17"/>
                  </a:lnTo>
                  <a:lnTo>
                    <a:pt x="15" y="0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511"/>
            <p:cNvSpPr>
              <a:spLocks/>
            </p:cNvSpPr>
            <p:nvPr/>
          </p:nvSpPr>
          <p:spPr bwMode="auto">
            <a:xfrm>
              <a:off x="6997603" y="3856222"/>
              <a:ext cx="58373" cy="47023"/>
            </a:xfrm>
            <a:custGeom>
              <a:avLst/>
              <a:gdLst/>
              <a:ahLst/>
              <a:cxnLst>
                <a:cxn ang="0">
                  <a:pos x="142" y="15"/>
                </a:cxn>
                <a:cxn ang="0">
                  <a:pos x="107" y="0"/>
                </a:cxn>
                <a:cxn ang="0">
                  <a:pos x="86" y="3"/>
                </a:cxn>
                <a:cxn ang="0">
                  <a:pos x="49" y="17"/>
                </a:cxn>
                <a:cxn ang="0">
                  <a:pos x="36" y="11"/>
                </a:cxn>
                <a:cxn ang="0">
                  <a:pos x="0" y="49"/>
                </a:cxn>
                <a:cxn ang="0">
                  <a:pos x="0" y="97"/>
                </a:cxn>
                <a:cxn ang="0">
                  <a:pos x="36" y="118"/>
                </a:cxn>
                <a:cxn ang="0">
                  <a:pos x="74" y="114"/>
                </a:cxn>
                <a:cxn ang="0">
                  <a:pos x="104" y="85"/>
                </a:cxn>
                <a:cxn ang="0">
                  <a:pos x="122" y="36"/>
                </a:cxn>
                <a:cxn ang="0">
                  <a:pos x="142" y="15"/>
                </a:cxn>
              </a:cxnLst>
              <a:rect l="0" t="0" r="r" b="b"/>
              <a:pathLst>
                <a:path w="142" h="118">
                  <a:moveTo>
                    <a:pt x="142" y="15"/>
                  </a:moveTo>
                  <a:lnTo>
                    <a:pt x="107" y="0"/>
                  </a:lnTo>
                  <a:lnTo>
                    <a:pt x="86" y="3"/>
                  </a:lnTo>
                  <a:lnTo>
                    <a:pt x="49" y="17"/>
                  </a:lnTo>
                  <a:lnTo>
                    <a:pt x="36" y="11"/>
                  </a:lnTo>
                  <a:lnTo>
                    <a:pt x="0" y="49"/>
                  </a:lnTo>
                  <a:lnTo>
                    <a:pt x="0" y="97"/>
                  </a:lnTo>
                  <a:lnTo>
                    <a:pt x="36" y="118"/>
                  </a:lnTo>
                  <a:lnTo>
                    <a:pt x="74" y="114"/>
                  </a:lnTo>
                  <a:lnTo>
                    <a:pt x="104" y="85"/>
                  </a:lnTo>
                  <a:lnTo>
                    <a:pt x="122" y="36"/>
                  </a:lnTo>
                  <a:lnTo>
                    <a:pt x="142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512"/>
            <p:cNvSpPr>
              <a:spLocks/>
            </p:cNvSpPr>
            <p:nvPr/>
          </p:nvSpPr>
          <p:spPr bwMode="auto">
            <a:xfrm>
              <a:off x="8143969" y="4496694"/>
              <a:ext cx="22700" cy="19457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7" y="0"/>
                </a:cxn>
                <a:cxn ang="0">
                  <a:pos x="35" y="8"/>
                </a:cxn>
                <a:cxn ang="0">
                  <a:pos x="57" y="36"/>
                </a:cxn>
                <a:cxn ang="0">
                  <a:pos x="40" y="48"/>
                </a:cxn>
                <a:cxn ang="0">
                  <a:pos x="0" y="20"/>
                </a:cxn>
              </a:cxnLst>
              <a:rect l="0" t="0" r="r" b="b"/>
              <a:pathLst>
                <a:path w="57" h="48">
                  <a:moveTo>
                    <a:pt x="0" y="20"/>
                  </a:moveTo>
                  <a:lnTo>
                    <a:pt x="7" y="0"/>
                  </a:lnTo>
                  <a:lnTo>
                    <a:pt x="35" y="8"/>
                  </a:lnTo>
                  <a:lnTo>
                    <a:pt x="57" y="36"/>
                  </a:lnTo>
                  <a:lnTo>
                    <a:pt x="40" y="48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513"/>
            <p:cNvSpPr>
              <a:spLocks/>
            </p:cNvSpPr>
            <p:nvPr/>
          </p:nvSpPr>
          <p:spPr bwMode="auto">
            <a:xfrm>
              <a:off x="8189370" y="4517775"/>
              <a:ext cx="38915" cy="24322"/>
            </a:xfrm>
            <a:custGeom>
              <a:avLst/>
              <a:gdLst/>
              <a:ahLst/>
              <a:cxnLst>
                <a:cxn ang="0">
                  <a:pos x="5" y="28"/>
                </a:cxn>
                <a:cxn ang="0">
                  <a:pos x="0" y="8"/>
                </a:cxn>
                <a:cxn ang="0">
                  <a:pos x="17" y="0"/>
                </a:cxn>
                <a:cxn ang="0">
                  <a:pos x="70" y="25"/>
                </a:cxn>
                <a:cxn ang="0">
                  <a:pos x="95" y="60"/>
                </a:cxn>
                <a:cxn ang="0">
                  <a:pos x="75" y="60"/>
                </a:cxn>
                <a:cxn ang="0">
                  <a:pos x="5" y="28"/>
                </a:cxn>
              </a:cxnLst>
              <a:rect l="0" t="0" r="r" b="b"/>
              <a:pathLst>
                <a:path w="95" h="60">
                  <a:moveTo>
                    <a:pt x="5" y="28"/>
                  </a:moveTo>
                  <a:lnTo>
                    <a:pt x="0" y="8"/>
                  </a:lnTo>
                  <a:lnTo>
                    <a:pt x="17" y="0"/>
                  </a:lnTo>
                  <a:lnTo>
                    <a:pt x="70" y="25"/>
                  </a:lnTo>
                  <a:lnTo>
                    <a:pt x="95" y="60"/>
                  </a:lnTo>
                  <a:lnTo>
                    <a:pt x="75" y="60"/>
                  </a:lnTo>
                  <a:lnTo>
                    <a:pt x="5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514"/>
            <p:cNvSpPr>
              <a:spLocks/>
            </p:cNvSpPr>
            <p:nvPr/>
          </p:nvSpPr>
          <p:spPr bwMode="auto">
            <a:xfrm>
              <a:off x="8241256" y="4543718"/>
              <a:ext cx="29185" cy="30808"/>
            </a:xfrm>
            <a:custGeom>
              <a:avLst/>
              <a:gdLst/>
              <a:ahLst/>
              <a:cxnLst>
                <a:cxn ang="0">
                  <a:pos x="10" y="34"/>
                </a:cxn>
                <a:cxn ang="0">
                  <a:pos x="0" y="14"/>
                </a:cxn>
                <a:cxn ang="0">
                  <a:pos x="10" y="0"/>
                </a:cxn>
                <a:cxn ang="0">
                  <a:pos x="30" y="6"/>
                </a:cxn>
                <a:cxn ang="0">
                  <a:pos x="70" y="61"/>
                </a:cxn>
                <a:cxn ang="0">
                  <a:pos x="67" y="76"/>
                </a:cxn>
                <a:cxn ang="0">
                  <a:pos x="47" y="71"/>
                </a:cxn>
                <a:cxn ang="0">
                  <a:pos x="10" y="34"/>
                </a:cxn>
              </a:cxnLst>
              <a:rect l="0" t="0" r="r" b="b"/>
              <a:pathLst>
                <a:path w="70" h="76">
                  <a:moveTo>
                    <a:pt x="10" y="34"/>
                  </a:moveTo>
                  <a:lnTo>
                    <a:pt x="0" y="14"/>
                  </a:lnTo>
                  <a:lnTo>
                    <a:pt x="10" y="0"/>
                  </a:lnTo>
                  <a:lnTo>
                    <a:pt x="30" y="6"/>
                  </a:lnTo>
                  <a:lnTo>
                    <a:pt x="70" y="61"/>
                  </a:lnTo>
                  <a:lnTo>
                    <a:pt x="67" y="76"/>
                  </a:lnTo>
                  <a:lnTo>
                    <a:pt x="47" y="71"/>
                  </a:lnTo>
                  <a:lnTo>
                    <a:pt x="10" y="3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515"/>
            <p:cNvSpPr>
              <a:spLocks/>
            </p:cNvSpPr>
            <p:nvPr/>
          </p:nvSpPr>
          <p:spPr bwMode="auto">
            <a:xfrm>
              <a:off x="8262337" y="4585875"/>
              <a:ext cx="21078" cy="16214"/>
            </a:xfrm>
            <a:custGeom>
              <a:avLst/>
              <a:gdLst/>
              <a:ahLst/>
              <a:cxnLst>
                <a:cxn ang="0">
                  <a:pos x="35" y="40"/>
                </a:cxn>
                <a:cxn ang="0">
                  <a:pos x="5" y="18"/>
                </a:cxn>
                <a:cxn ang="0">
                  <a:pos x="0" y="0"/>
                </a:cxn>
                <a:cxn ang="0">
                  <a:pos x="25" y="0"/>
                </a:cxn>
                <a:cxn ang="0">
                  <a:pos x="47" y="12"/>
                </a:cxn>
                <a:cxn ang="0">
                  <a:pos x="50" y="38"/>
                </a:cxn>
                <a:cxn ang="0">
                  <a:pos x="35" y="40"/>
                </a:cxn>
              </a:cxnLst>
              <a:rect l="0" t="0" r="r" b="b"/>
              <a:pathLst>
                <a:path w="50" h="40">
                  <a:moveTo>
                    <a:pt x="35" y="40"/>
                  </a:moveTo>
                  <a:lnTo>
                    <a:pt x="5" y="18"/>
                  </a:lnTo>
                  <a:lnTo>
                    <a:pt x="0" y="0"/>
                  </a:lnTo>
                  <a:lnTo>
                    <a:pt x="25" y="0"/>
                  </a:lnTo>
                  <a:lnTo>
                    <a:pt x="47" y="12"/>
                  </a:lnTo>
                  <a:lnTo>
                    <a:pt x="50" y="38"/>
                  </a:lnTo>
                  <a:lnTo>
                    <a:pt x="35" y="4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516"/>
            <p:cNvSpPr>
              <a:spLocks/>
            </p:cNvSpPr>
            <p:nvPr/>
          </p:nvSpPr>
          <p:spPr bwMode="auto">
            <a:xfrm>
              <a:off x="8228285" y="4611817"/>
              <a:ext cx="14593" cy="11350"/>
            </a:xfrm>
            <a:custGeom>
              <a:avLst/>
              <a:gdLst/>
              <a:ahLst/>
              <a:cxnLst>
                <a:cxn ang="0">
                  <a:pos x="9" y="27"/>
                </a:cxn>
                <a:cxn ang="0">
                  <a:pos x="0" y="20"/>
                </a:cxn>
                <a:cxn ang="0">
                  <a:pos x="0" y="5"/>
                </a:cxn>
                <a:cxn ang="0">
                  <a:pos x="17" y="0"/>
                </a:cxn>
                <a:cxn ang="0">
                  <a:pos x="37" y="22"/>
                </a:cxn>
                <a:cxn ang="0">
                  <a:pos x="9" y="27"/>
                </a:cxn>
              </a:cxnLst>
              <a:rect l="0" t="0" r="r" b="b"/>
              <a:pathLst>
                <a:path w="37" h="27">
                  <a:moveTo>
                    <a:pt x="9" y="27"/>
                  </a:moveTo>
                  <a:lnTo>
                    <a:pt x="0" y="20"/>
                  </a:lnTo>
                  <a:lnTo>
                    <a:pt x="0" y="5"/>
                  </a:lnTo>
                  <a:lnTo>
                    <a:pt x="17" y="0"/>
                  </a:lnTo>
                  <a:lnTo>
                    <a:pt x="37" y="22"/>
                  </a:lnTo>
                  <a:lnTo>
                    <a:pt x="9" y="2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517"/>
            <p:cNvSpPr>
              <a:spLocks/>
            </p:cNvSpPr>
            <p:nvPr/>
          </p:nvSpPr>
          <p:spPr bwMode="auto">
            <a:xfrm>
              <a:off x="8223422" y="4563174"/>
              <a:ext cx="21078" cy="11350"/>
            </a:xfrm>
            <a:custGeom>
              <a:avLst/>
              <a:gdLst/>
              <a:ahLst/>
              <a:cxnLst>
                <a:cxn ang="0">
                  <a:pos x="27" y="28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27" y="0"/>
                </a:cxn>
                <a:cxn ang="0">
                  <a:pos x="53" y="16"/>
                </a:cxn>
                <a:cxn ang="0">
                  <a:pos x="27" y="28"/>
                </a:cxn>
              </a:cxnLst>
              <a:rect l="0" t="0" r="r" b="b"/>
              <a:pathLst>
                <a:path w="53" h="28">
                  <a:moveTo>
                    <a:pt x="27" y="2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27" y="0"/>
                  </a:lnTo>
                  <a:lnTo>
                    <a:pt x="53" y="16"/>
                  </a:lnTo>
                  <a:lnTo>
                    <a:pt x="27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518"/>
            <p:cNvSpPr>
              <a:spLocks/>
            </p:cNvSpPr>
            <p:nvPr/>
          </p:nvSpPr>
          <p:spPr bwMode="auto">
            <a:xfrm>
              <a:off x="8388811" y="4700997"/>
              <a:ext cx="12972" cy="21078"/>
            </a:xfrm>
            <a:custGeom>
              <a:avLst/>
              <a:gdLst/>
              <a:ahLst/>
              <a:cxnLst>
                <a:cxn ang="0">
                  <a:pos x="15" y="56"/>
                </a:cxn>
                <a:cxn ang="0">
                  <a:pos x="32" y="40"/>
                </a:cxn>
                <a:cxn ang="0">
                  <a:pos x="32" y="12"/>
                </a:cxn>
                <a:cxn ang="0">
                  <a:pos x="5" y="0"/>
                </a:cxn>
                <a:cxn ang="0">
                  <a:pos x="0" y="20"/>
                </a:cxn>
                <a:cxn ang="0">
                  <a:pos x="0" y="43"/>
                </a:cxn>
                <a:cxn ang="0">
                  <a:pos x="15" y="56"/>
                </a:cxn>
              </a:cxnLst>
              <a:rect l="0" t="0" r="r" b="b"/>
              <a:pathLst>
                <a:path w="32" h="56">
                  <a:moveTo>
                    <a:pt x="15" y="56"/>
                  </a:moveTo>
                  <a:lnTo>
                    <a:pt x="32" y="40"/>
                  </a:lnTo>
                  <a:lnTo>
                    <a:pt x="32" y="12"/>
                  </a:lnTo>
                  <a:lnTo>
                    <a:pt x="5" y="0"/>
                  </a:lnTo>
                  <a:lnTo>
                    <a:pt x="0" y="20"/>
                  </a:lnTo>
                  <a:lnTo>
                    <a:pt x="0" y="43"/>
                  </a:lnTo>
                  <a:lnTo>
                    <a:pt x="15" y="5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519"/>
            <p:cNvSpPr>
              <a:spLocks/>
            </p:cNvSpPr>
            <p:nvPr/>
          </p:nvSpPr>
          <p:spPr bwMode="auto">
            <a:xfrm>
              <a:off x="8400161" y="4725319"/>
              <a:ext cx="14593" cy="12972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6" y="0"/>
                </a:cxn>
                <a:cxn ang="0">
                  <a:pos x="37" y="19"/>
                </a:cxn>
                <a:cxn ang="0">
                  <a:pos x="34" y="31"/>
                </a:cxn>
                <a:cxn ang="0">
                  <a:pos x="0" y="8"/>
                </a:cxn>
              </a:cxnLst>
              <a:rect l="0" t="0" r="r" b="b"/>
              <a:pathLst>
                <a:path w="37" h="31">
                  <a:moveTo>
                    <a:pt x="0" y="8"/>
                  </a:moveTo>
                  <a:lnTo>
                    <a:pt x="6" y="0"/>
                  </a:lnTo>
                  <a:lnTo>
                    <a:pt x="37" y="19"/>
                  </a:lnTo>
                  <a:lnTo>
                    <a:pt x="34" y="31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520"/>
            <p:cNvSpPr>
              <a:spLocks/>
            </p:cNvSpPr>
            <p:nvPr/>
          </p:nvSpPr>
          <p:spPr bwMode="auto">
            <a:xfrm>
              <a:off x="8442318" y="4788557"/>
              <a:ext cx="11350" cy="12972"/>
            </a:xfrm>
            <a:custGeom>
              <a:avLst/>
              <a:gdLst/>
              <a:ahLst/>
              <a:cxnLst>
                <a:cxn ang="0">
                  <a:pos x="2" y="20"/>
                </a:cxn>
                <a:cxn ang="0">
                  <a:pos x="0" y="6"/>
                </a:cxn>
                <a:cxn ang="0">
                  <a:pos x="17" y="0"/>
                </a:cxn>
                <a:cxn ang="0">
                  <a:pos x="30" y="25"/>
                </a:cxn>
                <a:cxn ang="0">
                  <a:pos x="17" y="32"/>
                </a:cxn>
                <a:cxn ang="0">
                  <a:pos x="2" y="20"/>
                </a:cxn>
              </a:cxnLst>
              <a:rect l="0" t="0" r="r" b="b"/>
              <a:pathLst>
                <a:path w="30" h="32">
                  <a:moveTo>
                    <a:pt x="2" y="20"/>
                  </a:moveTo>
                  <a:lnTo>
                    <a:pt x="0" y="6"/>
                  </a:lnTo>
                  <a:lnTo>
                    <a:pt x="17" y="0"/>
                  </a:lnTo>
                  <a:lnTo>
                    <a:pt x="30" y="25"/>
                  </a:lnTo>
                  <a:lnTo>
                    <a:pt x="17" y="32"/>
                  </a:lnTo>
                  <a:lnTo>
                    <a:pt x="2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521"/>
            <p:cNvSpPr>
              <a:spLocks/>
            </p:cNvSpPr>
            <p:nvPr/>
          </p:nvSpPr>
          <p:spPr bwMode="auto">
            <a:xfrm>
              <a:off x="8448803" y="4809636"/>
              <a:ext cx="4865" cy="8107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0"/>
                </a:cxn>
                <a:cxn ang="0">
                  <a:pos x="13" y="0"/>
                </a:cxn>
                <a:cxn ang="0">
                  <a:pos x="13" y="15"/>
                </a:cxn>
                <a:cxn ang="0">
                  <a:pos x="0" y="20"/>
                </a:cxn>
              </a:cxnLst>
              <a:rect l="0" t="0" r="r" b="b"/>
              <a:pathLst>
                <a:path w="13" h="20">
                  <a:moveTo>
                    <a:pt x="0" y="20"/>
                  </a:moveTo>
                  <a:lnTo>
                    <a:pt x="0" y="0"/>
                  </a:lnTo>
                  <a:lnTo>
                    <a:pt x="13" y="0"/>
                  </a:lnTo>
                  <a:lnTo>
                    <a:pt x="13" y="15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522"/>
            <p:cNvSpPr>
              <a:spLocks/>
            </p:cNvSpPr>
            <p:nvPr/>
          </p:nvSpPr>
          <p:spPr bwMode="auto">
            <a:xfrm>
              <a:off x="8400161" y="4845308"/>
              <a:ext cx="8107" cy="8107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3" y="5"/>
                </a:cxn>
                <a:cxn ang="0">
                  <a:pos x="12" y="0"/>
                </a:cxn>
                <a:cxn ang="0">
                  <a:pos x="23" y="11"/>
                </a:cxn>
                <a:cxn ang="0">
                  <a:pos x="15" y="22"/>
                </a:cxn>
                <a:cxn ang="0">
                  <a:pos x="0" y="19"/>
                </a:cxn>
              </a:cxnLst>
              <a:rect l="0" t="0" r="r" b="b"/>
              <a:pathLst>
                <a:path w="23" h="22">
                  <a:moveTo>
                    <a:pt x="0" y="19"/>
                  </a:moveTo>
                  <a:lnTo>
                    <a:pt x="3" y="5"/>
                  </a:lnTo>
                  <a:lnTo>
                    <a:pt x="12" y="0"/>
                  </a:lnTo>
                  <a:lnTo>
                    <a:pt x="23" y="11"/>
                  </a:lnTo>
                  <a:lnTo>
                    <a:pt x="15" y="22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523"/>
            <p:cNvSpPr>
              <a:spLocks/>
            </p:cNvSpPr>
            <p:nvPr/>
          </p:nvSpPr>
          <p:spPr bwMode="auto">
            <a:xfrm>
              <a:off x="8383945" y="4837201"/>
              <a:ext cx="4865" cy="6485"/>
            </a:xfrm>
            <a:custGeom>
              <a:avLst/>
              <a:gdLst/>
              <a:ahLst/>
              <a:cxnLst>
                <a:cxn ang="0">
                  <a:pos x="10" y="12"/>
                </a:cxn>
                <a:cxn ang="0">
                  <a:pos x="10" y="0"/>
                </a:cxn>
                <a:cxn ang="0">
                  <a:pos x="0" y="4"/>
                </a:cxn>
                <a:cxn ang="0">
                  <a:pos x="0" y="15"/>
                </a:cxn>
                <a:cxn ang="0">
                  <a:pos x="10" y="12"/>
                </a:cxn>
              </a:cxnLst>
              <a:rect l="0" t="0" r="r" b="b"/>
              <a:pathLst>
                <a:path w="10" h="15">
                  <a:moveTo>
                    <a:pt x="10" y="12"/>
                  </a:moveTo>
                  <a:lnTo>
                    <a:pt x="10" y="0"/>
                  </a:lnTo>
                  <a:lnTo>
                    <a:pt x="0" y="4"/>
                  </a:lnTo>
                  <a:lnTo>
                    <a:pt x="0" y="15"/>
                  </a:lnTo>
                  <a:lnTo>
                    <a:pt x="1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524"/>
            <p:cNvSpPr>
              <a:spLocks/>
            </p:cNvSpPr>
            <p:nvPr/>
          </p:nvSpPr>
          <p:spPr bwMode="auto">
            <a:xfrm>
              <a:off x="8328815" y="4833957"/>
              <a:ext cx="64858" cy="48644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30" y="20"/>
                </a:cxn>
                <a:cxn ang="0">
                  <a:pos x="47" y="22"/>
                </a:cxn>
                <a:cxn ang="0">
                  <a:pos x="87" y="53"/>
                </a:cxn>
                <a:cxn ang="0">
                  <a:pos x="103" y="65"/>
                </a:cxn>
                <a:cxn ang="0">
                  <a:pos x="153" y="98"/>
                </a:cxn>
                <a:cxn ang="0">
                  <a:pos x="160" y="115"/>
                </a:cxn>
                <a:cxn ang="0">
                  <a:pos x="148" y="123"/>
                </a:cxn>
                <a:cxn ang="0">
                  <a:pos x="115" y="112"/>
                </a:cxn>
                <a:cxn ang="0">
                  <a:pos x="50" y="75"/>
                </a:cxn>
                <a:cxn ang="0">
                  <a:pos x="33" y="67"/>
                </a:cxn>
                <a:cxn ang="0">
                  <a:pos x="2" y="37"/>
                </a:cxn>
                <a:cxn ang="0">
                  <a:pos x="0" y="22"/>
                </a:cxn>
                <a:cxn ang="0">
                  <a:pos x="0" y="0"/>
                </a:cxn>
                <a:cxn ang="0">
                  <a:pos x="14" y="5"/>
                </a:cxn>
              </a:cxnLst>
              <a:rect l="0" t="0" r="r" b="b"/>
              <a:pathLst>
                <a:path w="160" h="123">
                  <a:moveTo>
                    <a:pt x="14" y="5"/>
                  </a:moveTo>
                  <a:lnTo>
                    <a:pt x="30" y="20"/>
                  </a:lnTo>
                  <a:lnTo>
                    <a:pt x="47" y="22"/>
                  </a:lnTo>
                  <a:lnTo>
                    <a:pt x="87" y="53"/>
                  </a:lnTo>
                  <a:lnTo>
                    <a:pt x="103" y="65"/>
                  </a:lnTo>
                  <a:lnTo>
                    <a:pt x="153" y="98"/>
                  </a:lnTo>
                  <a:lnTo>
                    <a:pt x="160" y="115"/>
                  </a:lnTo>
                  <a:lnTo>
                    <a:pt x="148" y="123"/>
                  </a:lnTo>
                  <a:lnTo>
                    <a:pt x="115" y="112"/>
                  </a:lnTo>
                  <a:lnTo>
                    <a:pt x="50" y="75"/>
                  </a:lnTo>
                  <a:lnTo>
                    <a:pt x="33" y="67"/>
                  </a:lnTo>
                  <a:lnTo>
                    <a:pt x="2" y="37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525"/>
            <p:cNvSpPr>
              <a:spLocks/>
            </p:cNvSpPr>
            <p:nvPr/>
          </p:nvSpPr>
          <p:spPr bwMode="auto">
            <a:xfrm>
              <a:off x="8645000" y="4762613"/>
              <a:ext cx="25944" cy="21078"/>
            </a:xfrm>
            <a:custGeom>
              <a:avLst/>
              <a:gdLst/>
              <a:ahLst/>
              <a:cxnLst>
                <a:cxn ang="0">
                  <a:pos x="25" y="51"/>
                </a:cxn>
                <a:cxn ang="0">
                  <a:pos x="68" y="46"/>
                </a:cxn>
                <a:cxn ang="0">
                  <a:pos x="68" y="21"/>
                </a:cxn>
                <a:cxn ang="0">
                  <a:pos x="55" y="0"/>
                </a:cxn>
                <a:cxn ang="0">
                  <a:pos x="4" y="5"/>
                </a:cxn>
                <a:cxn ang="0">
                  <a:pos x="0" y="34"/>
                </a:cxn>
                <a:cxn ang="0">
                  <a:pos x="25" y="51"/>
                </a:cxn>
              </a:cxnLst>
              <a:rect l="0" t="0" r="r" b="b"/>
              <a:pathLst>
                <a:path w="68" h="51">
                  <a:moveTo>
                    <a:pt x="25" y="51"/>
                  </a:moveTo>
                  <a:lnTo>
                    <a:pt x="68" y="46"/>
                  </a:lnTo>
                  <a:lnTo>
                    <a:pt x="68" y="21"/>
                  </a:lnTo>
                  <a:lnTo>
                    <a:pt x="55" y="0"/>
                  </a:lnTo>
                  <a:lnTo>
                    <a:pt x="4" y="5"/>
                  </a:lnTo>
                  <a:lnTo>
                    <a:pt x="0" y="34"/>
                  </a:lnTo>
                  <a:lnTo>
                    <a:pt x="25" y="5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526"/>
            <p:cNvSpPr>
              <a:spLocks/>
            </p:cNvSpPr>
            <p:nvPr/>
          </p:nvSpPr>
          <p:spPr bwMode="auto">
            <a:xfrm>
              <a:off x="8669320" y="4728562"/>
              <a:ext cx="37293" cy="17835"/>
            </a:xfrm>
            <a:custGeom>
              <a:avLst/>
              <a:gdLst/>
              <a:ahLst/>
              <a:cxnLst>
                <a:cxn ang="0">
                  <a:pos x="25" y="46"/>
                </a:cxn>
                <a:cxn ang="0">
                  <a:pos x="89" y="12"/>
                </a:cxn>
                <a:cxn ang="0">
                  <a:pos x="71" y="0"/>
                </a:cxn>
                <a:cxn ang="0">
                  <a:pos x="50" y="8"/>
                </a:cxn>
                <a:cxn ang="0">
                  <a:pos x="0" y="39"/>
                </a:cxn>
                <a:cxn ang="0">
                  <a:pos x="25" y="46"/>
                </a:cxn>
              </a:cxnLst>
              <a:rect l="0" t="0" r="r" b="b"/>
              <a:pathLst>
                <a:path w="89" h="46">
                  <a:moveTo>
                    <a:pt x="25" y="46"/>
                  </a:moveTo>
                  <a:lnTo>
                    <a:pt x="89" y="12"/>
                  </a:lnTo>
                  <a:lnTo>
                    <a:pt x="71" y="0"/>
                  </a:lnTo>
                  <a:lnTo>
                    <a:pt x="50" y="8"/>
                  </a:lnTo>
                  <a:lnTo>
                    <a:pt x="0" y="39"/>
                  </a:lnTo>
                  <a:lnTo>
                    <a:pt x="25" y="4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527"/>
            <p:cNvSpPr>
              <a:spLocks/>
            </p:cNvSpPr>
            <p:nvPr/>
          </p:nvSpPr>
          <p:spPr bwMode="auto">
            <a:xfrm>
              <a:off x="8388811" y="4700997"/>
              <a:ext cx="12972" cy="21078"/>
            </a:xfrm>
            <a:custGeom>
              <a:avLst/>
              <a:gdLst/>
              <a:ahLst/>
              <a:cxnLst>
                <a:cxn ang="0">
                  <a:pos x="15" y="56"/>
                </a:cxn>
                <a:cxn ang="0">
                  <a:pos x="32" y="40"/>
                </a:cxn>
                <a:cxn ang="0">
                  <a:pos x="32" y="12"/>
                </a:cxn>
                <a:cxn ang="0">
                  <a:pos x="5" y="0"/>
                </a:cxn>
                <a:cxn ang="0">
                  <a:pos x="0" y="20"/>
                </a:cxn>
                <a:cxn ang="0">
                  <a:pos x="0" y="43"/>
                </a:cxn>
                <a:cxn ang="0">
                  <a:pos x="15" y="56"/>
                </a:cxn>
              </a:cxnLst>
              <a:rect l="0" t="0" r="r" b="b"/>
              <a:pathLst>
                <a:path w="32" h="56">
                  <a:moveTo>
                    <a:pt x="15" y="56"/>
                  </a:moveTo>
                  <a:lnTo>
                    <a:pt x="32" y="40"/>
                  </a:lnTo>
                  <a:lnTo>
                    <a:pt x="32" y="12"/>
                  </a:lnTo>
                  <a:lnTo>
                    <a:pt x="5" y="0"/>
                  </a:lnTo>
                  <a:lnTo>
                    <a:pt x="0" y="20"/>
                  </a:lnTo>
                  <a:lnTo>
                    <a:pt x="0" y="43"/>
                  </a:lnTo>
                  <a:lnTo>
                    <a:pt x="15" y="5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528"/>
            <p:cNvSpPr>
              <a:spLocks/>
            </p:cNvSpPr>
            <p:nvPr/>
          </p:nvSpPr>
          <p:spPr bwMode="auto">
            <a:xfrm>
              <a:off x="8400161" y="4725319"/>
              <a:ext cx="14593" cy="12972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6" y="0"/>
                </a:cxn>
                <a:cxn ang="0">
                  <a:pos x="37" y="19"/>
                </a:cxn>
                <a:cxn ang="0">
                  <a:pos x="34" y="31"/>
                </a:cxn>
                <a:cxn ang="0">
                  <a:pos x="0" y="8"/>
                </a:cxn>
              </a:cxnLst>
              <a:rect l="0" t="0" r="r" b="b"/>
              <a:pathLst>
                <a:path w="37" h="31">
                  <a:moveTo>
                    <a:pt x="0" y="8"/>
                  </a:moveTo>
                  <a:lnTo>
                    <a:pt x="6" y="0"/>
                  </a:lnTo>
                  <a:lnTo>
                    <a:pt x="37" y="19"/>
                  </a:lnTo>
                  <a:lnTo>
                    <a:pt x="34" y="31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529"/>
            <p:cNvSpPr>
              <a:spLocks/>
            </p:cNvSpPr>
            <p:nvPr/>
          </p:nvSpPr>
          <p:spPr bwMode="auto">
            <a:xfrm>
              <a:off x="8442318" y="4788557"/>
              <a:ext cx="11350" cy="12972"/>
            </a:xfrm>
            <a:custGeom>
              <a:avLst/>
              <a:gdLst/>
              <a:ahLst/>
              <a:cxnLst>
                <a:cxn ang="0">
                  <a:pos x="2" y="20"/>
                </a:cxn>
                <a:cxn ang="0">
                  <a:pos x="0" y="6"/>
                </a:cxn>
                <a:cxn ang="0">
                  <a:pos x="17" y="0"/>
                </a:cxn>
                <a:cxn ang="0">
                  <a:pos x="30" y="25"/>
                </a:cxn>
                <a:cxn ang="0">
                  <a:pos x="17" y="32"/>
                </a:cxn>
                <a:cxn ang="0">
                  <a:pos x="2" y="20"/>
                </a:cxn>
              </a:cxnLst>
              <a:rect l="0" t="0" r="r" b="b"/>
              <a:pathLst>
                <a:path w="30" h="32">
                  <a:moveTo>
                    <a:pt x="2" y="20"/>
                  </a:moveTo>
                  <a:lnTo>
                    <a:pt x="0" y="6"/>
                  </a:lnTo>
                  <a:lnTo>
                    <a:pt x="17" y="0"/>
                  </a:lnTo>
                  <a:lnTo>
                    <a:pt x="30" y="25"/>
                  </a:lnTo>
                  <a:lnTo>
                    <a:pt x="17" y="32"/>
                  </a:lnTo>
                  <a:lnTo>
                    <a:pt x="2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530"/>
            <p:cNvSpPr>
              <a:spLocks/>
            </p:cNvSpPr>
            <p:nvPr/>
          </p:nvSpPr>
          <p:spPr bwMode="auto">
            <a:xfrm>
              <a:off x="8448803" y="4809636"/>
              <a:ext cx="4865" cy="8107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0"/>
                </a:cxn>
                <a:cxn ang="0">
                  <a:pos x="13" y="0"/>
                </a:cxn>
                <a:cxn ang="0">
                  <a:pos x="13" y="15"/>
                </a:cxn>
                <a:cxn ang="0">
                  <a:pos x="0" y="20"/>
                </a:cxn>
              </a:cxnLst>
              <a:rect l="0" t="0" r="r" b="b"/>
              <a:pathLst>
                <a:path w="13" h="20">
                  <a:moveTo>
                    <a:pt x="0" y="20"/>
                  </a:moveTo>
                  <a:lnTo>
                    <a:pt x="0" y="0"/>
                  </a:lnTo>
                  <a:lnTo>
                    <a:pt x="13" y="0"/>
                  </a:lnTo>
                  <a:lnTo>
                    <a:pt x="13" y="15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531"/>
            <p:cNvSpPr>
              <a:spLocks/>
            </p:cNvSpPr>
            <p:nvPr/>
          </p:nvSpPr>
          <p:spPr bwMode="auto">
            <a:xfrm>
              <a:off x="8400161" y="4845308"/>
              <a:ext cx="8107" cy="8107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3" y="5"/>
                </a:cxn>
                <a:cxn ang="0">
                  <a:pos x="12" y="0"/>
                </a:cxn>
                <a:cxn ang="0">
                  <a:pos x="23" y="11"/>
                </a:cxn>
                <a:cxn ang="0">
                  <a:pos x="15" y="22"/>
                </a:cxn>
                <a:cxn ang="0">
                  <a:pos x="0" y="19"/>
                </a:cxn>
              </a:cxnLst>
              <a:rect l="0" t="0" r="r" b="b"/>
              <a:pathLst>
                <a:path w="23" h="22">
                  <a:moveTo>
                    <a:pt x="0" y="19"/>
                  </a:moveTo>
                  <a:lnTo>
                    <a:pt x="3" y="5"/>
                  </a:lnTo>
                  <a:lnTo>
                    <a:pt x="12" y="0"/>
                  </a:lnTo>
                  <a:lnTo>
                    <a:pt x="23" y="11"/>
                  </a:lnTo>
                  <a:lnTo>
                    <a:pt x="15" y="22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532"/>
            <p:cNvSpPr>
              <a:spLocks/>
            </p:cNvSpPr>
            <p:nvPr/>
          </p:nvSpPr>
          <p:spPr bwMode="auto">
            <a:xfrm>
              <a:off x="8383945" y="4837201"/>
              <a:ext cx="4865" cy="6485"/>
            </a:xfrm>
            <a:custGeom>
              <a:avLst/>
              <a:gdLst/>
              <a:ahLst/>
              <a:cxnLst>
                <a:cxn ang="0">
                  <a:pos x="10" y="12"/>
                </a:cxn>
                <a:cxn ang="0">
                  <a:pos x="10" y="0"/>
                </a:cxn>
                <a:cxn ang="0">
                  <a:pos x="0" y="4"/>
                </a:cxn>
                <a:cxn ang="0">
                  <a:pos x="0" y="15"/>
                </a:cxn>
                <a:cxn ang="0">
                  <a:pos x="10" y="12"/>
                </a:cxn>
              </a:cxnLst>
              <a:rect l="0" t="0" r="r" b="b"/>
              <a:pathLst>
                <a:path w="10" h="15">
                  <a:moveTo>
                    <a:pt x="10" y="12"/>
                  </a:moveTo>
                  <a:lnTo>
                    <a:pt x="10" y="0"/>
                  </a:lnTo>
                  <a:lnTo>
                    <a:pt x="0" y="4"/>
                  </a:lnTo>
                  <a:lnTo>
                    <a:pt x="0" y="15"/>
                  </a:lnTo>
                  <a:lnTo>
                    <a:pt x="1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533"/>
            <p:cNvSpPr>
              <a:spLocks/>
            </p:cNvSpPr>
            <p:nvPr/>
          </p:nvSpPr>
          <p:spPr bwMode="auto">
            <a:xfrm>
              <a:off x="8328815" y="4833957"/>
              <a:ext cx="64858" cy="48644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30" y="20"/>
                </a:cxn>
                <a:cxn ang="0">
                  <a:pos x="47" y="22"/>
                </a:cxn>
                <a:cxn ang="0">
                  <a:pos x="87" y="53"/>
                </a:cxn>
                <a:cxn ang="0">
                  <a:pos x="103" y="65"/>
                </a:cxn>
                <a:cxn ang="0">
                  <a:pos x="153" y="98"/>
                </a:cxn>
                <a:cxn ang="0">
                  <a:pos x="160" y="115"/>
                </a:cxn>
                <a:cxn ang="0">
                  <a:pos x="148" y="123"/>
                </a:cxn>
                <a:cxn ang="0">
                  <a:pos x="115" y="112"/>
                </a:cxn>
                <a:cxn ang="0">
                  <a:pos x="50" y="75"/>
                </a:cxn>
                <a:cxn ang="0">
                  <a:pos x="33" y="67"/>
                </a:cxn>
                <a:cxn ang="0">
                  <a:pos x="2" y="37"/>
                </a:cxn>
                <a:cxn ang="0">
                  <a:pos x="0" y="22"/>
                </a:cxn>
                <a:cxn ang="0">
                  <a:pos x="0" y="0"/>
                </a:cxn>
                <a:cxn ang="0">
                  <a:pos x="14" y="5"/>
                </a:cxn>
              </a:cxnLst>
              <a:rect l="0" t="0" r="r" b="b"/>
              <a:pathLst>
                <a:path w="160" h="123">
                  <a:moveTo>
                    <a:pt x="14" y="5"/>
                  </a:moveTo>
                  <a:lnTo>
                    <a:pt x="30" y="20"/>
                  </a:lnTo>
                  <a:lnTo>
                    <a:pt x="47" y="22"/>
                  </a:lnTo>
                  <a:lnTo>
                    <a:pt x="87" y="53"/>
                  </a:lnTo>
                  <a:lnTo>
                    <a:pt x="103" y="65"/>
                  </a:lnTo>
                  <a:lnTo>
                    <a:pt x="153" y="98"/>
                  </a:lnTo>
                  <a:lnTo>
                    <a:pt x="160" y="115"/>
                  </a:lnTo>
                  <a:lnTo>
                    <a:pt x="148" y="123"/>
                  </a:lnTo>
                  <a:lnTo>
                    <a:pt x="115" y="112"/>
                  </a:lnTo>
                  <a:lnTo>
                    <a:pt x="50" y="75"/>
                  </a:lnTo>
                  <a:lnTo>
                    <a:pt x="33" y="67"/>
                  </a:lnTo>
                  <a:lnTo>
                    <a:pt x="2" y="37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534"/>
            <p:cNvSpPr>
              <a:spLocks/>
            </p:cNvSpPr>
            <p:nvPr/>
          </p:nvSpPr>
          <p:spPr bwMode="auto">
            <a:xfrm>
              <a:off x="8645000" y="4762613"/>
              <a:ext cx="25944" cy="21078"/>
            </a:xfrm>
            <a:custGeom>
              <a:avLst/>
              <a:gdLst/>
              <a:ahLst/>
              <a:cxnLst>
                <a:cxn ang="0">
                  <a:pos x="25" y="51"/>
                </a:cxn>
                <a:cxn ang="0">
                  <a:pos x="68" y="46"/>
                </a:cxn>
                <a:cxn ang="0">
                  <a:pos x="68" y="21"/>
                </a:cxn>
                <a:cxn ang="0">
                  <a:pos x="55" y="0"/>
                </a:cxn>
                <a:cxn ang="0">
                  <a:pos x="4" y="5"/>
                </a:cxn>
                <a:cxn ang="0">
                  <a:pos x="0" y="34"/>
                </a:cxn>
                <a:cxn ang="0">
                  <a:pos x="25" y="51"/>
                </a:cxn>
              </a:cxnLst>
              <a:rect l="0" t="0" r="r" b="b"/>
              <a:pathLst>
                <a:path w="68" h="51">
                  <a:moveTo>
                    <a:pt x="25" y="51"/>
                  </a:moveTo>
                  <a:lnTo>
                    <a:pt x="68" y="46"/>
                  </a:lnTo>
                  <a:lnTo>
                    <a:pt x="68" y="21"/>
                  </a:lnTo>
                  <a:lnTo>
                    <a:pt x="55" y="0"/>
                  </a:lnTo>
                  <a:lnTo>
                    <a:pt x="4" y="5"/>
                  </a:lnTo>
                  <a:lnTo>
                    <a:pt x="0" y="34"/>
                  </a:lnTo>
                  <a:lnTo>
                    <a:pt x="25" y="5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535"/>
            <p:cNvSpPr>
              <a:spLocks/>
            </p:cNvSpPr>
            <p:nvPr/>
          </p:nvSpPr>
          <p:spPr bwMode="auto">
            <a:xfrm>
              <a:off x="8669320" y="4728562"/>
              <a:ext cx="37293" cy="17835"/>
            </a:xfrm>
            <a:custGeom>
              <a:avLst/>
              <a:gdLst/>
              <a:ahLst/>
              <a:cxnLst>
                <a:cxn ang="0">
                  <a:pos x="25" y="46"/>
                </a:cxn>
                <a:cxn ang="0">
                  <a:pos x="89" y="12"/>
                </a:cxn>
                <a:cxn ang="0">
                  <a:pos x="71" y="0"/>
                </a:cxn>
                <a:cxn ang="0">
                  <a:pos x="50" y="8"/>
                </a:cxn>
                <a:cxn ang="0">
                  <a:pos x="0" y="39"/>
                </a:cxn>
                <a:cxn ang="0">
                  <a:pos x="25" y="46"/>
                </a:cxn>
              </a:cxnLst>
              <a:rect l="0" t="0" r="r" b="b"/>
              <a:pathLst>
                <a:path w="89" h="46">
                  <a:moveTo>
                    <a:pt x="25" y="46"/>
                  </a:moveTo>
                  <a:lnTo>
                    <a:pt x="89" y="12"/>
                  </a:lnTo>
                  <a:lnTo>
                    <a:pt x="71" y="0"/>
                  </a:lnTo>
                  <a:lnTo>
                    <a:pt x="50" y="8"/>
                  </a:lnTo>
                  <a:lnTo>
                    <a:pt x="0" y="39"/>
                  </a:lnTo>
                  <a:lnTo>
                    <a:pt x="25" y="4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536"/>
            <p:cNvSpPr>
              <a:spLocks/>
            </p:cNvSpPr>
            <p:nvPr/>
          </p:nvSpPr>
          <p:spPr bwMode="auto">
            <a:xfrm>
              <a:off x="5411821" y="3262771"/>
              <a:ext cx="95665" cy="76208"/>
            </a:xfrm>
            <a:custGeom>
              <a:avLst/>
              <a:gdLst/>
              <a:ahLst/>
              <a:cxnLst>
                <a:cxn ang="0">
                  <a:pos x="235" y="176"/>
                </a:cxn>
                <a:cxn ang="0">
                  <a:pos x="177" y="117"/>
                </a:cxn>
                <a:cxn ang="0">
                  <a:pos x="156" y="79"/>
                </a:cxn>
                <a:cxn ang="0">
                  <a:pos x="135" y="46"/>
                </a:cxn>
                <a:cxn ang="0">
                  <a:pos x="71" y="25"/>
                </a:cxn>
                <a:cxn ang="0">
                  <a:pos x="0" y="0"/>
                </a:cxn>
                <a:cxn ang="0">
                  <a:pos x="42" y="59"/>
                </a:cxn>
                <a:cxn ang="0">
                  <a:pos x="50" y="104"/>
                </a:cxn>
                <a:cxn ang="0">
                  <a:pos x="84" y="125"/>
                </a:cxn>
                <a:cxn ang="0">
                  <a:pos x="96" y="147"/>
                </a:cxn>
                <a:cxn ang="0">
                  <a:pos x="131" y="143"/>
                </a:cxn>
                <a:cxn ang="0">
                  <a:pos x="201" y="185"/>
                </a:cxn>
                <a:cxn ang="0">
                  <a:pos x="235" y="176"/>
                </a:cxn>
              </a:cxnLst>
              <a:rect l="0" t="0" r="r" b="b"/>
              <a:pathLst>
                <a:path w="235" h="185">
                  <a:moveTo>
                    <a:pt x="235" y="176"/>
                  </a:moveTo>
                  <a:lnTo>
                    <a:pt x="177" y="117"/>
                  </a:lnTo>
                  <a:lnTo>
                    <a:pt x="156" y="79"/>
                  </a:lnTo>
                  <a:lnTo>
                    <a:pt x="135" y="46"/>
                  </a:lnTo>
                  <a:lnTo>
                    <a:pt x="71" y="25"/>
                  </a:lnTo>
                  <a:lnTo>
                    <a:pt x="0" y="0"/>
                  </a:lnTo>
                  <a:lnTo>
                    <a:pt x="42" y="59"/>
                  </a:lnTo>
                  <a:lnTo>
                    <a:pt x="50" y="104"/>
                  </a:lnTo>
                  <a:lnTo>
                    <a:pt x="84" y="125"/>
                  </a:lnTo>
                  <a:lnTo>
                    <a:pt x="96" y="147"/>
                  </a:lnTo>
                  <a:lnTo>
                    <a:pt x="131" y="143"/>
                  </a:lnTo>
                  <a:lnTo>
                    <a:pt x="201" y="185"/>
                  </a:lnTo>
                  <a:lnTo>
                    <a:pt x="235" y="17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537"/>
            <p:cNvSpPr>
              <a:spLocks/>
            </p:cNvSpPr>
            <p:nvPr/>
          </p:nvSpPr>
          <p:spPr bwMode="auto">
            <a:xfrm>
              <a:off x="5713412" y="3124947"/>
              <a:ext cx="406985" cy="269162"/>
            </a:xfrm>
            <a:custGeom>
              <a:avLst/>
              <a:gdLst/>
              <a:ahLst/>
              <a:cxnLst>
                <a:cxn ang="0">
                  <a:pos x="736" y="664"/>
                </a:cxn>
                <a:cxn ang="0">
                  <a:pos x="738" y="613"/>
                </a:cxn>
                <a:cxn ang="0">
                  <a:pos x="753" y="568"/>
                </a:cxn>
                <a:cxn ang="0">
                  <a:pos x="733" y="539"/>
                </a:cxn>
                <a:cxn ang="0">
                  <a:pos x="713" y="473"/>
                </a:cxn>
                <a:cxn ang="0">
                  <a:pos x="758" y="461"/>
                </a:cxn>
                <a:cxn ang="0">
                  <a:pos x="808" y="451"/>
                </a:cxn>
                <a:cxn ang="0">
                  <a:pos x="811" y="394"/>
                </a:cxn>
                <a:cxn ang="0">
                  <a:pos x="879" y="374"/>
                </a:cxn>
                <a:cxn ang="0">
                  <a:pos x="918" y="388"/>
                </a:cxn>
                <a:cxn ang="0">
                  <a:pos x="893" y="413"/>
                </a:cxn>
                <a:cxn ang="0">
                  <a:pos x="887" y="447"/>
                </a:cxn>
                <a:cxn ang="0">
                  <a:pos x="946" y="436"/>
                </a:cxn>
                <a:cxn ang="0">
                  <a:pos x="1005" y="399"/>
                </a:cxn>
                <a:cxn ang="0">
                  <a:pos x="1005" y="368"/>
                </a:cxn>
                <a:cxn ang="0">
                  <a:pos x="957" y="366"/>
                </a:cxn>
                <a:cxn ang="0">
                  <a:pos x="944" y="330"/>
                </a:cxn>
                <a:cxn ang="0">
                  <a:pos x="884" y="326"/>
                </a:cxn>
                <a:cxn ang="0">
                  <a:pos x="840" y="318"/>
                </a:cxn>
                <a:cxn ang="0">
                  <a:pos x="865" y="294"/>
                </a:cxn>
                <a:cxn ang="0">
                  <a:pos x="900" y="293"/>
                </a:cxn>
                <a:cxn ang="0">
                  <a:pos x="916" y="260"/>
                </a:cxn>
                <a:cxn ang="0">
                  <a:pos x="839" y="276"/>
                </a:cxn>
                <a:cxn ang="0">
                  <a:pos x="801" y="315"/>
                </a:cxn>
                <a:cxn ang="0">
                  <a:pos x="793" y="349"/>
                </a:cxn>
                <a:cxn ang="0">
                  <a:pos x="763" y="358"/>
                </a:cxn>
                <a:cxn ang="0">
                  <a:pos x="736" y="380"/>
                </a:cxn>
                <a:cxn ang="0">
                  <a:pos x="713" y="383"/>
                </a:cxn>
                <a:cxn ang="0">
                  <a:pos x="680" y="346"/>
                </a:cxn>
                <a:cxn ang="0">
                  <a:pos x="657" y="343"/>
                </a:cxn>
                <a:cxn ang="0">
                  <a:pos x="618" y="243"/>
                </a:cxn>
                <a:cxn ang="0">
                  <a:pos x="581" y="253"/>
                </a:cxn>
                <a:cxn ang="0">
                  <a:pos x="553" y="192"/>
                </a:cxn>
                <a:cxn ang="0">
                  <a:pos x="505" y="160"/>
                </a:cxn>
                <a:cxn ang="0">
                  <a:pos x="477" y="164"/>
                </a:cxn>
                <a:cxn ang="0">
                  <a:pos x="418" y="158"/>
                </a:cxn>
                <a:cxn ang="0">
                  <a:pos x="379" y="164"/>
                </a:cxn>
                <a:cxn ang="0">
                  <a:pos x="334" y="111"/>
                </a:cxn>
                <a:cxn ang="0">
                  <a:pos x="170" y="0"/>
                </a:cxn>
                <a:cxn ang="0">
                  <a:pos x="0" y="90"/>
                </a:cxn>
                <a:cxn ang="0">
                  <a:pos x="11" y="310"/>
                </a:cxn>
                <a:cxn ang="0">
                  <a:pos x="108" y="333"/>
                </a:cxn>
                <a:cxn ang="0">
                  <a:pos x="125" y="270"/>
                </a:cxn>
                <a:cxn ang="0">
                  <a:pos x="162" y="251"/>
                </a:cxn>
                <a:cxn ang="0">
                  <a:pos x="178" y="253"/>
                </a:cxn>
                <a:cxn ang="0">
                  <a:pos x="185" y="240"/>
                </a:cxn>
                <a:cxn ang="0">
                  <a:pos x="204" y="240"/>
                </a:cxn>
                <a:cxn ang="0">
                  <a:pos x="238" y="257"/>
                </a:cxn>
                <a:cxn ang="0">
                  <a:pos x="255" y="276"/>
                </a:cxn>
                <a:cxn ang="0">
                  <a:pos x="261" y="307"/>
                </a:cxn>
                <a:cxn ang="0">
                  <a:pos x="252" y="333"/>
                </a:cxn>
                <a:cxn ang="0">
                  <a:pos x="334" y="366"/>
                </a:cxn>
                <a:cxn ang="0">
                  <a:pos x="377" y="378"/>
                </a:cxn>
                <a:cxn ang="0">
                  <a:pos x="410" y="419"/>
                </a:cxn>
                <a:cxn ang="0">
                  <a:pos x="432" y="498"/>
                </a:cxn>
                <a:cxn ang="0">
                  <a:pos x="480" y="554"/>
                </a:cxn>
                <a:cxn ang="0">
                  <a:pos x="533" y="576"/>
                </a:cxn>
                <a:cxn ang="0">
                  <a:pos x="587" y="604"/>
                </a:cxn>
                <a:cxn ang="0">
                  <a:pos x="626" y="613"/>
                </a:cxn>
                <a:cxn ang="0">
                  <a:pos x="648" y="647"/>
                </a:cxn>
                <a:cxn ang="0">
                  <a:pos x="736" y="664"/>
                </a:cxn>
              </a:cxnLst>
              <a:rect l="0" t="0" r="r" b="b"/>
              <a:pathLst>
                <a:path w="1005" h="664">
                  <a:moveTo>
                    <a:pt x="736" y="664"/>
                  </a:moveTo>
                  <a:lnTo>
                    <a:pt x="738" y="613"/>
                  </a:lnTo>
                  <a:lnTo>
                    <a:pt x="753" y="568"/>
                  </a:lnTo>
                  <a:lnTo>
                    <a:pt x="733" y="539"/>
                  </a:lnTo>
                  <a:lnTo>
                    <a:pt x="713" y="473"/>
                  </a:lnTo>
                  <a:lnTo>
                    <a:pt x="758" y="461"/>
                  </a:lnTo>
                  <a:lnTo>
                    <a:pt x="808" y="451"/>
                  </a:lnTo>
                  <a:lnTo>
                    <a:pt x="811" y="394"/>
                  </a:lnTo>
                  <a:lnTo>
                    <a:pt x="879" y="374"/>
                  </a:lnTo>
                  <a:lnTo>
                    <a:pt x="918" y="388"/>
                  </a:lnTo>
                  <a:lnTo>
                    <a:pt x="893" y="413"/>
                  </a:lnTo>
                  <a:lnTo>
                    <a:pt x="887" y="447"/>
                  </a:lnTo>
                  <a:lnTo>
                    <a:pt x="946" y="436"/>
                  </a:lnTo>
                  <a:lnTo>
                    <a:pt x="1005" y="399"/>
                  </a:lnTo>
                  <a:lnTo>
                    <a:pt x="1005" y="368"/>
                  </a:lnTo>
                  <a:lnTo>
                    <a:pt x="957" y="366"/>
                  </a:lnTo>
                  <a:lnTo>
                    <a:pt x="944" y="330"/>
                  </a:lnTo>
                  <a:lnTo>
                    <a:pt x="884" y="326"/>
                  </a:lnTo>
                  <a:lnTo>
                    <a:pt x="840" y="318"/>
                  </a:lnTo>
                  <a:lnTo>
                    <a:pt x="865" y="294"/>
                  </a:lnTo>
                  <a:lnTo>
                    <a:pt x="900" y="293"/>
                  </a:lnTo>
                  <a:lnTo>
                    <a:pt x="916" y="260"/>
                  </a:lnTo>
                  <a:lnTo>
                    <a:pt x="839" y="276"/>
                  </a:lnTo>
                  <a:lnTo>
                    <a:pt x="801" y="315"/>
                  </a:lnTo>
                  <a:lnTo>
                    <a:pt x="793" y="349"/>
                  </a:lnTo>
                  <a:lnTo>
                    <a:pt x="763" y="358"/>
                  </a:lnTo>
                  <a:lnTo>
                    <a:pt x="736" y="380"/>
                  </a:lnTo>
                  <a:lnTo>
                    <a:pt x="713" y="383"/>
                  </a:lnTo>
                  <a:lnTo>
                    <a:pt x="680" y="346"/>
                  </a:lnTo>
                  <a:lnTo>
                    <a:pt x="657" y="343"/>
                  </a:lnTo>
                  <a:lnTo>
                    <a:pt x="618" y="243"/>
                  </a:lnTo>
                  <a:lnTo>
                    <a:pt x="581" y="253"/>
                  </a:lnTo>
                  <a:lnTo>
                    <a:pt x="553" y="192"/>
                  </a:lnTo>
                  <a:lnTo>
                    <a:pt x="505" y="160"/>
                  </a:lnTo>
                  <a:lnTo>
                    <a:pt x="477" y="164"/>
                  </a:lnTo>
                  <a:lnTo>
                    <a:pt x="418" y="158"/>
                  </a:lnTo>
                  <a:lnTo>
                    <a:pt x="379" y="164"/>
                  </a:lnTo>
                  <a:lnTo>
                    <a:pt x="334" y="111"/>
                  </a:lnTo>
                  <a:lnTo>
                    <a:pt x="170" y="0"/>
                  </a:lnTo>
                  <a:lnTo>
                    <a:pt x="0" y="90"/>
                  </a:lnTo>
                  <a:lnTo>
                    <a:pt x="11" y="310"/>
                  </a:lnTo>
                  <a:lnTo>
                    <a:pt x="108" y="333"/>
                  </a:lnTo>
                  <a:lnTo>
                    <a:pt x="125" y="270"/>
                  </a:lnTo>
                  <a:lnTo>
                    <a:pt x="162" y="251"/>
                  </a:lnTo>
                  <a:lnTo>
                    <a:pt x="178" y="253"/>
                  </a:lnTo>
                  <a:lnTo>
                    <a:pt x="185" y="240"/>
                  </a:lnTo>
                  <a:lnTo>
                    <a:pt x="204" y="240"/>
                  </a:lnTo>
                  <a:lnTo>
                    <a:pt x="238" y="257"/>
                  </a:lnTo>
                  <a:lnTo>
                    <a:pt x="255" y="276"/>
                  </a:lnTo>
                  <a:lnTo>
                    <a:pt x="261" y="307"/>
                  </a:lnTo>
                  <a:lnTo>
                    <a:pt x="252" y="333"/>
                  </a:lnTo>
                  <a:lnTo>
                    <a:pt x="334" y="366"/>
                  </a:lnTo>
                  <a:lnTo>
                    <a:pt x="377" y="378"/>
                  </a:lnTo>
                  <a:lnTo>
                    <a:pt x="410" y="419"/>
                  </a:lnTo>
                  <a:lnTo>
                    <a:pt x="432" y="498"/>
                  </a:lnTo>
                  <a:lnTo>
                    <a:pt x="480" y="554"/>
                  </a:lnTo>
                  <a:lnTo>
                    <a:pt x="533" y="576"/>
                  </a:lnTo>
                  <a:lnTo>
                    <a:pt x="587" y="604"/>
                  </a:lnTo>
                  <a:lnTo>
                    <a:pt x="626" y="613"/>
                  </a:lnTo>
                  <a:lnTo>
                    <a:pt x="648" y="647"/>
                  </a:lnTo>
                  <a:lnTo>
                    <a:pt x="736" y="66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538"/>
            <p:cNvSpPr>
              <a:spLocks/>
            </p:cNvSpPr>
            <p:nvPr/>
          </p:nvSpPr>
          <p:spPr bwMode="auto">
            <a:xfrm>
              <a:off x="4944844" y="2730935"/>
              <a:ext cx="217275" cy="189711"/>
            </a:xfrm>
            <a:custGeom>
              <a:avLst/>
              <a:gdLst/>
              <a:ahLst/>
              <a:cxnLst>
                <a:cxn ang="0">
                  <a:pos x="488" y="398"/>
                </a:cxn>
                <a:cxn ang="0">
                  <a:pos x="429" y="410"/>
                </a:cxn>
                <a:cxn ang="0">
                  <a:pos x="417" y="449"/>
                </a:cxn>
                <a:cxn ang="0">
                  <a:pos x="383" y="457"/>
                </a:cxn>
                <a:cxn ang="0">
                  <a:pos x="290" y="427"/>
                </a:cxn>
                <a:cxn ang="0">
                  <a:pos x="265" y="435"/>
                </a:cxn>
                <a:cxn ang="0">
                  <a:pos x="222" y="423"/>
                </a:cxn>
                <a:cxn ang="0">
                  <a:pos x="189" y="427"/>
                </a:cxn>
                <a:cxn ang="0">
                  <a:pos x="151" y="406"/>
                </a:cxn>
                <a:cxn ang="0">
                  <a:pos x="110" y="410"/>
                </a:cxn>
                <a:cxn ang="0">
                  <a:pos x="50" y="470"/>
                </a:cxn>
                <a:cxn ang="0">
                  <a:pos x="42" y="418"/>
                </a:cxn>
                <a:cxn ang="0">
                  <a:pos x="0" y="372"/>
                </a:cxn>
                <a:cxn ang="0">
                  <a:pos x="42" y="327"/>
                </a:cxn>
                <a:cxn ang="0">
                  <a:pos x="12" y="263"/>
                </a:cxn>
                <a:cxn ang="0">
                  <a:pos x="12" y="200"/>
                </a:cxn>
                <a:cxn ang="0">
                  <a:pos x="54" y="221"/>
                </a:cxn>
                <a:cxn ang="0">
                  <a:pos x="75" y="200"/>
                </a:cxn>
                <a:cxn ang="0">
                  <a:pos x="79" y="178"/>
                </a:cxn>
                <a:cxn ang="0">
                  <a:pos x="129" y="157"/>
                </a:cxn>
                <a:cxn ang="0">
                  <a:pos x="156" y="111"/>
                </a:cxn>
                <a:cxn ang="0">
                  <a:pos x="185" y="57"/>
                </a:cxn>
                <a:cxn ang="0">
                  <a:pos x="218" y="57"/>
                </a:cxn>
                <a:cxn ang="0">
                  <a:pos x="273" y="0"/>
                </a:cxn>
                <a:cxn ang="0">
                  <a:pos x="307" y="2"/>
                </a:cxn>
                <a:cxn ang="0">
                  <a:pos x="345" y="34"/>
                </a:cxn>
                <a:cxn ang="0">
                  <a:pos x="375" y="26"/>
                </a:cxn>
                <a:cxn ang="0">
                  <a:pos x="417" y="30"/>
                </a:cxn>
                <a:cxn ang="0">
                  <a:pos x="437" y="63"/>
                </a:cxn>
                <a:cxn ang="0">
                  <a:pos x="446" y="156"/>
                </a:cxn>
                <a:cxn ang="0">
                  <a:pos x="475" y="210"/>
                </a:cxn>
                <a:cxn ang="0">
                  <a:pos x="539" y="270"/>
                </a:cxn>
                <a:cxn ang="0">
                  <a:pos x="526" y="312"/>
                </a:cxn>
                <a:cxn ang="0">
                  <a:pos x="496" y="310"/>
                </a:cxn>
                <a:cxn ang="0">
                  <a:pos x="471" y="292"/>
                </a:cxn>
                <a:cxn ang="0">
                  <a:pos x="446" y="295"/>
                </a:cxn>
                <a:cxn ang="0">
                  <a:pos x="454" y="333"/>
                </a:cxn>
                <a:cxn ang="0">
                  <a:pos x="479" y="359"/>
                </a:cxn>
                <a:cxn ang="0">
                  <a:pos x="488" y="398"/>
                </a:cxn>
              </a:cxnLst>
              <a:rect l="0" t="0" r="r" b="b"/>
              <a:pathLst>
                <a:path w="539" h="470">
                  <a:moveTo>
                    <a:pt x="488" y="398"/>
                  </a:moveTo>
                  <a:lnTo>
                    <a:pt x="429" y="410"/>
                  </a:lnTo>
                  <a:lnTo>
                    <a:pt x="417" y="449"/>
                  </a:lnTo>
                  <a:lnTo>
                    <a:pt x="383" y="457"/>
                  </a:lnTo>
                  <a:lnTo>
                    <a:pt x="290" y="427"/>
                  </a:lnTo>
                  <a:lnTo>
                    <a:pt x="265" y="435"/>
                  </a:lnTo>
                  <a:lnTo>
                    <a:pt x="222" y="423"/>
                  </a:lnTo>
                  <a:lnTo>
                    <a:pt x="189" y="427"/>
                  </a:lnTo>
                  <a:lnTo>
                    <a:pt x="151" y="406"/>
                  </a:lnTo>
                  <a:lnTo>
                    <a:pt x="110" y="410"/>
                  </a:lnTo>
                  <a:lnTo>
                    <a:pt x="50" y="470"/>
                  </a:lnTo>
                  <a:lnTo>
                    <a:pt x="42" y="418"/>
                  </a:lnTo>
                  <a:lnTo>
                    <a:pt x="0" y="372"/>
                  </a:lnTo>
                  <a:lnTo>
                    <a:pt x="42" y="327"/>
                  </a:lnTo>
                  <a:lnTo>
                    <a:pt x="12" y="263"/>
                  </a:lnTo>
                  <a:lnTo>
                    <a:pt x="12" y="200"/>
                  </a:lnTo>
                  <a:lnTo>
                    <a:pt x="54" y="221"/>
                  </a:lnTo>
                  <a:lnTo>
                    <a:pt x="75" y="200"/>
                  </a:lnTo>
                  <a:lnTo>
                    <a:pt x="79" y="178"/>
                  </a:lnTo>
                  <a:lnTo>
                    <a:pt x="129" y="157"/>
                  </a:lnTo>
                  <a:lnTo>
                    <a:pt x="156" y="111"/>
                  </a:lnTo>
                  <a:lnTo>
                    <a:pt x="185" y="57"/>
                  </a:lnTo>
                  <a:lnTo>
                    <a:pt x="218" y="57"/>
                  </a:lnTo>
                  <a:lnTo>
                    <a:pt x="273" y="0"/>
                  </a:lnTo>
                  <a:lnTo>
                    <a:pt x="307" y="2"/>
                  </a:lnTo>
                  <a:lnTo>
                    <a:pt x="345" y="34"/>
                  </a:lnTo>
                  <a:lnTo>
                    <a:pt x="375" y="26"/>
                  </a:lnTo>
                  <a:lnTo>
                    <a:pt x="417" y="30"/>
                  </a:lnTo>
                  <a:lnTo>
                    <a:pt x="437" y="63"/>
                  </a:lnTo>
                  <a:lnTo>
                    <a:pt x="446" y="156"/>
                  </a:lnTo>
                  <a:lnTo>
                    <a:pt x="475" y="210"/>
                  </a:lnTo>
                  <a:lnTo>
                    <a:pt x="539" y="270"/>
                  </a:lnTo>
                  <a:lnTo>
                    <a:pt x="526" y="312"/>
                  </a:lnTo>
                  <a:lnTo>
                    <a:pt x="496" y="310"/>
                  </a:lnTo>
                  <a:lnTo>
                    <a:pt x="471" y="292"/>
                  </a:lnTo>
                  <a:lnTo>
                    <a:pt x="446" y="295"/>
                  </a:lnTo>
                  <a:lnTo>
                    <a:pt x="454" y="333"/>
                  </a:lnTo>
                  <a:lnTo>
                    <a:pt x="479" y="359"/>
                  </a:lnTo>
                  <a:lnTo>
                    <a:pt x="488" y="39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539"/>
            <p:cNvSpPr>
              <a:spLocks/>
            </p:cNvSpPr>
            <p:nvPr/>
          </p:nvSpPr>
          <p:spPr bwMode="auto">
            <a:xfrm>
              <a:off x="6002031" y="3277364"/>
              <a:ext cx="181604" cy="128094"/>
            </a:xfrm>
            <a:custGeom>
              <a:avLst/>
              <a:gdLst/>
              <a:ahLst/>
              <a:cxnLst>
                <a:cxn ang="0">
                  <a:pos x="420" y="278"/>
                </a:cxn>
                <a:cxn ang="0">
                  <a:pos x="449" y="220"/>
                </a:cxn>
                <a:cxn ang="0">
                  <a:pos x="437" y="177"/>
                </a:cxn>
                <a:cxn ang="0">
                  <a:pos x="382" y="169"/>
                </a:cxn>
                <a:cxn ang="0">
                  <a:pos x="370" y="110"/>
                </a:cxn>
                <a:cxn ang="0">
                  <a:pos x="314" y="127"/>
                </a:cxn>
                <a:cxn ang="0">
                  <a:pos x="264" y="127"/>
                </a:cxn>
                <a:cxn ang="0">
                  <a:pos x="261" y="104"/>
                </a:cxn>
                <a:cxn ang="0">
                  <a:pos x="208" y="107"/>
                </a:cxn>
                <a:cxn ang="0">
                  <a:pos x="191" y="115"/>
                </a:cxn>
                <a:cxn ang="0">
                  <a:pos x="158" y="115"/>
                </a:cxn>
                <a:cxn ang="0">
                  <a:pos x="126" y="130"/>
                </a:cxn>
                <a:cxn ang="0">
                  <a:pos x="115" y="107"/>
                </a:cxn>
                <a:cxn ang="0">
                  <a:pos x="174" y="73"/>
                </a:cxn>
                <a:cxn ang="0">
                  <a:pos x="180" y="39"/>
                </a:cxn>
                <a:cxn ang="0">
                  <a:pos x="205" y="14"/>
                </a:cxn>
                <a:cxn ang="0">
                  <a:pos x="166" y="0"/>
                </a:cxn>
                <a:cxn ang="0">
                  <a:pos x="98" y="20"/>
                </a:cxn>
                <a:cxn ang="0">
                  <a:pos x="95" y="77"/>
                </a:cxn>
                <a:cxn ang="0">
                  <a:pos x="45" y="87"/>
                </a:cxn>
                <a:cxn ang="0">
                  <a:pos x="0" y="99"/>
                </a:cxn>
                <a:cxn ang="0">
                  <a:pos x="20" y="165"/>
                </a:cxn>
                <a:cxn ang="0">
                  <a:pos x="40" y="194"/>
                </a:cxn>
                <a:cxn ang="0">
                  <a:pos x="25" y="239"/>
                </a:cxn>
                <a:cxn ang="0">
                  <a:pos x="23" y="290"/>
                </a:cxn>
                <a:cxn ang="0">
                  <a:pos x="65" y="295"/>
                </a:cxn>
                <a:cxn ang="0">
                  <a:pos x="152" y="258"/>
                </a:cxn>
                <a:cxn ang="0">
                  <a:pos x="178" y="220"/>
                </a:cxn>
                <a:cxn ang="0">
                  <a:pos x="211" y="180"/>
                </a:cxn>
                <a:cxn ang="0">
                  <a:pos x="239" y="205"/>
                </a:cxn>
                <a:cxn ang="0">
                  <a:pos x="248" y="265"/>
                </a:cxn>
                <a:cxn ang="0">
                  <a:pos x="239" y="318"/>
                </a:cxn>
                <a:cxn ang="0">
                  <a:pos x="309" y="312"/>
                </a:cxn>
                <a:cxn ang="0">
                  <a:pos x="366" y="267"/>
                </a:cxn>
                <a:cxn ang="0">
                  <a:pos x="399" y="267"/>
                </a:cxn>
                <a:cxn ang="0">
                  <a:pos x="420" y="278"/>
                </a:cxn>
              </a:cxnLst>
              <a:rect l="0" t="0" r="r" b="b"/>
              <a:pathLst>
                <a:path w="449" h="318">
                  <a:moveTo>
                    <a:pt x="420" y="278"/>
                  </a:moveTo>
                  <a:lnTo>
                    <a:pt x="449" y="220"/>
                  </a:lnTo>
                  <a:lnTo>
                    <a:pt x="437" y="177"/>
                  </a:lnTo>
                  <a:lnTo>
                    <a:pt x="382" y="169"/>
                  </a:lnTo>
                  <a:lnTo>
                    <a:pt x="370" y="110"/>
                  </a:lnTo>
                  <a:lnTo>
                    <a:pt x="314" y="127"/>
                  </a:lnTo>
                  <a:lnTo>
                    <a:pt x="264" y="127"/>
                  </a:lnTo>
                  <a:lnTo>
                    <a:pt x="261" y="104"/>
                  </a:lnTo>
                  <a:lnTo>
                    <a:pt x="208" y="107"/>
                  </a:lnTo>
                  <a:lnTo>
                    <a:pt x="191" y="115"/>
                  </a:lnTo>
                  <a:lnTo>
                    <a:pt x="158" y="115"/>
                  </a:lnTo>
                  <a:lnTo>
                    <a:pt x="126" y="130"/>
                  </a:lnTo>
                  <a:lnTo>
                    <a:pt x="115" y="107"/>
                  </a:lnTo>
                  <a:lnTo>
                    <a:pt x="174" y="73"/>
                  </a:lnTo>
                  <a:lnTo>
                    <a:pt x="180" y="39"/>
                  </a:lnTo>
                  <a:lnTo>
                    <a:pt x="205" y="14"/>
                  </a:lnTo>
                  <a:lnTo>
                    <a:pt x="166" y="0"/>
                  </a:lnTo>
                  <a:lnTo>
                    <a:pt x="98" y="20"/>
                  </a:lnTo>
                  <a:lnTo>
                    <a:pt x="95" y="77"/>
                  </a:lnTo>
                  <a:lnTo>
                    <a:pt x="45" y="87"/>
                  </a:lnTo>
                  <a:lnTo>
                    <a:pt x="0" y="99"/>
                  </a:lnTo>
                  <a:lnTo>
                    <a:pt x="20" y="165"/>
                  </a:lnTo>
                  <a:lnTo>
                    <a:pt x="40" y="194"/>
                  </a:lnTo>
                  <a:lnTo>
                    <a:pt x="25" y="239"/>
                  </a:lnTo>
                  <a:lnTo>
                    <a:pt x="23" y="290"/>
                  </a:lnTo>
                  <a:lnTo>
                    <a:pt x="65" y="295"/>
                  </a:lnTo>
                  <a:lnTo>
                    <a:pt x="152" y="258"/>
                  </a:lnTo>
                  <a:lnTo>
                    <a:pt x="178" y="220"/>
                  </a:lnTo>
                  <a:lnTo>
                    <a:pt x="211" y="180"/>
                  </a:lnTo>
                  <a:lnTo>
                    <a:pt x="239" y="205"/>
                  </a:lnTo>
                  <a:lnTo>
                    <a:pt x="248" y="265"/>
                  </a:lnTo>
                  <a:lnTo>
                    <a:pt x="239" y="318"/>
                  </a:lnTo>
                  <a:lnTo>
                    <a:pt x="309" y="312"/>
                  </a:lnTo>
                  <a:lnTo>
                    <a:pt x="366" y="267"/>
                  </a:lnTo>
                  <a:lnTo>
                    <a:pt x="399" y="267"/>
                  </a:lnTo>
                  <a:lnTo>
                    <a:pt x="420" y="27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540"/>
            <p:cNvSpPr>
              <a:spLocks/>
            </p:cNvSpPr>
            <p:nvPr/>
          </p:nvSpPr>
          <p:spPr bwMode="auto">
            <a:xfrm>
              <a:off x="6049052" y="3196291"/>
              <a:ext cx="259432" cy="132960"/>
            </a:xfrm>
            <a:custGeom>
              <a:avLst/>
              <a:gdLst/>
              <a:ahLst/>
              <a:cxnLst>
                <a:cxn ang="0">
                  <a:pos x="255" y="309"/>
                </a:cxn>
                <a:cxn ang="0">
                  <a:pos x="272" y="270"/>
                </a:cxn>
                <a:cxn ang="0">
                  <a:pos x="359" y="220"/>
                </a:cxn>
                <a:cxn ang="0">
                  <a:pos x="394" y="250"/>
                </a:cxn>
                <a:cxn ang="0">
                  <a:pos x="431" y="245"/>
                </a:cxn>
                <a:cxn ang="0">
                  <a:pos x="440" y="195"/>
                </a:cxn>
                <a:cxn ang="0">
                  <a:pos x="477" y="191"/>
                </a:cxn>
                <a:cxn ang="0">
                  <a:pos x="528" y="152"/>
                </a:cxn>
                <a:cxn ang="0">
                  <a:pos x="595" y="140"/>
                </a:cxn>
                <a:cxn ang="0">
                  <a:pos x="642" y="86"/>
                </a:cxn>
                <a:cxn ang="0">
                  <a:pos x="612" y="62"/>
                </a:cxn>
                <a:cxn ang="0">
                  <a:pos x="534" y="40"/>
                </a:cxn>
                <a:cxn ang="0">
                  <a:pos x="436" y="23"/>
                </a:cxn>
                <a:cxn ang="0">
                  <a:pos x="351" y="50"/>
                </a:cxn>
                <a:cxn ang="0">
                  <a:pos x="326" y="15"/>
                </a:cxn>
                <a:cxn ang="0">
                  <a:pos x="296" y="0"/>
                </a:cxn>
                <a:cxn ang="0">
                  <a:pos x="234" y="37"/>
                </a:cxn>
                <a:cxn ang="0">
                  <a:pos x="247" y="73"/>
                </a:cxn>
                <a:cxn ang="0">
                  <a:pos x="181" y="81"/>
                </a:cxn>
                <a:cxn ang="0">
                  <a:pos x="151" y="56"/>
                </a:cxn>
                <a:cxn ang="0">
                  <a:pos x="110" y="56"/>
                </a:cxn>
                <a:cxn ang="0">
                  <a:pos x="88" y="85"/>
                </a:cxn>
                <a:cxn ang="0">
                  <a:pos x="72" y="118"/>
                </a:cxn>
                <a:cxn ang="0">
                  <a:pos x="37" y="119"/>
                </a:cxn>
                <a:cxn ang="0">
                  <a:pos x="12" y="143"/>
                </a:cxn>
                <a:cxn ang="0">
                  <a:pos x="56" y="151"/>
                </a:cxn>
                <a:cxn ang="0">
                  <a:pos x="116" y="155"/>
                </a:cxn>
                <a:cxn ang="0">
                  <a:pos x="129" y="191"/>
                </a:cxn>
                <a:cxn ang="0">
                  <a:pos x="177" y="193"/>
                </a:cxn>
                <a:cxn ang="0">
                  <a:pos x="177" y="225"/>
                </a:cxn>
                <a:cxn ang="0">
                  <a:pos x="118" y="261"/>
                </a:cxn>
                <a:cxn ang="0">
                  <a:pos x="59" y="272"/>
                </a:cxn>
                <a:cxn ang="0">
                  <a:pos x="0" y="306"/>
                </a:cxn>
                <a:cxn ang="0">
                  <a:pos x="11" y="329"/>
                </a:cxn>
                <a:cxn ang="0">
                  <a:pos x="43" y="314"/>
                </a:cxn>
                <a:cxn ang="0">
                  <a:pos x="76" y="314"/>
                </a:cxn>
                <a:cxn ang="0">
                  <a:pos x="93" y="306"/>
                </a:cxn>
                <a:cxn ang="0">
                  <a:pos x="146" y="303"/>
                </a:cxn>
                <a:cxn ang="0">
                  <a:pos x="149" y="326"/>
                </a:cxn>
                <a:cxn ang="0">
                  <a:pos x="199" y="326"/>
                </a:cxn>
                <a:cxn ang="0">
                  <a:pos x="255" y="309"/>
                </a:cxn>
              </a:cxnLst>
              <a:rect l="0" t="0" r="r" b="b"/>
              <a:pathLst>
                <a:path w="642" h="329">
                  <a:moveTo>
                    <a:pt x="255" y="309"/>
                  </a:moveTo>
                  <a:lnTo>
                    <a:pt x="272" y="270"/>
                  </a:lnTo>
                  <a:lnTo>
                    <a:pt x="359" y="220"/>
                  </a:lnTo>
                  <a:lnTo>
                    <a:pt x="394" y="250"/>
                  </a:lnTo>
                  <a:lnTo>
                    <a:pt x="431" y="245"/>
                  </a:lnTo>
                  <a:lnTo>
                    <a:pt x="440" y="195"/>
                  </a:lnTo>
                  <a:lnTo>
                    <a:pt x="477" y="191"/>
                  </a:lnTo>
                  <a:lnTo>
                    <a:pt x="528" y="152"/>
                  </a:lnTo>
                  <a:lnTo>
                    <a:pt x="595" y="140"/>
                  </a:lnTo>
                  <a:lnTo>
                    <a:pt x="642" y="86"/>
                  </a:lnTo>
                  <a:lnTo>
                    <a:pt x="612" y="62"/>
                  </a:lnTo>
                  <a:lnTo>
                    <a:pt x="534" y="40"/>
                  </a:lnTo>
                  <a:lnTo>
                    <a:pt x="436" y="23"/>
                  </a:lnTo>
                  <a:lnTo>
                    <a:pt x="351" y="50"/>
                  </a:lnTo>
                  <a:lnTo>
                    <a:pt x="326" y="15"/>
                  </a:lnTo>
                  <a:lnTo>
                    <a:pt x="296" y="0"/>
                  </a:lnTo>
                  <a:lnTo>
                    <a:pt x="234" y="37"/>
                  </a:lnTo>
                  <a:lnTo>
                    <a:pt x="247" y="73"/>
                  </a:lnTo>
                  <a:lnTo>
                    <a:pt x="181" y="81"/>
                  </a:lnTo>
                  <a:lnTo>
                    <a:pt x="151" y="56"/>
                  </a:lnTo>
                  <a:lnTo>
                    <a:pt x="110" y="56"/>
                  </a:lnTo>
                  <a:lnTo>
                    <a:pt x="88" y="85"/>
                  </a:lnTo>
                  <a:lnTo>
                    <a:pt x="72" y="118"/>
                  </a:lnTo>
                  <a:lnTo>
                    <a:pt x="37" y="119"/>
                  </a:lnTo>
                  <a:lnTo>
                    <a:pt x="12" y="143"/>
                  </a:lnTo>
                  <a:lnTo>
                    <a:pt x="56" y="151"/>
                  </a:lnTo>
                  <a:lnTo>
                    <a:pt x="116" y="155"/>
                  </a:lnTo>
                  <a:lnTo>
                    <a:pt x="129" y="191"/>
                  </a:lnTo>
                  <a:lnTo>
                    <a:pt x="177" y="193"/>
                  </a:lnTo>
                  <a:lnTo>
                    <a:pt x="177" y="225"/>
                  </a:lnTo>
                  <a:lnTo>
                    <a:pt x="118" y="261"/>
                  </a:lnTo>
                  <a:lnTo>
                    <a:pt x="59" y="272"/>
                  </a:lnTo>
                  <a:lnTo>
                    <a:pt x="0" y="306"/>
                  </a:lnTo>
                  <a:lnTo>
                    <a:pt x="11" y="329"/>
                  </a:lnTo>
                  <a:lnTo>
                    <a:pt x="43" y="314"/>
                  </a:lnTo>
                  <a:lnTo>
                    <a:pt x="76" y="314"/>
                  </a:lnTo>
                  <a:lnTo>
                    <a:pt x="93" y="306"/>
                  </a:lnTo>
                  <a:lnTo>
                    <a:pt x="146" y="303"/>
                  </a:lnTo>
                  <a:lnTo>
                    <a:pt x="149" y="326"/>
                  </a:lnTo>
                  <a:lnTo>
                    <a:pt x="199" y="326"/>
                  </a:lnTo>
                  <a:lnTo>
                    <a:pt x="255" y="30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541"/>
            <p:cNvSpPr>
              <a:spLocks/>
            </p:cNvSpPr>
            <p:nvPr/>
          </p:nvSpPr>
          <p:spPr bwMode="auto">
            <a:xfrm>
              <a:off x="5831777" y="3350330"/>
              <a:ext cx="345370" cy="265918"/>
            </a:xfrm>
            <a:custGeom>
              <a:avLst/>
              <a:gdLst/>
              <a:ahLst/>
              <a:cxnLst>
                <a:cxn ang="0">
                  <a:pos x="26" y="637"/>
                </a:cxn>
                <a:cxn ang="0">
                  <a:pos x="101" y="641"/>
                </a:cxn>
                <a:cxn ang="0">
                  <a:pos x="132" y="645"/>
                </a:cxn>
                <a:cxn ang="0">
                  <a:pos x="257" y="658"/>
                </a:cxn>
                <a:cxn ang="0">
                  <a:pos x="342" y="637"/>
                </a:cxn>
                <a:cxn ang="0">
                  <a:pos x="342" y="577"/>
                </a:cxn>
                <a:cxn ang="0">
                  <a:pos x="350" y="536"/>
                </a:cxn>
                <a:cxn ang="0">
                  <a:pos x="401" y="527"/>
                </a:cxn>
                <a:cxn ang="0">
                  <a:pos x="443" y="494"/>
                </a:cxn>
                <a:cxn ang="0">
                  <a:pos x="514" y="506"/>
                </a:cxn>
                <a:cxn ang="0">
                  <a:pos x="514" y="444"/>
                </a:cxn>
                <a:cxn ang="0">
                  <a:pos x="569" y="347"/>
                </a:cxn>
                <a:cxn ang="0">
                  <a:pos x="620" y="355"/>
                </a:cxn>
                <a:cxn ang="0">
                  <a:pos x="671" y="266"/>
                </a:cxn>
                <a:cxn ang="0">
                  <a:pos x="650" y="191"/>
                </a:cxn>
                <a:cxn ang="0">
                  <a:pos x="787" y="132"/>
                </a:cxn>
                <a:cxn ang="0">
                  <a:pos x="830" y="132"/>
                </a:cxn>
                <a:cxn ang="0">
                  <a:pos x="851" y="119"/>
                </a:cxn>
                <a:cxn ang="0">
                  <a:pos x="839" y="98"/>
                </a:cxn>
                <a:cxn ang="0">
                  <a:pos x="818" y="87"/>
                </a:cxn>
                <a:cxn ang="0">
                  <a:pos x="785" y="87"/>
                </a:cxn>
                <a:cxn ang="0">
                  <a:pos x="728" y="132"/>
                </a:cxn>
                <a:cxn ang="0">
                  <a:pos x="658" y="138"/>
                </a:cxn>
                <a:cxn ang="0">
                  <a:pos x="667" y="85"/>
                </a:cxn>
                <a:cxn ang="0">
                  <a:pos x="658" y="25"/>
                </a:cxn>
                <a:cxn ang="0">
                  <a:pos x="630" y="0"/>
                </a:cxn>
                <a:cxn ang="0">
                  <a:pos x="597" y="40"/>
                </a:cxn>
                <a:cxn ang="0">
                  <a:pos x="571" y="78"/>
                </a:cxn>
                <a:cxn ang="0">
                  <a:pos x="484" y="115"/>
                </a:cxn>
                <a:cxn ang="0">
                  <a:pos x="442" y="110"/>
                </a:cxn>
                <a:cxn ang="0">
                  <a:pos x="354" y="93"/>
                </a:cxn>
                <a:cxn ang="0">
                  <a:pos x="283" y="98"/>
                </a:cxn>
                <a:cxn ang="0">
                  <a:pos x="257" y="157"/>
                </a:cxn>
                <a:cxn ang="0">
                  <a:pos x="144" y="224"/>
                </a:cxn>
                <a:cxn ang="0">
                  <a:pos x="132" y="262"/>
                </a:cxn>
                <a:cxn ang="0">
                  <a:pos x="97" y="237"/>
                </a:cxn>
                <a:cxn ang="0">
                  <a:pos x="47" y="224"/>
                </a:cxn>
                <a:cxn ang="0">
                  <a:pos x="47" y="279"/>
                </a:cxn>
                <a:cxn ang="0">
                  <a:pos x="0" y="342"/>
                </a:cxn>
                <a:cxn ang="0">
                  <a:pos x="18" y="440"/>
                </a:cxn>
                <a:cxn ang="0">
                  <a:pos x="14" y="490"/>
                </a:cxn>
                <a:cxn ang="0">
                  <a:pos x="30" y="523"/>
                </a:cxn>
                <a:cxn ang="0">
                  <a:pos x="56" y="502"/>
                </a:cxn>
                <a:cxn ang="0">
                  <a:pos x="81" y="540"/>
                </a:cxn>
                <a:cxn ang="0">
                  <a:pos x="47" y="591"/>
                </a:cxn>
                <a:cxn ang="0">
                  <a:pos x="26" y="637"/>
                </a:cxn>
              </a:cxnLst>
              <a:rect l="0" t="0" r="r" b="b"/>
              <a:pathLst>
                <a:path w="851" h="658">
                  <a:moveTo>
                    <a:pt x="26" y="637"/>
                  </a:moveTo>
                  <a:lnTo>
                    <a:pt x="101" y="641"/>
                  </a:lnTo>
                  <a:lnTo>
                    <a:pt x="132" y="645"/>
                  </a:lnTo>
                  <a:lnTo>
                    <a:pt x="257" y="658"/>
                  </a:lnTo>
                  <a:lnTo>
                    <a:pt x="342" y="637"/>
                  </a:lnTo>
                  <a:lnTo>
                    <a:pt x="342" y="577"/>
                  </a:lnTo>
                  <a:lnTo>
                    <a:pt x="350" y="536"/>
                  </a:lnTo>
                  <a:lnTo>
                    <a:pt x="401" y="527"/>
                  </a:lnTo>
                  <a:lnTo>
                    <a:pt x="443" y="494"/>
                  </a:lnTo>
                  <a:lnTo>
                    <a:pt x="514" y="506"/>
                  </a:lnTo>
                  <a:lnTo>
                    <a:pt x="514" y="444"/>
                  </a:lnTo>
                  <a:lnTo>
                    <a:pt x="569" y="347"/>
                  </a:lnTo>
                  <a:lnTo>
                    <a:pt x="620" y="355"/>
                  </a:lnTo>
                  <a:lnTo>
                    <a:pt x="671" y="266"/>
                  </a:lnTo>
                  <a:lnTo>
                    <a:pt x="650" y="191"/>
                  </a:lnTo>
                  <a:lnTo>
                    <a:pt x="787" y="132"/>
                  </a:lnTo>
                  <a:lnTo>
                    <a:pt x="830" y="132"/>
                  </a:lnTo>
                  <a:lnTo>
                    <a:pt x="851" y="119"/>
                  </a:lnTo>
                  <a:lnTo>
                    <a:pt x="839" y="98"/>
                  </a:lnTo>
                  <a:lnTo>
                    <a:pt x="818" y="87"/>
                  </a:lnTo>
                  <a:lnTo>
                    <a:pt x="785" y="87"/>
                  </a:lnTo>
                  <a:lnTo>
                    <a:pt x="728" y="132"/>
                  </a:lnTo>
                  <a:lnTo>
                    <a:pt x="658" y="138"/>
                  </a:lnTo>
                  <a:lnTo>
                    <a:pt x="667" y="85"/>
                  </a:lnTo>
                  <a:lnTo>
                    <a:pt x="658" y="25"/>
                  </a:lnTo>
                  <a:lnTo>
                    <a:pt x="630" y="0"/>
                  </a:lnTo>
                  <a:lnTo>
                    <a:pt x="597" y="40"/>
                  </a:lnTo>
                  <a:lnTo>
                    <a:pt x="571" y="78"/>
                  </a:lnTo>
                  <a:lnTo>
                    <a:pt x="484" y="115"/>
                  </a:lnTo>
                  <a:lnTo>
                    <a:pt x="442" y="110"/>
                  </a:lnTo>
                  <a:lnTo>
                    <a:pt x="354" y="93"/>
                  </a:lnTo>
                  <a:lnTo>
                    <a:pt x="283" y="98"/>
                  </a:lnTo>
                  <a:lnTo>
                    <a:pt x="257" y="157"/>
                  </a:lnTo>
                  <a:lnTo>
                    <a:pt x="144" y="224"/>
                  </a:lnTo>
                  <a:lnTo>
                    <a:pt x="132" y="262"/>
                  </a:lnTo>
                  <a:lnTo>
                    <a:pt x="97" y="237"/>
                  </a:lnTo>
                  <a:lnTo>
                    <a:pt x="47" y="224"/>
                  </a:lnTo>
                  <a:lnTo>
                    <a:pt x="47" y="279"/>
                  </a:lnTo>
                  <a:lnTo>
                    <a:pt x="0" y="342"/>
                  </a:lnTo>
                  <a:lnTo>
                    <a:pt x="18" y="440"/>
                  </a:lnTo>
                  <a:lnTo>
                    <a:pt x="14" y="490"/>
                  </a:lnTo>
                  <a:lnTo>
                    <a:pt x="30" y="523"/>
                  </a:lnTo>
                  <a:lnTo>
                    <a:pt x="56" y="502"/>
                  </a:lnTo>
                  <a:lnTo>
                    <a:pt x="81" y="540"/>
                  </a:lnTo>
                  <a:lnTo>
                    <a:pt x="47" y="591"/>
                  </a:lnTo>
                  <a:lnTo>
                    <a:pt x="26" y="63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542"/>
            <p:cNvSpPr>
              <a:spLocks/>
            </p:cNvSpPr>
            <p:nvPr/>
          </p:nvSpPr>
          <p:spPr bwMode="auto">
            <a:xfrm>
              <a:off x="6791679" y="3792985"/>
              <a:ext cx="178360" cy="215653"/>
            </a:xfrm>
            <a:custGeom>
              <a:avLst/>
              <a:gdLst/>
              <a:ahLst/>
              <a:cxnLst>
                <a:cxn ang="0">
                  <a:pos x="63" y="97"/>
                </a:cxn>
                <a:cxn ang="0">
                  <a:pos x="97" y="101"/>
                </a:cxn>
                <a:cxn ang="0">
                  <a:pos x="85" y="39"/>
                </a:cxn>
                <a:cxn ang="0">
                  <a:pos x="100" y="0"/>
                </a:cxn>
                <a:cxn ang="0">
                  <a:pos x="135" y="14"/>
                </a:cxn>
                <a:cxn ang="0">
                  <a:pos x="143" y="40"/>
                </a:cxn>
                <a:cxn ang="0">
                  <a:pos x="165" y="60"/>
                </a:cxn>
                <a:cxn ang="0">
                  <a:pos x="168" y="110"/>
                </a:cxn>
                <a:cxn ang="0">
                  <a:pos x="230" y="116"/>
                </a:cxn>
                <a:cxn ang="0">
                  <a:pos x="281" y="149"/>
                </a:cxn>
                <a:cxn ang="0">
                  <a:pos x="275" y="241"/>
                </a:cxn>
                <a:cxn ang="0">
                  <a:pos x="318" y="312"/>
                </a:cxn>
                <a:cxn ang="0">
                  <a:pos x="391" y="382"/>
                </a:cxn>
                <a:cxn ang="0">
                  <a:pos x="399" y="407"/>
                </a:cxn>
                <a:cxn ang="0">
                  <a:pos x="438" y="422"/>
                </a:cxn>
                <a:cxn ang="0">
                  <a:pos x="436" y="528"/>
                </a:cxn>
                <a:cxn ang="0">
                  <a:pos x="413" y="525"/>
                </a:cxn>
                <a:cxn ang="0">
                  <a:pos x="385" y="489"/>
                </a:cxn>
                <a:cxn ang="0">
                  <a:pos x="363" y="502"/>
                </a:cxn>
                <a:cxn ang="0">
                  <a:pos x="354" y="534"/>
                </a:cxn>
                <a:cxn ang="0">
                  <a:pos x="293" y="525"/>
                </a:cxn>
                <a:cxn ang="0">
                  <a:pos x="315" y="447"/>
                </a:cxn>
                <a:cxn ang="0">
                  <a:pos x="306" y="414"/>
                </a:cxn>
                <a:cxn ang="0">
                  <a:pos x="250" y="343"/>
                </a:cxn>
                <a:cxn ang="0">
                  <a:pos x="233" y="273"/>
                </a:cxn>
                <a:cxn ang="0">
                  <a:pos x="202" y="267"/>
                </a:cxn>
                <a:cxn ang="0">
                  <a:pos x="175" y="296"/>
                </a:cxn>
                <a:cxn ang="0">
                  <a:pos x="146" y="296"/>
                </a:cxn>
                <a:cxn ang="0">
                  <a:pos x="127" y="276"/>
                </a:cxn>
                <a:cxn ang="0">
                  <a:pos x="95" y="276"/>
                </a:cxn>
                <a:cxn ang="0">
                  <a:pos x="53" y="318"/>
                </a:cxn>
                <a:cxn ang="0">
                  <a:pos x="34" y="296"/>
                </a:cxn>
                <a:cxn ang="0">
                  <a:pos x="40" y="273"/>
                </a:cxn>
                <a:cxn ang="0">
                  <a:pos x="50" y="203"/>
                </a:cxn>
                <a:cxn ang="0">
                  <a:pos x="12" y="186"/>
                </a:cxn>
                <a:cxn ang="0">
                  <a:pos x="0" y="138"/>
                </a:cxn>
                <a:cxn ang="0">
                  <a:pos x="37" y="93"/>
                </a:cxn>
                <a:cxn ang="0">
                  <a:pos x="57" y="88"/>
                </a:cxn>
                <a:cxn ang="0">
                  <a:pos x="63" y="97"/>
                </a:cxn>
              </a:cxnLst>
              <a:rect l="0" t="0" r="r" b="b"/>
              <a:pathLst>
                <a:path w="438" h="534">
                  <a:moveTo>
                    <a:pt x="63" y="97"/>
                  </a:moveTo>
                  <a:lnTo>
                    <a:pt x="97" y="101"/>
                  </a:lnTo>
                  <a:lnTo>
                    <a:pt x="85" y="39"/>
                  </a:lnTo>
                  <a:lnTo>
                    <a:pt x="100" y="0"/>
                  </a:lnTo>
                  <a:lnTo>
                    <a:pt x="135" y="14"/>
                  </a:lnTo>
                  <a:lnTo>
                    <a:pt x="143" y="40"/>
                  </a:lnTo>
                  <a:lnTo>
                    <a:pt x="165" y="60"/>
                  </a:lnTo>
                  <a:lnTo>
                    <a:pt x="168" y="110"/>
                  </a:lnTo>
                  <a:lnTo>
                    <a:pt x="230" y="116"/>
                  </a:lnTo>
                  <a:lnTo>
                    <a:pt x="281" y="149"/>
                  </a:lnTo>
                  <a:lnTo>
                    <a:pt x="275" y="241"/>
                  </a:lnTo>
                  <a:lnTo>
                    <a:pt x="318" y="312"/>
                  </a:lnTo>
                  <a:lnTo>
                    <a:pt x="391" y="382"/>
                  </a:lnTo>
                  <a:lnTo>
                    <a:pt x="399" y="407"/>
                  </a:lnTo>
                  <a:lnTo>
                    <a:pt x="438" y="422"/>
                  </a:lnTo>
                  <a:lnTo>
                    <a:pt x="436" y="528"/>
                  </a:lnTo>
                  <a:lnTo>
                    <a:pt x="413" y="525"/>
                  </a:lnTo>
                  <a:lnTo>
                    <a:pt x="385" y="489"/>
                  </a:lnTo>
                  <a:lnTo>
                    <a:pt x="363" y="502"/>
                  </a:lnTo>
                  <a:lnTo>
                    <a:pt x="354" y="534"/>
                  </a:lnTo>
                  <a:lnTo>
                    <a:pt x="293" y="525"/>
                  </a:lnTo>
                  <a:lnTo>
                    <a:pt x="315" y="447"/>
                  </a:lnTo>
                  <a:lnTo>
                    <a:pt x="306" y="414"/>
                  </a:lnTo>
                  <a:lnTo>
                    <a:pt x="250" y="343"/>
                  </a:lnTo>
                  <a:lnTo>
                    <a:pt x="233" y="273"/>
                  </a:lnTo>
                  <a:lnTo>
                    <a:pt x="202" y="267"/>
                  </a:lnTo>
                  <a:lnTo>
                    <a:pt x="175" y="296"/>
                  </a:lnTo>
                  <a:lnTo>
                    <a:pt x="146" y="296"/>
                  </a:lnTo>
                  <a:lnTo>
                    <a:pt x="127" y="276"/>
                  </a:lnTo>
                  <a:lnTo>
                    <a:pt x="95" y="276"/>
                  </a:lnTo>
                  <a:lnTo>
                    <a:pt x="53" y="318"/>
                  </a:lnTo>
                  <a:lnTo>
                    <a:pt x="34" y="296"/>
                  </a:lnTo>
                  <a:lnTo>
                    <a:pt x="40" y="273"/>
                  </a:lnTo>
                  <a:lnTo>
                    <a:pt x="50" y="203"/>
                  </a:lnTo>
                  <a:lnTo>
                    <a:pt x="12" y="186"/>
                  </a:lnTo>
                  <a:lnTo>
                    <a:pt x="0" y="138"/>
                  </a:lnTo>
                  <a:lnTo>
                    <a:pt x="37" y="93"/>
                  </a:lnTo>
                  <a:lnTo>
                    <a:pt x="57" y="88"/>
                  </a:lnTo>
                  <a:lnTo>
                    <a:pt x="63" y="9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543"/>
            <p:cNvSpPr>
              <a:spLocks/>
            </p:cNvSpPr>
            <p:nvPr/>
          </p:nvSpPr>
          <p:spPr bwMode="auto">
            <a:xfrm>
              <a:off x="6524137" y="3642190"/>
              <a:ext cx="74586" cy="43779"/>
            </a:xfrm>
            <a:custGeom>
              <a:avLst/>
              <a:gdLst/>
              <a:ahLst/>
              <a:cxnLst>
                <a:cxn ang="0">
                  <a:pos x="185" y="39"/>
                </a:cxn>
                <a:cxn ang="0">
                  <a:pos x="156" y="18"/>
                </a:cxn>
                <a:cxn ang="0">
                  <a:pos x="104" y="27"/>
                </a:cxn>
                <a:cxn ang="0">
                  <a:pos x="79" y="0"/>
                </a:cxn>
                <a:cxn ang="0">
                  <a:pos x="42" y="0"/>
                </a:cxn>
                <a:cxn ang="0">
                  <a:pos x="0" y="43"/>
                </a:cxn>
                <a:cxn ang="0">
                  <a:pos x="9" y="77"/>
                </a:cxn>
                <a:cxn ang="0">
                  <a:pos x="34" y="110"/>
                </a:cxn>
                <a:cxn ang="0">
                  <a:pos x="184" y="100"/>
                </a:cxn>
                <a:cxn ang="0">
                  <a:pos x="185" y="39"/>
                </a:cxn>
              </a:cxnLst>
              <a:rect l="0" t="0" r="r" b="b"/>
              <a:pathLst>
                <a:path w="185" h="110">
                  <a:moveTo>
                    <a:pt x="185" y="39"/>
                  </a:moveTo>
                  <a:lnTo>
                    <a:pt x="156" y="18"/>
                  </a:lnTo>
                  <a:lnTo>
                    <a:pt x="104" y="27"/>
                  </a:lnTo>
                  <a:lnTo>
                    <a:pt x="79" y="0"/>
                  </a:lnTo>
                  <a:lnTo>
                    <a:pt x="42" y="0"/>
                  </a:lnTo>
                  <a:lnTo>
                    <a:pt x="0" y="43"/>
                  </a:lnTo>
                  <a:lnTo>
                    <a:pt x="9" y="77"/>
                  </a:lnTo>
                  <a:lnTo>
                    <a:pt x="34" y="110"/>
                  </a:lnTo>
                  <a:lnTo>
                    <a:pt x="184" y="100"/>
                  </a:lnTo>
                  <a:lnTo>
                    <a:pt x="185" y="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544"/>
            <p:cNvSpPr>
              <a:spLocks/>
            </p:cNvSpPr>
            <p:nvPr/>
          </p:nvSpPr>
          <p:spPr bwMode="auto">
            <a:xfrm>
              <a:off x="4098444" y="3747585"/>
              <a:ext cx="402121" cy="366448"/>
            </a:xfrm>
            <a:custGeom>
              <a:avLst/>
              <a:gdLst/>
              <a:ahLst/>
              <a:cxnLst>
                <a:cxn ang="0">
                  <a:pos x="450" y="0"/>
                </a:cxn>
                <a:cxn ang="0">
                  <a:pos x="320" y="2"/>
                </a:cxn>
                <a:cxn ang="0">
                  <a:pos x="392" y="569"/>
                </a:cxn>
                <a:cxn ang="0">
                  <a:pos x="181" y="573"/>
                </a:cxn>
                <a:cxn ang="0">
                  <a:pos x="164" y="560"/>
                </a:cxn>
                <a:cxn ang="0">
                  <a:pos x="139" y="577"/>
                </a:cxn>
                <a:cxn ang="0">
                  <a:pos x="96" y="573"/>
                </a:cxn>
                <a:cxn ang="0">
                  <a:pos x="63" y="598"/>
                </a:cxn>
                <a:cxn ang="0">
                  <a:pos x="38" y="569"/>
                </a:cxn>
                <a:cxn ang="0">
                  <a:pos x="11" y="573"/>
                </a:cxn>
                <a:cxn ang="0">
                  <a:pos x="0" y="616"/>
                </a:cxn>
                <a:cxn ang="0">
                  <a:pos x="11" y="708"/>
                </a:cxn>
                <a:cxn ang="0">
                  <a:pos x="50" y="738"/>
                </a:cxn>
                <a:cxn ang="0">
                  <a:pos x="50" y="780"/>
                </a:cxn>
                <a:cxn ang="0">
                  <a:pos x="113" y="809"/>
                </a:cxn>
                <a:cxn ang="0">
                  <a:pos x="156" y="805"/>
                </a:cxn>
                <a:cxn ang="0">
                  <a:pos x="172" y="784"/>
                </a:cxn>
                <a:cxn ang="0">
                  <a:pos x="202" y="813"/>
                </a:cxn>
                <a:cxn ang="0">
                  <a:pos x="243" y="902"/>
                </a:cxn>
                <a:cxn ang="0">
                  <a:pos x="299" y="893"/>
                </a:cxn>
                <a:cxn ang="0">
                  <a:pos x="332" y="859"/>
                </a:cxn>
                <a:cxn ang="0">
                  <a:pos x="366" y="889"/>
                </a:cxn>
                <a:cxn ang="0">
                  <a:pos x="404" y="893"/>
                </a:cxn>
                <a:cxn ang="0">
                  <a:pos x="413" y="821"/>
                </a:cxn>
                <a:cxn ang="0">
                  <a:pos x="433" y="809"/>
                </a:cxn>
                <a:cxn ang="0">
                  <a:pos x="429" y="780"/>
                </a:cxn>
                <a:cxn ang="0">
                  <a:pos x="484" y="728"/>
                </a:cxn>
                <a:cxn ang="0">
                  <a:pos x="492" y="703"/>
                </a:cxn>
                <a:cxn ang="0">
                  <a:pos x="535" y="712"/>
                </a:cxn>
                <a:cxn ang="0">
                  <a:pos x="589" y="641"/>
                </a:cxn>
                <a:cxn ang="0">
                  <a:pos x="618" y="641"/>
                </a:cxn>
                <a:cxn ang="0">
                  <a:pos x="643" y="602"/>
                </a:cxn>
                <a:cxn ang="0">
                  <a:pos x="711" y="598"/>
                </a:cxn>
                <a:cxn ang="0">
                  <a:pos x="728" y="616"/>
                </a:cxn>
                <a:cxn ang="0">
                  <a:pos x="817" y="612"/>
                </a:cxn>
                <a:cxn ang="0">
                  <a:pos x="850" y="594"/>
                </a:cxn>
                <a:cxn ang="0">
                  <a:pos x="914" y="587"/>
                </a:cxn>
                <a:cxn ang="0">
                  <a:pos x="992" y="347"/>
                </a:cxn>
                <a:cxn ang="0">
                  <a:pos x="892" y="356"/>
                </a:cxn>
                <a:cxn ang="0">
                  <a:pos x="890" y="328"/>
                </a:cxn>
                <a:cxn ang="0">
                  <a:pos x="887" y="294"/>
                </a:cxn>
                <a:cxn ang="0">
                  <a:pos x="855" y="286"/>
                </a:cxn>
                <a:cxn ang="0">
                  <a:pos x="814" y="288"/>
                </a:cxn>
                <a:cxn ang="0">
                  <a:pos x="789" y="243"/>
                </a:cxn>
                <a:cxn ang="0">
                  <a:pos x="450" y="0"/>
                </a:cxn>
              </a:cxnLst>
              <a:rect l="0" t="0" r="r" b="b"/>
              <a:pathLst>
                <a:path w="992" h="902">
                  <a:moveTo>
                    <a:pt x="450" y="0"/>
                  </a:moveTo>
                  <a:lnTo>
                    <a:pt x="320" y="2"/>
                  </a:lnTo>
                  <a:lnTo>
                    <a:pt x="392" y="569"/>
                  </a:lnTo>
                  <a:lnTo>
                    <a:pt x="181" y="573"/>
                  </a:lnTo>
                  <a:lnTo>
                    <a:pt x="164" y="560"/>
                  </a:lnTo>
                  <a:lnTo>
                    <a:pt x="139" y="577"/>
                  </a:lnTo>
                  <a:lnTo>
                    <a:pt x="96" y="573"/>
                  </a:lnTo>
                  <a:lnTo>
                    <a:pt x="63" y="598"/>
                  </a:lnTo>
                  <a:lnTo>
                    <a:pt x="38" y="569"/>
                  </a:lnTo>
                  <a:lnTo>
                    <a:pt x="11" y="573"/>
                  </a:lnTo>
                  <a:lnTo>
                    <a:pt x="0" y="616"/>
                  </a:lnTo>
                  <a:lnTo>
                    <a:pt x="11" y="708"/>
                  </a:lnTo>
                  <a:lnTo>
                    <a:pt x="50" y="738"/>
                  </a:lnTo>
                  <a:lnTo>
                    <a:pt x="50" y="780"/>
                  </a:lnTo>
                  <a:lnTo>
                    <a:pt x="113" y="809"/>
                  </a:lnTo>
                  <a:lnTo>
                    <a:pt x="156" y="805"/>
                  </a:lnTo>
                  <a:lnTo>
                    <a:pt x="172" y="784"/>
                  </a:lnTo>
                  <a:lnTo>
                    <a:pt x="202" y="813"/>
                  </a:lnTo>
                  <a:lnTo>
                    <a:pt x="243" y="902"/>
                  </a:lnTo>
                  <a:lnTo>
                    <a:pt x="299" y="893"/>
                  </a:lnTo>
                  <a:lnTo>
                    <a:pt x="332" y="859"/>
                  </a:lnTo>
                  <a:lnTo>
                    <a:pt x="366" y="889"/>
                  </a:lnTo>
                  <a:lnTo>
                    <a:pt x="404" y="893"/>
                  </a:lnTo>
                  <a:lnTo>
                    <a:pt x="413" y="821"/>
                  </a:lnTo>
                  <a:lnTo>
                    <a:pt x="433" y="809"/>
                  </a:lnTo>
                  <a:lnTo>
                    <a:pt x="429" y="780"/>
                  </a:lnTo>
                  <a:lnTo>
                    <a:pt x="484" y="728"/>
                  </a:lnTo>
                  <a:lnTo>
                    <a:pt x="492" y="703"/>
                  </a:lnTo>
                  <a:lnTo>
                    <a:pt x="535" y="712"/>
                  </a:lnTo>
                  <a:lnTo>
                    <a:pt x="589" y="641"/>
                  </a:lnTo>
                  <a:lnTo>
                    <a:pt x="618" y="641"/>
                  </a:lnTo>
                  <a:lnTo>
                    <a:pt x="643" y="602"/>
                  </a:lnTo>
                  <a:lnTo>
                    <a:pt x="711" y="598"/>
                  </a:lnTo>
                  <a:lnTo>
                    <a:pt x="728" y="616"/>
                  </a:lnTo>
                  <a:lnTo>
                    <a:pt x="817" y="612"/>
                  </a:lnTo>
                  <a:lnTo>
                    <a:pt x="850" y="594"/>
                  </a:lnTo>
                  <a:lnTo>
                    <a:pt x="914" y="587"/>
                  </a:lnTo>
                  <a:lnTo>
                    <a:pt x="992" y="347"/>
                  </a:lnTo>
                  <a:lnTo>
                    <a:pt x="892" y="356"/>
                  </a:lnTo>
                  <a:lnTo>
                    <a:pt x="890" y="328"/>
                  </a:lnTo>
                  <a:lnTo>
                    <a:pt x="887" y="294"/>
                  </a:lnTo>
                  <a:lnTo>
                    <a:pt x="855" y="286"/>
                  </a:lnTo>
                  <a:lnTo>
                    <a:pt x="814" y="288"/>
                  </a:lnTo>
                  <a:lnTo>
                    <a:pt x="789" y="243"/>
                  </a:lnTo>
                  <a:lnTo>
                    <a:pt x="45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545"/>
            <p:cNvSpPr>
              <a:spLocks/>
            </p:cNvSpPr>
            <p:nvPr/>
          </p:nvSpPr>
          <p:spPr bwMode="auto">
            <a:xfrm>
              <a:off x="4262210" y="3990802"/>
              <a:ext cx="186467" cy="136203"/>
            </a:xfrm>
            <a:custGeom>
              <a:avLst/>
              <a:gdLst/>
              <a:ahLst/>
              <a:cxnLst>
                <a:cxn ang="0">
                  <a:pos x="324" y="18"/>
                </a:cxn>
                <a:cxn ang="0">
                  <a:pos x="328" y="60"/>
                </a:cxn>
                <a:cxn ang="0">
                  <a:pos x="353" y="89"/>
                </a:cxn>
                <a:cxn ang="0">
                  <a:pos x="384" y="89"/>
                </a:cxn>
                <a:cxn ang="0">
                  <a:pos x="392" y="132"/>
                </a:cxn>
                <a:cxn ang="0">
                  <a:pos x="442" y="169"/>
                </a:cxn>
                <a:cxn ang="0">
                  <a:pos x="453" y="193"/>
                </a:cxn>
                <a:cxn ang="0">
                  <a:pos x="459" y="207"/>
                </a:cxn>
                <a:cxn ang="0">
                  <a:pos x="357" y="261"/>
                </a:cxn>
                <a:cxn ang="0">
                  <a:pos x="320" y="248"/>
                </a:cxn>
                <a:cxn ang="0">
                  <a:pos x="282" y="236"/>
                </a:cxn>
                <a:cxn ang="0">
                  <a:pos x="253" y="240"/>
                </a:cxn>
                <a:cxn ang="0">
                  <a:pos x="210" y="223"/>
                </a:cxn>
                <a:cxn ang="0">
                  <a:pos x="173" y="232"/>
                </a:cxn>
                <a:cxn ang="0">
                  <a:pos x="143" y="310"/>
                </a:cxn>
                <a:cxn ang="0">
                  <a:pos x="80" y="310"/>
                </a:cxn>
                <a:cxn ang="0">
                  <a:pos x="46" y="336"/>
                </a:cxn>
                <a:cxn ang="0">
                  <a:pos x="0" y="295"/>
                </a:cxn>
                <a:cxn ang="0">
                  <a:pos x="9" y="223"/>
                </a:cxn>
                <a:cxn ang="0">
                  <a:pos x="29" y="211"/>
                </a:cxn>
                <a:cxn ang="0">
                  <a:pos x="25" y="182"/>
                </a:cxn>
                <a:cxn ang="0">
                  <a:pos x="80" y="132"/>
                </a:cxn>
                <a:cxn ang="0">
                  <a:pos x="88" y="105"/>
                </a:cxn>
                <a:cxn ang="0">
                  <a:pos x="131" y="114"/>
                </a:cxn>
                <a:cxn ang="0">
                  <a:pos x="185" y="43"/>
                </a:cxn>
                <a:cxn ang="0">
                  <a:pos x="214" y="43"/>
                </a:cxn>
                <a:cxn ang="0">
                  <a:pos x="239" y="4"/>
                </a:cxn>
                <a:cxn ang="0">
                  <a:pos x="307" y="0"/>
                </a:cxn>
                <a:cxn ang="0">
                  <a:pos x="324" y="18"/>
                </a:cxn>
              </a:cxnLst>
              <a:rect l="0" t="0" r="r" b="b"/>
              <a:pathLst>
                <a:path w="459" h="336">
                  <a:moveTo>
                    <a:pt x="324" y="18"/>
                  </a:moveTo>
                  <a:lnTo>
                    <a:pt x="328" y="60"/>
                  </a:lnTo>
                  <a:lnTo>
                    <a:pt x="353" y="89"/>
                  </a:lnTo>
                  <a:lnTo>
                    <a:pt x="384" y="89"/>
                  </a:lnTo>
                  <a:lnTo>
                    <a:pt x="392" y="132"/>
                  </a:lnTo>
                  <a:lnTo>
                    <a:pt x="442" y="169"/>
                  </a:lnTo>
                  <a:lnTo>
                    <a:pt x="453" y="193"/>
                  </a:lnTo>
                  <a:lnTo>
                    <a:pt x="459" y="207"/>
                  </a:lnTo>
                  <a:lnTo>
                    <a:pt x="357" y="261"/>
                  </a:lnTo>
                  <a:lnTo>
                    <a:pt x="320" y="248"/>
                  </a:lnTo>
                  <a:lnTo>
                    <a:pt x="282" y="236"/>
                  </a:lnTo>
                  <a:lnTo>
                    <a:pt x="253" y="240"/>
                  </a:lnTo>
                  <a:lnTo>
                    <a:pt x="210" y="223"/>
                  </a:lnTo>
                  <a:lnTo>
                    <a:pt x="173" y="232"/>
                  </a:lnTo>
                  <a:lnTo>
                    <a:pt x="143" y="310"/>
                  </a:lnTo>
                  <a:lnTo>
                    <a:pt x="80" y="310"/>
                  </a:lnTo>
                  <a:lnTo>
                    <a:pt x="46" y="336"/>
                  </a:lnTo>
                  <a:lnTo>
                    <a:pt x="0" y="295"/>
                  </a:lnTo>
                  <a:lnTo>
                    <a:pt x="9" y="223"/>
                  </a:lnTo>
                  <a:lnTo>
                    <a:pt x="29" y="211"/>
                  </a:lnTo>
                  <a:lnTo>
                    <a:pt x="25" y="182"/>
                  </a:lnTo>
                  <a:lnTo>
                    <a:pt x="80" y="132"/>
                  </a:lnTo>
                  <a:lnTo>
                    <a:pt x="88" y="105"/>
                  </a:lnTo>
                  <a:lnTo>
                    <a:pt x="131" y="114"/>
                  </a:lnTo>
                  <a:lnTo>
                    <a:pt x="185" y="43"/>
                  </a:lnTo>
                  <a:lnTo>
                    <a:pt x="214" y="43"/>
                  </a:lnTo>
                  <a:lnTo>
                    <a:pt x="239" y="4"/>
                  </a:lnTo>
                  <a:lnTo>
                    <a:pt x="307" y="0"/>
                  </a:lnTo>
                  <a:lnTo>
                    <a:pt x="324" y="1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546"/>
            <p:cNvSpPr>
              <a:spLocks/>
            </p:cNvSpPr>
            <p:nvPr/>
          </p:nvSpPr>
          <p:spPr bwMode="auto">
            <a:xfrm>
              <a:off x="4670816" y="4469131"/>
              <a:ext cx="34050" cy="22700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69" y="0"/>
                </a:cxn>
                <a:cxn ang="0">
                  <a:pos x="81" y="3"/>
                </a:cxn>
                <a:cxn ang="0">
                  <a:pos x="84" y="23"/>
                </a:cxn>
                <a:cxn ang="0">
                  <a:pos x="75" y="42"/>
                </a:cxn>
                <a:cxn ang="0">
                  <a:pos x="28" y="58"/>
                </a:cxn>
                <a:cxn ang="0">
                  <a:pos x="0" y="30"/>
                </a:cxn>
              </a:cxnLst>
              <a:rect l="0" t="0" r="r" b="b"/>
              <a:pathLst>
                <a:path w="84" h="58">
                  <a:moveTo>
                    <a:pt x="0" y="30"/>
                  </a:moveTo>
                  <a:lnTo>
                    <a:pt x="69" y="0"/>
                  </a:lnTo>
                  <a:lnTo>
                    <a:pt x="81" y="3"/>
                  </a:lnTo>
                  <a:lnTo>
                    <a:pt x="84" y="23"/>
                  </a:lnTo>
                  <a:lnTo>
                    <a:pt x="75" y="42"/>
                  </a:lnTo>
                  <a:lnTo>
                    <a:pt x="28" y="58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547"/>
            <p:cNvSpPr>
              <a:spLocks/>
            </p:cNvSpPr>
            <p:nvPr/>
          </p:nvSpPr>
          <p:spPr bwMode="auto">
            <a:xfrm>
              <a:off x="4918900" y="4548582"/>
              <a:ext cx="264296" cy="239974"/>
            </a:xfrm>
            <a:custGeom>
              <a:avLst/>
              <a:gdLst/>
              <a:ahLst/>
              <a:cxnLst>
                <a:cxn ang="0">
                  <a:pos x="47" y="547"/>
                </a:cxn>
                <a:cxn ang="0">
                  <a:pos x="86" y="563"/>
                </a:cxn>
                <a:cxn ang="0">
                  <a:pos x="153" y="567"/>
                </a:cxn>
                <a:cxn ang="0">
                  <a:pos x="190" y="575"/>
                </a:cxn>
                <a:cxn ang="0">
                  <a:pos x="210" y="595"/>
                </a:cxn>
                <a:cxn ang="0">
                  <a:pos x="267" y="595"/>
                </a:cxn>
                <a:cxn ang="0">
                  <a:pos x="298" y="552"/>
                </a:cxn>
                <a:cxn ang="0">
                  <a:pos x="331" y="542"/>
                </a:cxn>
                <a:cxn ang="0">
                  <a:pos x="373" y="514"/>
                </a:cxn>
                <a:cxn ang="0">
                  <a:pos x="379" y="482"/>
                </a:cxn>
                <a:cxn ang="0">
                  <a:pos x="398" y="464"/>
                </a:cxn>
                <a:cxn ang="0">
                  <a:pos x="455" y="452"/>
                </a:cxn>
                <a:cxn ang="0">
                  <a:pos x="463" y="409"/>
                </a:cxn>
                <a:cxn ang="0">
                  <a:pos x="491" y="399"/>
                </a:cxn>
                <a:cxn ang="0">
                  <a:pos x="534" y="374"/>
                </a:cxn>
                <a:cxn ang="0">
                  <a:pos x="573" y="376"/>
                </a:cxn>
                <a:cxn ang="0">
                  <a:pos x="621" y="354"/>
                </a:cxn>
                <a:cxn ang="0">
                  <a:pos x="632" y="248"/>
                </a:cxn>
                <a:cxn ang="0">
                  <a:pos x="649" y="231"/>
                </a:cxn>
                <a:cxn ang="0">
                  <a:pos x="644" y="123"/>
                </a:cxn>
                <a:cxn ang="0">
                  <a:pos x="606" y="70"/>
                </a:cxn>
                <a:cxn ang="0">
                  <a:pos x="548" y="45"/>
                </a:cxn>
                <a:cxn ang="0">
                  <a:pos x="497" y="0"/>
                </a:cxn>
                <a:cxn ang="0">
                  <a:pos x="436" y="23"/>
                </a:cxn>
                <a:cxn ang="0">
                  <a:pos x="401" y="37"/>
                </a:cxn>
                <a:cxn ang="0">
                  <a:pos x="376" y="65"/>
                </a:cxn>
                <a:cxn ang="0">
                  <a:pos x="348" y="205"/>
                </a:cxn>
                <a:cxn ang="0">
                  <a:pos x="379" y="241"/>
                </a:cxn>
                <a:cxn ang="0">
                  <a:pos x="404" y="244"/>
                </a:cxn>
                <a:cxn ang="0">
                  <a:pos x="424" y="219"/>
                </a:cxn>
                <a:cxn ang="0">
                  <a:pos x="444" y="231"/>
                </a:cxn>
                <a:cxn ang="0">
                  <a:pos x="441" y="311"/>
                </a:cxn>
                <a:cxn ang="0">
                  <a:pos x="413" y="329"/>
                </a:cxn>
                <a:cxn ang="0">
                  <a:pos x="275" y="203"/>
                </a:cxn>
                <a:cxn ang="0">
                  <a:pos x="250" y="193"/>
                </a:cxn>
                <a:cxn ang="0">
                  <a:pos x="241" y="221"/>
                </a:cxn>
                <a:cxn ang="0">
                  <a:pos x="216" y="221"/>
                </a:cxn>
                <a:cxn ang="0">
                  <a:pos x="202" y="199"/>
                </a:cxn>
                <a:cxn ang="0">
                  <a:pos x="177" y="183"/>
                </a:cxn>
                <a:cxn ang="0">
                  <a:pos x="163" y="193"/>
                </a:cxn>
                <a:cxn ang="0">
                  <a:pos x="140" y="191"/>
                </a:cxn>
                <a:cxn ang="0">
                  <a:pos x="120" y="199"/>
                </a:cxn>
                <a:cxn ang="0">
                  <a:pos x="110" y="286"/>
                </a:cxn>
                <a:cxn ang="0">
                  <a:pos x="0" y="289"/>
                </a:cxn>
                <a:cxn ang="0">
                  <a:pos x="5" y="507"/>
                </a:cxn>
                <a:cxn ang="0">
                  <a:pos x="47" y="547"/>
                </a:cxn>
              </a:cxnLst>
              <a:rect l="0" t="0" r="r" b="b"/>
              <a:pathLst>
                <a:path w="649" h="595">
                  <a:moveTo>
                    <a:pt x="47" y="547"/>
                  </a:moveTo>
                  <a:lnTo>
                    <a:pt x="86" y="563"/>
                  </a:lnTo>
                  <a:lnTo>
                    <a:pt x="153" y="567"/>
                  </a:lnTo>
                  <a:lnTo>
                    <a:pt x="190" y="575"/>
                  </a:lnTo>
                  <a:lnTo>
                    <a:pt x="210" y="595"/>
                  </a:lnTo>
                  <a:lnTo>
                    <a:pt x="267" y="595"/>
                  </a:lnTo>
                  <a:lnTo>
                    <a:pt x="298" y="552"/>
                  </a:lnTo>
                  <a:lnTo>
                    <a:pt x="331" y="542"/>
                  </a:lnTo>
                  <a:lnTo>
                    <a:pt x="373" y="514"/>
                  </a:lnTo>
                  <a:lnTo>
                    <a:pt x="379" y="482"/>
                  </a:lnTo>
                  <a:lnTo>
                    <a:pt x="398" y="464"/>
                  </a:lnTo>
                  <a:lnTo>
                    <a:pt x="455" y="452"/>
                  </a:lnTo>
                  <a:lnTo>
                    <a:pt x="463" y="409"/>
                  </a:lnTo>
                  <a:lnTo>
                    <a:pt x="491" y="399"/>
                  </a:lnTo>
                  <a:lnTo>
                    <a:pt x="534" y="374"/>
                  </a:lnTo>
                  <a:lnTo>
                    <a:pt x="573" y="376"/>
                  </a:lnTo>
                  <a:lnTo>
                    <a:pt x="621" y="354"/>
                  </a:lnTo>
                  <a:lnTo>
                    <a:pt x="632" y="248"/>
                  </a:lnTo>
                  <a:lnTo>
                    <a:pt x="649" y="231"/>
                  </a:lnTo>
                  <a:lnTo>
                    <a:pt x="644" y="123"/>
                  </a:lnTo>
                  <a:lnTo>
                    <a:pt x="606" y="70"/>
                  </a:lnTo>
                  <a:lnTo>
                    <a:pt x="548" y="45"/>
                  </a:lnTo>
                  <a:lnTo>
                    <a:pt x="497" y="0"/>
                  </a:lnTo>
                  <a:lnTo>
                    <a:pt x="436" y="23"/>
                  </a:lnTo>
                  <a:lnTo>
                    <a:pt x="401" y="37"/>
                  </a:lnTo>
                  <a:lnTo>
                    <a:pt x="376" y="65"/>
                  </a:lnTo>
                  <a:lnTo>
                    <a:pt x="348" y="205"/>
                  </a:lnTo>
                  <a:lnTo>
                    <a:pt x="379" y="241"/>
                  </a:lnTo>
                  <a:lnTo>
                    <a:pt x="404" y="244"/>
                  </a:lnTo>
                  <a:lnTo>
                    <a:pt x="424" y="219"/>
                  </a:lnTo>
                  <a:lnTo>
                    <a:pt x="444" y="231"/>
                  </a:lnTo>
                  <a:lnTo>
                    <a:pt x="441" y="311"/>
                  </a:lnTo>
                  <a:lnTo>
                    <a:pt x="413" y="329"/>
                  </a:lnTo>
                  <a:lnTo>
                    <a:pt x="275" y="203"/>
                  </a:lnTo>
                  <a:lnTo>
                    <a:pt x="250" y="193"/>
                  </a:lnTo>
                  <a:lnTo>
                    <a:pt x="241" y="221"/>
                  </a:lnTo>
                  <a:lnTo>
                    <a:pt x="216" y="221"/>
                  </a:lnTo>
                  <a:lnTo>
                    <a:pt x="202" y="199"/>
                  </a:lnTo>
                  <a:lnTo>
                    <a:pt x="177" y="183"/>
                  </a:lnTo>
                  <a:lnTo>
                    <a:pt x="163" y="193"/>
                  </a:lnTo>
                  <a:lnTo>
                    <a:pt x="140" y="191"/>
                  </a:lnTo>
                  <a:lnTo>
                    <a:pt x="120" y="199"/>
                  </a:lnTo>
                  <a:lnTo>
                    <a:pt x="110" y="286"/>
                  </a:lnTo>
                  <a:lnTo>
                    <a:pt x="0" y="289"/>
                  </a:lnTo>
                  <a:lnTo>
                    <a:pt x="5" y="507"/>
                  </a:lnTo>
                  <a:lnTo>
                    <a:pt x="47" y="54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548"/>
            <p:cNvSpPr>
              <a:spLocks/>
            </p:cNvSpPr>
            <p:nvPr/>
          </p:nvSpPr>
          <p:spPr bwMode="auto">
            <a:xfrm>
              <a:off x="5082666" y="4373466"/>
              <a:ext cx="42158" cy="38915"/>
            </a:xfrm>
            <a:custGeom>
              <a:avLst/>
              <a:gdLst/>
              <a:ahLst/>
              <a:cxnLst>
                <a:cxn ang="0">
                  <a:pos x="4" y="28"/>
                </a:cxn>
                <a:cxn ang="0">
                  <a:pos x="37" y="16"/>
                </a:cxn>
                <a:cxn ang="0">
                  <a:pos x="57" y="0"/>
                </a:cxn>
                <a:cxn ang="0">
                  <a:pos x="79" y="6"/>
                </a:cxn>
                <a:cxn ang="0">
                  <a:pos x="102" y="31"/>
                </a:cxn>
                <a:cxn ang="0">
                  <a:pos x="93" y="53"/>
                </a:cxn>
                <a:cxn ang="0">
                  <a:pos x="74" y="61"/>
                </a:cxn>
                <a:cxn ang="0">
                  <a:pos x="67" y="90"/>
                </a:cxn>
                <a:cxn ang="0">
                  <a:pos x="45" y="90"/>
                </a:cxn>
                <a:cxn ang="0">
                  <a:pos x="37" y="98"/>
                </a:cxn>
                <a:cxn ang="0">
                  <a:pos x="24" y="98"/>
                </a:cxn>
                <a:cxn ang="0">
                  <a:pos x="20" y="84"/>
                </a:cxn>
                <a:cxn ang="0">
                  <a:pos x="0" y="84"/>
                </a:cxn>
                <a:cxn ang="0">
                  <a:pos x="4" y="28"/>
                </a:cxn>
              </a:cxnLst>
              <a:rect l="0" t="0" r="r" b="b"/>
              <a:pathLst>
                <a:path w="102" h="98">
                  <a:moveTo>
                    <a:pt x="4" y="28"/>
                  </a:moveTo>
                  <a:lnTo>
                    <a:pt x="37" y="16"/>
                  </a:lnTo>
                  <a:lnTo>
                    <a:pt x="57" y="0"/>
                  </a:lnTo>
                  <a:lnTo>
                    <a:pt x="79" y="6"/>
                  </a:lnTo>
                  <a:lnTo>
                    <a:pt x="102" y="31"/>
                  </a:lnTo>
                  <a:lnTo>
                    <a:pt x="93" y="53"/>
                  </a:lnTo>
                  <a:lnTo>
                    <a:pt x="74" y="61"/>
                  </a:lnTo>
                  <a:lnTo>
                    <a:pt x="67" y="90"/>
                  </a:lnTo>
                  <a:lnTo>
                    <a:pt x="45" y="90"/>
                  </a:lnTo>
                  <a:lnTo>
                    <a:pt x="37" y="98"/>
                  </a:lnTo>
                  <a:lnTo>
                    <a:pt x="24" y="98"/>
                  </a:lnTo>
                  <a:lnTo>
                    <a:pt x="20" y="84"/>
                  </a:lnTo>
                  <a:lnTo>
                    <a:pt x="0" y="84"/>
                  </a:lnTo>
                  <a:lnTo>
                    <a:pt x="4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549"/>
            <p:cNvSpPr>
              <a:spLocks/>
            </p:cNvSpPr>
            <p:nvPr/>
          </p:nvSpPr>
          <p:spPr bwMode="auto">
            <a:xfrm>
              <a:off x="5165360" y="4576146"/>
              <a:ext cx="69723" cy="1929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" y="53"/>
                </a:cxn>
                <a:cxn ang="0">
                  <a:pos x="43" y="161"/>
                </a:cxn>
                <a:cxn ang="0">
                  <a:pos x="26" y="178"/>
                </a:cxn>
                <a:cxn ang="0">
                  <a:pos x="15" y="284"/>
                </a:cxn>
                <a:cxn ang="0">
                  <a:pos x="43" y="286"/>
                </a:cxn>
                <a:cxn ang="0">
                  <a:pos x="63" y="309"/>
                </a:cxn>
                <a:cxn ang="0">
                  <a:pos x="96" y="314"/>
                </a:cxn>
                <a:cxn ang="0">
                  <a:pos x="98" y="362"/>
                </a:cxn>
                <a:cxn ang="0">
                  <a:pos x="98" y="410"/>
                </a:cxn>
                <a:cxn ang="0">
                  <a:pos x="105" y="447"/>
                </a:cxn>
                <a:cxn ang="0">
                  <a:pos x="144" y="474"/>
                </a:cxn>
                <a:cxn ang="0">
                  <a:pos x="158" y="469"/>
                </a:cxn>
                <a:cxn ang="0">
                  <a:pos x="146" y="419"/>
                </a:cxn>
                <a:cxn ang="0">
                  <a:pos x="171" y="374"/>
                </a:cxn>
                <a:cxn ang="0">
                  <a:pos x="171" y="306"/>
                </a:cxn>
                <a:cxn ang="0">
                  <a:pos x="150" y="259"/>
                </a:cxn>
                <a:cxn ang="0">
                  <a:pos x="113" y="216"/>
                </a:cxn>
                <a:cxn ang="0">
                  <a:pos x="121" y="138"/>
                </a:cxn>
                <a:cxn ang="0">
                  <a:pos x="113" y="65"/>
                </a:cxn>
                <a:cxn ang="0">
                  <a:pos x="88" y="11"/>
                </a:cxn>
                <a:cxn ang="0">
                  <a:pos x="48" y="0"/>
                </a:cxn>
                <a:cxn ang="0">
                  <a:pos x="0" y="0"/>
                </a:cxn>
              </a:cxnLst>
              <a:rect l="0" t="0" r="r" b="b"/>
              <a:pathLst>
                <a:path w="171" h="474">
                  <a:moveTo>
                    <a:pt x="0" y="0"/>
                  </a:moveTo>
                  <a:lnTo>
                    <a:pt x="38" y="53"/>
                  </a:lnTo>
                  <a:lnTo>
                    <a:pt x="43" y="161"/>
                  </a:lnTo>
                  <a:lnTo>
                    <a:pt x="26" y="178"/>
                  </a:lnTo>
                  <a:lnTo>
                    <a:pt x="15" y="284"/>
                  </a:lnTo>
                  <a:lnTo>
                    <a:pt x="43" y="286"/>
                  </a:lnTo>
                  <a:lnTo>
                    <a:pt x="63" y="309"/>
                  </a:lnTo>
                  <a:lnTo>
                    <a:pt x="96" y="314"/>
                  </a:lnTo>
                  <a:lnTo>
                    <a:pt x="98" y="362"/>
                  </a:lnTo>
                  <a:lnTo>
                    <a:pt x="98" y="410"/>
                  </a:lnTo>
                  <a:lnTo>
                    <a:pt x="105" y="447"/>
                  </a:lnTo>
                  <a:lnTo>
                    <a:pt x="144" y="474"/>
                  </a:lnTo>
                  <a:lnTo>
                    <a:pt x="158" y="469"/>
                  </a:lnTo>
                  <a:lnTo>
                    <a:pt x="146" y="419"/>
                  </a:lnTo>
                  <a:lnTo>
                    <a:pt x="171" y="374"/>
                  </a:lnTo>
                  <a:lnTo>
                    <a:pt x="171" y="306"/>
                  </a:lnTo>
                  <a:lnTo>
                    <a:pt x="150" y="259"/>
                  </a:lnTo>
                  <a:lnTo>
                    <a:pt x="113" y="216"/>
                  </a:lnTo>
                  <a:lnTo>
                    <a:pt x="121" y="138"/>
                  </a:lnTo>
                  <a:lnTo>
                    <a:pt x="113" y="65"/>
                  </a:lnTo>
                  <a:lnTo>
                    <a:pt x="88" y="11"/>
                  </a:lnTo>
                  <a:lnTo>
                    <a:pt x="4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550"/>
            <p:cNvSpPr>
              <a:spLocks/>
            </p:cNvSpPr>
            <p:nvPr/>
          </p:nvSpPr>
          <p:spPr bwMode="auto">
            <a:xfrm>
              <a:off x="5115095" y="4981509"/>
              <a:ext cx="32428" cy="53508"/>
            </a:xfrm>
            <a:custGeom>
              <a:avLst/>
              <a:gdLst/>
              <a:ahLst/>
              <a:cxnLst>
                <a:cxn ang="0">
                  <a:pos x="80" y="85"/>
                </a:cxn>
                <a:cxn ang="0">
                  <a:pos x="63" y="132"/>
                </a:cxn>
                <a:cxn ang="0">
                  <a:pos x="16" y="132"/>
                </a:cxn>
                <a:cxn ang="0">
                  <a:pos x="0" y="102"/>
                </a:cxn>
                <a:cxn ang="0">
                  <a:pos x="10" y="5"/>
                </a:cxn>
                <a:cxn ang="0">
                  <a:pos x="33" y="0"/>
                </a:cxn>
                <a:cxn ang="0">
                  <a:pos x="67" y="5"/>
                </a:cxn>
                <a:cxn ang="0">
                  <a:pos x="80" y="85"/>
                </a:cxn>
              </a:cxnLst>
              <a:rect l="0" t="0" r="r" b="b"/>
              <a:pathLst>
                <a:path w="80" h="132">
                  <a:moveTo>
                    <a:pt x="80" y="85"/>
                  </a:moveTo>
                  <a:lnTo>
                    <a:pt x="63" y="132"/>
                  </a:lnTo>
                  <a:lnTo>
                    <a:pt x="16" y="132"/>
                  </a:lnTo>
                  <a:lnTo>
                    <a:pt x="0" y="102"/>
                  </a:lnTo>
                  <a:lnTo>
                    <a:pt x="10" y="5"/>
                  </a:lnTo>
                  <a:lnTo>
                    <a:pt x="33" y="0"/>
                  </a:lnTo>
                  <a:lnTo>
                    <a:pt x="67" y="5"/>
                  </a:lnTo>
                  <a:lnTo>
                    <a:pt x="80" y="8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551"/>
            <p:cNvSpPr>
              <a:spLocks/>
            </p:cNvSpPr>
            <p:nvPr/>
          </p:nvSpPr>
          <p:spPr bwMode="auto">
            <a:xfrm>
              <a:off x="5030779" y="5065824"/>
              <a:ext cx="61615" cy="56751"/>
            </a:xfrm>
            <a:custGeom>
              <a:avLst/>
              <a:gdLst/>
              <a:ahLst/>
              <a:cxnLst>
                <a:cxn ang="0">
                  <a:pos x="148" y="8"/>
                </a:cxn>
                <a:cxn ang="0">
                  <a:pos x="153" y="60"/>
                </a:cxn>
                <a:cxn ang="0">
                  <a:pos x="106" y="98"/>
                </a:cxn>
                <a:cxn ang="0">
                  <a:pos x="98" y="121"/>
                </a:cxn>
                <a:cxn ang="0">
                  <a:pos x="42" y="140"/>
                </a:cxn>
                <a:cxn ang="0">
                  <a:pos x="0" y="90"/>
                </a:cxn>
                <a:cxn ang="0">
                  <a:pos x="0" y="62"/>
                </a:cxn>
                <a:cxn ang="0">
                  <a:pos x="65" y="0"/>
                </a:cxn>
                <a:cxn ang="0">
                  <a:pos x="148" y="8"/>
                </a:cxn>
              </a:cxnLst>
              <a:rect l="0" t="0" r="r" b="b"/>
              <a:pathLst>
                <a:path w="153" h="140">
                  <a:moveTo>
                    <a:pt x="148" y="8"/>
                  </a:moveTo>
                  <a:lnTo>
                    <a:pt x="153" y="60"/>
                  </a:lnTo>
                  <a:lnTo>
                    <a:pt x="106" y="98"/>
                  </a:lnTo>
                  <a:lnTo>
                    <a:pt x="98" y="121"/>
                  </a:lnTo>
                  <a:lnTo>
                    <a:pt x="42" y="140"/>
                  </a:lnTo>
                  <a:lnTo>
                    <a:pt x="0" y="90"/>
                  </a:lnTo>
                  <a:lnTo>
                    <a:pt x="0" y="62"/>
                  </a:lnTo>
                  <a:lnTo>
                    <a:pt x="65" y="0"/>
                  </a:lnTo>
                  <a:lnTo>
                    <a:pt x="148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552"/>
            <p:cNvSpPr>
              <a:spLocks/>
            </p:cNvSpPr>
            <p:nvPr/>
          </p:nvSpPr>
          <p:spPr bwMode="auto">
            <a:xfrm>
              <a:off x="5103745" y="4600468"/>
              <a:ext cx="251325" cy="416713"/>
            </a:xfrm>
            <a:custGeom>
              <a:avLst/>
              <a:gdLst/>
              <a:ahLst/>
              <a:cxnLst>
                <a:cxn ang="0">
                  <a:pos x="154" y="1026"/>
                </a:cxn>
                <a:cxn ang="0">
                  <a:pos x="157" y="997"/>
                </a:cxn>
                <a:cxn ang="0">
                  <a:pos x="145" y="976"/>
                </a:cxn>
                <a:cxn ang="0">
                  <a:pos x="174" y="934"/>
                </a:cxn>
                <a:cxn ang="0">
                  <a:pos x="288" y="901"/>
                </a:cxn>
                <a:cxn ang="0">
                  <a:pos x="309" y="820"/>
                </a:cxn>
                <a:cxn ang="0">
                  <a:pos x="301" y="702"/>
                </a:cxn>
                <a:cxn ang="0">
                  <a:pos x="267" y="601"/>
                </a:cxn>
                <a:cxn ang="0">
                  <a:pos x="267" y="563"/>
                </a:cxn>
                <a:cxn ang="0">
                  <a:pos x="326" y="522"/>
                </a:cxn>
                <a:cxn ang="0">
                  <a:pos x="351" y="510"/>
                </a:cxn>
                <a:cxn ang="0">
                  <a:pos x="381" y="475"/>
                </a:cxn>
                <a:cxn ang="0">
                  <a:pos x="435" y="429"/>
                </a:cxn>
                <a:cxn ang="0">
                  <a:pos x="537" y="395"/>
                </a:cxn>
                <a:cxn ang="0">
                  <a:pos x="616" y="290"/>
                </a:cxn>
                <a:cxn ang="0">
                  <a:pos x="620" y="163"/>
                </a:cxn>
                <a:cxn ang="0">
                  <a:pos x="608" y="105"/>
                </a:cxn>
                <a:cxn ang="0">
                  <a:pos x="603" y="0"/>
                </a:cxn>
                <a:cxn ang="0">
                  <a:pos x="570" y="13"/>
                </a:cxn>
                <a:cxn ang="0">
                  <a:pos x="553" y="36"/>
                </a:cxn>
                <a:cxn ang="0">
                  <a:pos x="517" y="53"/>
                </a:cxn>
                <a:cxn ang="0">
                  <a:pos x="485" y="78"/>
                </a:cxn>
                <a:cxn ang="0">
                  <a:pos x="435" y="86"/>
                </a:cxn>
                <a:cxn ang="0">
                  <a:pos x="397" y="98"/>
                </a:cxn>
                <a:cxn ang="0">
                  <a:pos x="357" y="83"/>
                </a:cxn>
                <a:cxn ang="0">
                  <a:pos x="272" y="78"/>
                </a:cxn>
                <a:cxn ang="0">
                  <a:pos x="264" y="156"/>
                </a:cxn>
                <a:cxn ang="0">
                  <a:pos x="301" y="199"/>
                </a:cxn>
                <a:cxn ang="0">
                  <a:pos x="322" y="246"/>
                </a:cxn>
                <a:cxn ang="0">
                  <a:pos x="322" y="314"/>
                </a:cxn>
                <a:cxn ang="0">
                  <a:pos x="297" y="359"/>
                </a:cxn>
                <a:cxn ang="0">
                  <a:pos x="309" y="409"/>
                </a:cxn>
                <a:cxn ang="0">
                  <a:pos x="295" y="414"/>
                </a:cxn>
                <a:cxn ang="0">
                  <a:pos x="256" y="387"/>
                </a:cxn>
                <a:cxn ang="0">
                  <a:pos x="249" y="350"/>
                </a:cxn>
                <a:cxn ang="0">
                  <a:pos x="249" y="302"/>
                </a:cxn>
                <a:cxn ang="0">
                  <a:pos x="247" y="254"/>
                </a:cxn>
                <a:cxn ang="0">
                  <a:pos x="214" y="249"/>
                </a:cxn>
                <a:cxn ang="0">
                  <a:pos x="194" y="226"/>
                </a:cxn>
                <a:cxn ang="0">
                  <a:pos x="166" y="224"/>
                </a:cxn>
                <a:cxn ang="0">
                  <a:pos x="118" y="246"/>
                </a:cxn>
                <a:cxn ang="0">
                  <a:pos x="79" y="244"/>
                </a:cxn>
                <a:cxn ang="0">
                  <a:pos x="36" y="269"/>
                </a:cxn>
                <a:cxn ang="0">
                  <a:pos x="8" y="279"/>
                </a:cxn>
                <a:cxn ang="0">
                  <a:pos x="0" y="322"/>
                </a:cxn>
                <a:cxn ang="0">
                  <a:pos x="134" y="369"/>
                </a:cxn>
                <a:cxn ang="0">
                  <a:pos x="159" y="400"/>
                </a:cxn>
                <a:cxn ang="0">
                  <a:pos x="166" y="487"/>
                </a:cxn>
                <a:cxn ang="0">
                  <a:pos x="149" y="505"/>
                </a:cxn>
                <a:cxn ang="0">
                  <a:pos x="149" y="540"/>
                </a:cxn>
                <a:cxn ang="0">
                  <a:pos x="177" y="580"/>
                </a:cxn>
                <a:cxn ang="0">
                  <a:pos x="169" y="600"/>
                </a:cxn>
                <a:cxn ang="0">
                  <a:pos x="116" y="636"/>
                </a:cxn>
                <a:cxn ang="0">
                  <a:pos x="106" y="703"/>
                </a:cxn>
                <a:cxn ang="0">
                  <a:pos x="76" y="731"/>
                </a:cxn>
                <a:cxn ang="0">
                  <a:pos x="101" y="881"/>
                </a:cxn>
                <a:cxn ang="0">
                  <a:pos x="93" y="944"/>
                </a:cxn>
                <a:cxn ang="0">
                  <a:pos x="106" y="1024"/>
                </a:cxn>
                <a:cxn ang="0">
                  <a:pos x="154" y="1026"/>
                </a:cxn>
              </a:cxnLst>
              <a:rect l="0" t="0" r="r" b="b"/>
              <a:pathLst>
                <a:path w="620" h="1026">
                  <a:moveTo>
                    <a:pt x="154" y="1026"/>
                  </a:moveTo>
                  <a:lnTo>
                    <a:pt x="157" y="997"/>
                  </a:lnTo>
                  <a:lnTo>
                    <a:pt x="145" y="976"/>
                  </a:lnTo>
                  <a:lnTo>
                    <a:pt x="174" y="934"/>
                  </a:lnTo>
                  <a:lnTo>
                    <a:pt x="288" y="901"/>
                  </a:lnTo>
                  <a:lnTo>
                    <a:pt x="309" y="820"/>
                  </a:lnTo>
                  <a:lnTo>
                    <a:pt x="301" y="702"/>
                  </a:lnTo>
                  <a:lnTo>
                    <a:pt x="267" y="601"/>
                  </a:lnTo>
                  <a:lnTo>
                    <a:pt x="267" y="563"/>
                  </a:lnTo>
                  <a:lnTo>
                    <a:pt x="326" y="522"/>
                  </a:lnTo>
                  <a:lnTo>
                    <a:pt x="351" y="510"/>
                  </a:lnTo>
                  <a:lnTo>
                    <a:pt x="381" y="475"/>
                  </a:lnTo>
                  <a:lnTo>
                    <a:pt x="435" y="429"/>
                  </a:lnTo>
                  <a:lnTo>
                    <a:pt x="537" y="395"/>
                  </a:lnTo>
                  <a:lnTo>
                    <a:pt x="616" y="290"/>
                  </a:lnTo>
                  <a:lnTo>
                    <a:pt x="620" y="163"/>
                  </a:lnTo>
                  <a:lnTo>
                    <a:pt x="608" y="105"/>
                  </a:lnTo>
                  <a:lnTo>
                    <a:pt x="603" y="0"/>
                  </a:lnTo>
                  <a:lnTo>
                    <a:pt x="570" y="13"/>
                  </a:lnTo>
                  <a:lnTo>
                    <a:pt x="553" y="36"/>
                  </a:lnTo>
                  <a:lnTo>
                    <a:pt x="517" y="53"/>
                  </a:lnTo>
                  <a:lnTo>
                    <a:pt x="485" y="78"/>
                  </a:lnTo>
                  <a:lnTo>
                    <a:pt x="435" y="86"/>
                  </a:lnTo>
                  <a:lnTo>
                    <a:pt x="397" y="98"/>
                  </a:lnTo>
                  <a:lnTo>
                    <a:pt x="357" y="83"/>
                  </a:lnTo>
                  <a:lnTo>
                    <a:pt x="272" y="78"/>
                  </a:lnTo>
                  <a:lnTo>
                    <a:pt x="264" y="156"/>
                  </a:lnTo>
                  <a:lnTo>
                    <a:pt x="301" y="199"/>
                  </a:lnTo>
                  <a:lnTo>
                    <a:pt x="322" y="246"/>
                  </a:lnTo>
                  <a:lnTo>
                    <a:pt x="322" y="314"/>
                  </a:lnTo>
                  <a:lnTo>
                    <a:pt x="297" y="359"/>
                  </a:lnTo>
                  <a:lnTo>
                    <a:pt x="309" y="409"/>
                  </a:lnTo>
                  <a:lnTo>
                    <a:pt x="295" y="414"/>
                  </a:lnTo>
                  <a:lnTo>
                    <a:pt x="256" y="387"/>
                  </a:lnTo>
                  <a:lnTo>
                    <a:pt x="249" y="350"/>
                  </a:lnTo>
                  <a:lnTo>
                    <a:pt x="249" y="302"/>
                  </a:lnTo>
                  <a:lnTo>
                    <a:pt x="247" y="254"/>
                  </a:lnTo>
                  <a:lnTo>
                    <a:pt x="214" y="249"/>
                  </a:lnTo>
                  <a:lnTo>
                    <a:pt x="194" y="226"/>
                  </a:lnTo>
                  <a:lnTo>
                    <a:pt x="166" y="224"/>
                  </a:lnTo>
                  <a:lnTo>
                    <a:pt x="118" y="246"/>
                  </a:lnTo>
                  <a:lnTo>
                    <a:pt x="79" y="244"/>
                  </a:lnTo>
                  <a:lnTo>
                    <a:pt x="36" y="269"/>
                  </a:lnTo>
                  <a:lnTo>
                    <a:pt x="8" y="279"/>
                  </a:lnTo>
                  <a:lnTo>
                    <a:pt x="0" y="322"/>
                  </a:lnTo>
                  <a:lnTo>
                    <a:pt x="134" y="369"/>
                  </a:lnTo>
                  <a:lnTo>
                    <a:pt x="159" y="400"/>
                  </a:lnTo>
                  <a:lnTo>
                    <a:pt x="166" y="487"/>
                  </a:lnTo>
                  <a:lnTo>
                    <a:pt x="149" y="505"/>
                  </a:lnTo>
                  <a:lnTo>
                    <a:pt x="149" y="540"/>
                  </a:lnTo>
                  <a:lnTo>
                    <a:pt x="177" y="580"/>
                  </a:lnTo>
                  <a:lnTo>
                    <a:pt x="169" y="600"/>
                  </a:lnTo>
                  <a:lnTo>
                    <a:pt x="116" y="636"/>
                  </a:lnTo>
                  <a:lnTo>
                    <a:pt x="106" y="703"/>
                  </a:lnTo>
                  <a:lnTo>
                    <a:pt x="76" y="731"/>
                  </a:lnTo>
                  <a:lnTo>
                    <a:pt x="101" y="881"/>
                  </a:lnTo>
                  <a:lnTo>
                    <a:pt x="93" y="944"/>
                  </a:lnTo>
                  <a:lnTo>
                    <a:pt x="106" y="1024"/>
                  </a:lnTo>
                  <a:lnTo>
                    <a:pt x="154" y="102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553"/>
            <p:cNvSpPr>
              <a:spLocks/>
            </p:cNvSpPr>
            <p:nvPr/>
          </p:nvSpPr>
          <p:spPr bwMode="auto">
            <a:xfrm>
              <a:off x="5379391" y="4044310"/>
              <a:ext cx="42158" cy="47023"/>
            </a:xfrm>
            <a:custGeom>
              <a:avLst/>
              <a:gdLst/>
              <a:ahLst/>
              <a:cxnLst>
                <a:cxn ang="0">
                  <a:pos x="8" y="41"/>
                </a:cxn>
                <a:cxn ang="0">
                  <a:pos x="0" y="87"/>
                </a:cxn>
                <a:cxn ang="0">
                  <a:pos x="21" y="112"/>
                </a:cxn>
                <a:cxn ang="0">
                  <a:pos x="58" y="117"/>
                </a:cxn>
                <a:cxn ang="0">
                  <a:pos x="97" y="96"/>
                </a:cxn>
                <a:cxn ang="0">
                  <a:pos x="58" y="66"/>
                </a:cxn>
                <a:cxn ang="0">
                  <a:pos x="105" y="41"/>
                </a:cxn>
                <a:cxn ang="0">
                  <a:pos x="93" y="15"/>
                </a:cxn>
                <a:cxn ang="0">
                  <a:pos x="76" y="0"/>
                </a:cxn>
                <a:cxn ang="0">
                  <a:pos x="54" y="0"/>
                </a:cxn>
                <a:cxn ang="0">
                  <a:pos x="33" y="33"/>
                </a:cxn>
                <a:cxn ang="0">
                  <a:pos x="8" y="41"/>
                </a:cxn>
              </a:cxnLst>
              <a:rect l="0" t="0" r="r" b="b"/>
              <a:pathLst>
                <a:path w="105" h="117">
                  <a:moveTo>
                    <a:pt x="8" y="41"/>
                  </a:moveTo>
                  <a:lnTo>
                    <a:pt x="0" y="87"/>
                  </a:lnTo>
                  <a:lnTo>
                    <a:pt x="21" y="112"/>
                  </a:lnTo>
                  <a:lnTo>
                    <a:pt x="58" y="117"/>
                  </a:lnTo>
                  <a:lnTo>
                    <a:pt x="97" y="96"/>
                  </a:lnTo>
                  <a:lnTo>
                    <a:pt x="58" y="66"/>
                  </a:lnTo>
                  <a:lnTo>
                    <a:pt x="105" y="41"/>
                  </a:lnTo>
                  <a:lnTo>
                    <a:pt x="93" y="15"/>
                  </a:lnTo>
                  <a:lnTo>
                    <a:pt x="76" y="0"/>
                  </a:lnTo>
                  <a:lnTo>
                    <a:pt x="54" y="0"/>
                  </a:lnTo>
                  <a:lnTo>
                    <a:pt x="33" y="33"/>
                  </a:lnTo>
                  <a:lnTo>
                    <a:pt x="8" y="4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554"/>
            <p:cNvSpPr>
              <a:spLocks/>
            </p:cNvSpPr>
            <p:nvPr/>
          </p:nvSpPr>
          <p:spPr bwMode="auto">
            <a:xfrm>
              <a:off x="4615686" y="3522203"/>
              <a:ext cx="377800" cy="346990"/>
            </a:xfrm>
            <a:custGeom>
              <a:avLst/>
              <a:gdLst/>
              <a:ahLst/>
              <a:cxnLst>
                <a:cxn ang="0">
                  <a:pos x="924" y="714"/>
                </a:cxn>
                <a:cxn ang="0">
                  <a:pos x="914" y="844"/>
                </a:cxn>
                <a:cxn ang="0">
                  <a:pos x="861" y="854"/>
                </a:cxn>
                <a:cxn ang="0">
                  <a:pos x="410" y="625"/>
                </a:cxn>
                <a:cxn ang="0">
                  <a:pos x="320" y="681"/>
                </a:cxn>
                <a:cxn ang="0">
                  <a:pos x="158" y="639"/>
                </a:cxn>
                <a:cxn ang="0">
                  <a:pos x="121" y="566"/>
                </a:cxn>
                <a:cxn ang="0">
                  <a:pos x="63" y="574"/>
                </a:cxn>
                <a:cxn ang="0">
                  <a:pos x="10" y="503"/>
                </a:cxn>
                <a:cxn ang="0">
                  <a:pos x="0" y="439"/>
                </a:cxn>
                <a:cxn ang="0">
                  <a:pos x="37" y="397"/>
                </a:cxn>
                <a:cxn ang="0">
                  <a:pos x="37" y="340"/>
                </a:cxn>
                <a:cxn ang="0">
                  <a:pos x="23" y="302"/>
                </a:cxn>
                <a:cxn ang="0">
                  <a:pos x="25" y="273"/>
                </a:cxn>
                <a:cxn ang="0">
                  <a:pos x="3" y="172"/>
                </a:cxn>
                <a:cxn ang="0">
                  <a:pos x="23" y="172"/>
                </a:cxn>
                <a:cxn ang="0">
                  <a:pos x="53" y="147"/>
                </a:cxn>
                <a:cxn ang="0">
                  <a:pos x="57" y="80"/>
                </a:cxn>
                <a:cxn ang="0">
                  <a:pos x="98" y="74"/>
                </a:cxn>
                <a:cxn ang="0">
                  <a:pos x="125" y="52"/>
                </a:cxn>
                <a:cxn ang="0">
                  <a:pos x="121" y="0"/>
                </a:cxn>
                <a:cxn ang="0">
                  <a:pos x="186" y="31"/>
                </a:cxn>
                <a:cxn ang="0">
                  <a:pos x="270" y="31"/>
                </a:cxn>
                <a:cxn ang="0">
                  <a:pos x="308" y="44"/>
                </a:cxn>
                <a:cxn ang="0">
                  <a:pos x="338" y="48"/>
                </a:cxn>
                <a:cxn ang="0">
                  <a:pos x="375" y="127"/>
                </a:cxn>
                <a:cxn ang="0">
                  <a:pos x="472" y="144"/>
                </a:cxn>
                <a:cxn ang="0">
                  <a:pos x="578" y="204"/>
                </a:cxn>
                <a:cxn ang="0">
                  <a:pos x="624" y="179"/>
                </a:cxn>
                <a:cxn ang="0">
                  <a:pos x="645" y="148"/>
                </a:cxn>
                <a:cxn ang="0">
                  <a:pos x="624" y="115"/>
                </a:cxn>
                <a:cxn ang="0">
                  <a:pos x="628" y="69"/>
                </a:cxn>
                <a:cxn ang="0">
                  <a:pos x="704" y="27"/>
                </a:cxn>
                <a:cxn ang="0">
                  <a:pos x="754" y="19"/>
                </a:cxn>
                <a:cxn ang="0">
                  <a:pos x="812" y="29"/>
                </a:cxn>
                <a:cxn ang="0">
                  <a:pos x="818" y="61"/>
                </a:cxn>
                <a:cxn ang="0">
                  <a:pos x="863" y="80"/>
                </a:cxn>
                <a:cxn ang="0">
                  <a:pos x="908" y="94"/>
                </a:cxn>
                <a:cxn ang="0">
                  <a:pos x="933" y="127"/>
                </a:cxn>
                <a:cxn ang="0">
                  <a:pos x="928" y="170"/>
                </a:cxn>
                <a:cxn ang="0">
                  <a:pos x="902" y="189"/>
                </a:cxn>
                <a:cxn ang="0">
                  <a:pos x="933" y="310"/>
                </a:cxn>
                <a:cxn ang="0">
                  <a:pos x="930" y="571"/>
                </a:cxn>
                <a:cxn ang="0">
                  <a:pos x="924" y="714"/>
                </a:cxn>
              </a:cxnLst>
              <a:rect l="0" t="0" r="r" b="b"/>
              <a:pathLst>
                <a:path w="933" h="854">
                  <a:moveTo>
                    <a:pt x="924" y="714"/>
                  </a:moveTo>
                  <a:lnTo>
                    <a:pt x="914" y="844"/>
                  </a:lnTo>
                  <a:lnTo>
                    <a:pt x="861" y="854"/>
                  </a:lnTo>
                  <a:lnTo>
                    <a:pt x="410" y="625"/>
                  </a:lnTo>
                  <a:lnTo>
                    <a:pt x="320" y="681"/>
                  </a:lnTo>
                  <a:lnTo>
                    <a:pt x="158" y="639"/>
                  </a:lnTo>
                  <a:lnTo>
                    <a:pt x="121" y="566"/>
                  </a:lnTo>
                  <a:lnTo>
                    <a:pt x="63" y="574"/>
                  </a:lnTo>
                  <a:lnTo>
                    <a:pt x="10" y="503"/>
                  </a:lnTo>
                  <a:lnTo>
                    <a:pt x="0" y="439"/>
                  </a:lnTo>
                  <a:lnTo>
                    <a:pt x="37" y="397"/>
                  </a:lnTo>
                  <a:lnTo>
                    <a:pt x="37" y="340"/>
                  </a:lnTo>
                  <a:lnTo>
                    <a:pt x="23" y="302"/>
                  </a:lnTo>
                  <a:lnTo>
                    <a:pt x="25" y="273"/>
                  </a:lnTo>
                  <a:lnTo>
                    <a:pt x="3" y="172"/>
                  </a:lnTo>
                  <a:lnTo>
                    <a:pt x="23" y="172"/>
                  </a:lnTo>
                  <a:lnTo>
                    <a:pt x="53" y="147"/>
                  </a:lnTo>
                  <a:lnTo>
                    <a:pt x="57" y="80"/>
                  </a:lnTo>
                  <a:lnTo>
                    <a:pt x="98" y="74"/>
                  </a:lnTo>
                  <a:lnTo>
                    <a:pt x="125" y="52"/>
                  </a:lnTo>
                  <a:lnTo>
                    <a:pt x="121" y="0"/>
                  </a:lnTo>
                  <a:lnTo>
                    <a:pt x="186" y="31"/>
                  </a:lnTo>
                  <a:lnTo>
                    <a:pt x="270" y="31"/>
                  </a:lnTo>
                  <a:lnTo>
                    <a:pt x="308" y="44"/>
                  </a:lnTo>
                  <a:lnTo>
                    <a:pt x="338" y="48"/>
                  </a:lnTo>
                  <a:lnTo>
                    <a:pt x="375" y="127"/>
                  </a:lnTo>
                  <a:lnTo>
                    <a:pt x="472" y="144"/>
                  </a:lnTo>
                  <a:lnTo>
                    <a:pt x="578" y="204"/>
                  </a:lnTo>
                  <a:lnTo>
                    <a:pt x="624" y="179"/>
                  </a:lnTo>
                  <a:lnTo>
                    <a:pt x="645" y="148"/>
                  </a:lnTo>
                  <a:lnTo>
                    <a:pt x="624" y="115"/>
                  </a:lnTo>
                  <a:lnTo>
                    <a:pt x="628" y="69"/>
                  </a:lnTo>
                  <a:lnTo>
                    <a:pt x="704" y="27"/>
                  </a:lnTo>
                  <a:lnTo>
                    <a:pt x="754" y="19"/>
                  </a:lnTo>
                  <a:lnTo>
                    <a:pt x="812" y="29"/>
                  </a:lnTo>
                  <a:lnTo>
                    <a:pt x="818" y="61"/>
                  </a:lnTo>
                  <a:lnTo>
                    <a:pt x="863" y="80"/>
                  </a:lnTo>
                  <a:lnTo>
                    <a:pt x="908" y="94"/>
                  </a:lnTo>
                  <a:lnTo>
                    <a:pt x="933" y="127"/>
                  </a:lnTo>
                  <a:lnTo>
                    <a:pt x="928" y="170"/>
                  </a:lnTo>
                  <a:lnTo>
                    <a:pt x="902" y="189"/>
                  </a:lnTo>
                  <a:lnTo>
                    <a:pt x="933" y="310"/>
                  </a:lnTo>
                  <a:lnTo>
                    <a:pt x="930" y="571"/>
                  </a:lnTo>
                  <a:lnTo>
                    <a:pt x="924" y="7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555"/>
            <p:cNvSpPr>
              <a:spLocks/>
            </p:cNvSpPr>
            <p:nvPr/>
          </p:nvSpPr>
          <p:spPr bwMode="auto">
            <a:xfrm>
              <a:off x="4918900" y="3788121"/>
              <a:ext cx="385905" cy="478329"/>
            </a:xfrm>
            <a:custGeom>
              <a:avLst/>
              <a:gdLst/>
              <a:ahLst/>
              <a:cxnLst>
                <a:cxn ang="0">
                  <a:pos x="115" y="198"/>
                </a:cxn>
                <a:cxn ang="0">
                  <a:pos x="168" y="188"/>
                </a:cxn>
                <a:cxn ang="0">
                  <a:pos x="178" y="58"/>
                </a:cxn>
                <a:cxn ang="0">
                  <a:pos x="348" y="73"/>
                </a:cxn>
                <a:cxn ang="0">
                  <a:pos x="627" y="58"/>
                </a:cxn>
                <a:cxn ang="0">
                  <a:pos x="647" y="78"/>
                </a:cxn>
                <a:cxn ang="0">
                  <a:pos x="680" y="87"/>
                </a:cxn>
                <a:cxn ang="0">
                  <a:pos x="680" y="47"/>
                </a:cxn>
                <a:cxn ang="0">
                  <a:pos x="733" y="33"/>
                </a:cxn>
                <a:cxn ang="0">
                  <a:pos x="771" y="0"/>
                </a:cxn>
                <a:cxn ang="0">
                  <a:pos x="835" y="50"/>
                </a:cxn>
                <a:cxn ang="0">
                  <a:pos x="860" y="96"/>
                </a:cxn>
                <a:cxn ang="0">
                  <a:pos x="864" y="197"/>
                </a:cxn>
                <a:cxn ang="0">
                  <a:pos x="864" y="239"/>
                </a:cxn>
                <a:cxn ang="0">
                  <a:pos x="953" y="324"/>
                </a:cxn>
                <a:cxn ang="0">
                  <a:pos x="860" y="379"/>
                </a:cxn>
                <a:cxn ang="0">
                  <a:pos x="825" y="442"/>
                </a:cxn>
                <a:cxn ang="0">
                  <a:pos x="817" y="543"/>
                </a:cxn>
                <a:cxn ang="0">
                  <a:pos x="809" y="661"/>
                </a:cxn>
                <a:cxn ang="0">
                  <a:pos x="750" y="673"/>
                </a:cxn>
                <a:cxn ang="0">
                  <a:pos x="742" y="736"/>
                </a:cxn>
                <a:cxn ang="0">
                  <a:pos x="692" y="761"/>
                </a:cxn>
                <a:cxn ang="0">
                  <a:pos x="686" y="841"/>
                </a:cxn>
                <a:cxn ang="0">
                  <a:pos x="645" y="900"/>
                </a:cxn>
                <a:cxn ang="0">
                  <a:pos x="717" y="1001"/>
                </a:cxn>
                <a:cxn ang="0">
                  <a:pos x="742" y="1065"/>
                </a:cxn>
                <a:cxn ang="0">
                  <a:pos x="788" y="1115"/>
                </a:cxn>
                <a:cxn ang="0">
                  <a:pos x="678" y="1127"/>
                </a:cxn>
                <a:cxn ang="0">
                  <a:pos x="640" y="1173"/>
                </a:cxn>
                <a:cxn ang="0">
                  <a:pos x="556" y="1179"/>
                </a:cxn>
                <a:cxn ang="0">
                  <a:pos x="514" y="1165"/>
                </a:cxn>
                <a:cxn ang="0">
                  <a:pos x="489" y="1179"/>
                </a:cxn>
                <a:cxn ang="0">
                  <a:pos x="443" y="1123"/>
                </a:cxn>
                <a:cxn ang="0">
                  <a:pos x="413" y="1127"/>
                </a:cxn>
                <a:cxn ang="0">
                  <a:pos x="375" y="1115"/>
                </a:cxn>
                <a:cxn ang="0">
                  <a:pos x="363" y="1127"/>
                </a:cxn>
                <a:cxn ang="0">
                  <a:pos x="333" y="1127"/>
                </a:cxn>
                <a:cxn ang="0">
                  <a:pos x="310" y="1090"/>
                </a:cxn>
                <a:cxn ang="0">
                  <a:pos x="295" y="1065"/>
                </a:cxn>
                <a:cxn ang="0">
                  <a:pos x="232" y="1022"/>
                </a:cxn>
                <a:cxn ang="0">
                  <a:pos x="228" y="980"/>
                </a:cxn>
                <a:cxn ang="0">
                  <a:pos x="182" y="934"/>
                </a:cxn>
                <a:cxn ang="0">
                  <a:pos x="152" y="926"/>
                </a:cxn>
                <a:cxn ang="0">
                  <a:pos x="131" y="893"/>
                </a:cxn>
                <a:cxn ang="0">
                  <a:pos x="97" y="879"/>
                </a:cxn>
                <a:cxn ang="0">
                  <a:pos x="101" y="808"/>
                </a:cxn>
                <a:cxn ang="0">
                  <a:pos x="68" y="761"/>
                </a:cxn>
                <a:cxn ang="0">
                  <a:pos x="76" y="744"/>
                </a:cxn>
                <a:cxn ang="0">
                  <a:pos x="72" y="723"/>
                </a:cxn>
                <a:cxn ang="0">
                  <a:pos x="29" y="694"/>
                </a:cxn>
                <a:cxn ang="0">
                  <a:pos x="29" y="661"/>
                </a:cxn>
                <a:cxn ang="0">
                  <a:pos x="0" y="632"/>
                </a:cxn>
                <a:cxn ang="0">
                  <a:pos x="13" y="610"/>
                </a:cxn>
                <a:cxn ang="0">
                  <a:pos x="29" y="526"/>
                </a:cxn>
                <a:cxn ang="0">
                  <a:pos x="42" y="504"/>
                </a:cxn>
                <a:cxn ang="0">
                  <a:pos x="38" y="462"/>
                </a:cxn>
                <a:cxn ang="0">
                  <a:pos x="114" y="450"/>
                </a:cxn>
                <a:cxn ang="0">
                  <a:pos x="115" y="198"/>
                </a:cxn>
              </a:cxnLst>
              <a:rect l="0" t="0" r="r" b="b"/>
              <a:pathLst>
                <a:path w="953" h="1179">
                  <a:moveTo>
                    <a:pt x="115" y="198"/>
                  </a:moveTo>
                  <a:lnTo>
                    <a:pt x="168" y="188"/>
                  </a:lnTo>
                  <a:lnTo>
                    <a:pt x="178" y="58"/>
                  </a:lnTo>
                  <a:lnTo>
                    <a:pt x="348" y="73"/>
                  </a:lnTo>
                  <a:lnTo>
                    <a:pt x="627" y="58"/>
                  </a:lnTo>
                  <a:lnTo>
                    <a:pt x="647" y="78"/>
                  </a:lnTo>
                  <a:lnTo>
                    <a:pt x="680" y="87"/>
                  </a:lnTo>
                  <a:lnTo>
                    <a:pt x="680" y="47"/>
                  </a:lnTo>
                  <a:lnTo>
                    <a:pt x="733" y="33"/>
                  </a:lnTo>
                  <a:lnTo>
                    <a:pt x="771" y="0"/>
                  </a:lnTo>
                  <a:lnTo>
                    <a:pt x="835" y="50"/>
                  </a:lnTo>
                  <a:lnTo>
                    <a:pt x="860" y="96"/>
                  </a:lnTo>
                  <a:lnTo>
                    <a:pt x="864" y="197"/>
                  </a:lnTo>
                  <a:lnTo>
                    <a:pt x="864" y="239"/>
                  </a:lnTo>
                  <a:lnTo>
                    <a:pt x="953" y="324"/>
                  </a:lnTo>
                  <a:lnTo>
                    <a:pt x="860" y="379"/>
                  </a:lnTo>
                  <a:lnTo>
                    <a:pt x="825" y="442"/>
                  </a:lnTo>
                  <a:lnTo>
                    <a:pt x="817" y="543"/>
                  </a:lnTo>
                  <a:lnTo>
                    <a:pt x="809" y="661"/>
                  </a:lnTo>
                  <a:lnTo>
                    <a:pt x="750" y="673"/>
                  </a:lnTo>
                  <a:lnTo>
                    <a:pt x="742" y="736"/>
                  </a:lnTo>
                  <a:lnTo>
                    <a:pt x="692" y="761"/>
                  </a:lnTo>
                  <a:lnTo>
                    <a:pt x="686" y="841"/>
                  </a:lnTo>
                  <a:lnTo>
                    <a:pt x="645" y="900"/>
                  </a:lnTo>
                  <a:lnTo>
                    <a:pt x="717" y="1001"/>
                  </a:lnTo>
                  <a:lnTo>
                    <a:pt x="742" y="1065"/>
                  </a:lnTo>
                  <a:lnTo>
                    <a:pt x="788" y="1115"/>
                  </a:lnTo>
                  <a:lnTo>
                    <a:pt x="678" y="1127"/>
                  </a:lnTo>
                  <a:lnTo>
                    <a:pt x="640" y="1173"/>
                  </a:lnTo>
                  <a:lnTo>
                    <a:pt x="556" y="1179"/>
                  </a:lnTo>
                  <a:lnTo>
                    <a:pt x="514" y="1165"/>
                  </a:lnTo>
                  <a:lnTo>
                    <a:pt x="489" y="1179"/>
                  </a:lnTo>
                  <a:lnTo>
                    <a:pt x="443" y="1123"/>
                  </a:lnTo>
                  <a:lnTo>
                    <a:pt x="413" y="1127"/>
                  </a:lnTo>
                  <a:lnTo>
                    <a:pt x="375" y="1115"/>
                  </a:lnTo>
                  <a:lnTo>
                    <a:pt x="363" y="1127"/>
                  </a:lnTo>
                  <a:lnTo>
                    <a:pt x="333" y="1127"/>
                  </a:lnTo>
                  <a:lnTo>
                    <a:pt x="310" y="1090"/>
                  </a:lnTo>
                  <a:lnTo>
                    <a:pt x="295" y="1065"/>
                  </a:lnTo>
                  <a:lnTo>
                    <a:pt x="232" y="1022"/>
                  </a:lnTo>
                  <a:lnTo>
                    <a:pt x="228" y="980"/>
                  </a:lnTo>
                  <a:lnTo>
                    <a:pt x="182" y="934"/>
                  </a:lnTo>
                  <a:lnTo>
                    <a:pt x="152" y="926"/>
                  </a:lnTo>
                  <a:lnTo>
                    <a:pt x="131" y="893"/>
                  </a:lnTo>
                  <a:lnTo>
                    <a:pt x="97" y="879"/>
                  </a:lnTo>
                  <a:lnTo>
                    <a:pt x="101" y="808"/>
                  </a:lnTo>
                  <a:lnTo>
                    <a:pt x="68" y="761"/>
                  </a:lnTo>
                  <a:lnTo>
                    <a:pt x="76" y="744"/>
                  </a:lnTo>
                  <a:lnTo>
                    <a:pt x="72" y="723"/>
                  </a:lnTo>
                  <a:lnTo>
                    <a:pt x="29" y="694"/>
                  </a:lnTo>
                  <a:lnTo>
                    <a:pt x="29" y="661"/>
                  </a:lnTo>
                  <a:lnTo>
                    <a:pt x="0" y="632"/>
                  </a:lnTo>
                  <a:lnTo>
                    <a:pt x="13" y="610"/>
                  </a:lnTo>
                  <a:lnTo>
                    <a:pt x="29" y="526"/>
                  </a:lnTo>
                  <a:lnTo>
                    <a:pt x="42" y="504"/>
                  </a:lnTo>
                  <a:lnTo>
                    <a:pt x="38" y="462"/>
                  </a:lnTo>
                  <a:lnTo>
                    <a:pt x="114" y="450"/>
                  </a:lnTo>
                  <a:lnTo>
                    <a:pt x="115" y="19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556"/>
            <p:cNvSpPr>
              <a:spLocks/>
            </p:cNvSpPr>
            <p:nvPr/>
          </p:nvSpPr>
          <p:spPr bwMode="auto">
            <a:xfrm>
              <a:off x="5249677" y="3919458"/>
              <a:ext cx="152417" cy="141067"/>
            </a:xfrm>
            <a:custGeom>
              <a:avLst/>
              <a:gdLst/>
              <a:ahLst/>
              <a:cxnLst>
                <a:cxn ang="0">
                  <a:pos x="375" y="308"/>
                </a:cxn>
                <a:cxn ang="0">
                  <a:pos x="354" y="341"/>
                </a:cxn>
                <a:cxn ang="0">
                  <a:pos x="329" y="349"/>
                </a:cxn>
                <a:cxn ang="0">
                  <a:pos x="275" y="265"/>
                </a:cxn>
                <a:cxn ang="0">
                  <a:pos x="207" y="227"/>
                </a:cxn>
                <a:cxn ang="0">
                  <a:pos x="157" y="206"/>
                </a:cxn>
                <a:cxn ang="0">
                  <a:pos x="0" y="219"/>
                </a:cxn>
                <a:cxn ang="0">
                  <a:pos x="8" y="118"/>
                </a:cxn>
                <a:cxn ang="0">
                  <a:pos x="43" y="55"/>
                </a:cxn>
                <a:cxn ang="0">
                  <a:pos x="136" y="0"/>
                </a:cxn>
                <a:cxn ang="0">
                  <a:pos x="157" y="76"/>
                </a:cxn>
                <a:cxn ang="0">
                  <a:pos x="194" y="155"/>
                </a:cxn>
                <a:cxn ang="0">
                  <a:pos x="223" y="168"/>
                </a:cxn>
                <a:cxn ang="0">
                  <a:pos x="300" y="219"/>
                </a:cxn>
                <a:cxn ang="0">
                  <a:pos x="375" y="308"/>
                </a:cxn>
              </a:cxnLst>
              <a:rect l="0" t="0" r="r" b="b"/>
              <a:pathLst>
                <a:path w="375" h="349">
                  <a:moveTo>
                    <a:pt x="375" y="308"/>
                  </a:moveTo>
                  <a:lnTo>
                    <a:pt x="354" y="341"/>
                  </a:lnTo>
                  <a:lnTo>
                    <a:pt x="329" y="349"/>
                  </a:lnTo>
                  <a:lnTo>
                    <a:pt x="275" y="265"/>
                  </a:lnTo>
                  <a:lnTo>
                    <a:pt x="207" y="227"/>
                  </a:lnTo>
                  <a:lnTo>
                    <a:pt x="157" y="206"/>
                  </a:lnTo>
                  <a:lnTo>
                    <a:pt x="0" y="219"/>
                  </a:lnTo>
                  <a:lnTo>
                    <a:pt x="8" y="118"/>
                  </a:lnTo>
                  <a:lnTo>
                    <a:pt x="43" y="55"/>
                  </a:lnTo>
                  <a:lnTo>
                    <a:pt x="136" y="0"/>
                  </a:lnTo>
                  <a:lnTo>
                    <a:pt x="157" y="76"/>
                  </a:lnTo>
                  <a:lnTo>
                    <a:pt x="194" y="155"/>
                  </a:lnTo>
                  <a:lnTo>
                    <a:pt x="223" y="168"/>
                  </a:lnTo>
                  <a:lnTo>
                    <a:pt x="300" y="219"/>
                  </a:lnTo>
                  <a:lnTo>
                    <a:pt x="375" y="30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557"/>
            <p:cNvSpPr>
              <a:spLocks/>
            </p:cNvSpPr>
            <p:nvPr/>
          </p:nvSpPr>
          <p:spPr bwMode="auto">
            <a:xfrm>
              <a:off x="5179953" y="4002152"/>
              <a:ext cx="356720" cy="264296"/>
            </a:xfrm>
            <a:custGeom>
              <a:avLst/>
              <a:gdLst/>
              <a:ahLst/>
              <a:cxnLst>
                <a:cxn ang="0">
                  <a:pos x="143" y="585"/>
                </a:cxn>
                <a:cxn ang="0">
                  <a:pos x="97" y="535"/>
                </a:cxn>
                <a:cxn ang="0">
                  <a:pos x="72" y="471"/>
                </a:cxn>
                <a:cxn ang="0">
                  <a:pos x="0" y="370"/>
                </a:cxn>
                <a:cxn ang="0">
                  <a:pos x="41" y="311"/>
                </a:cxn>
                <a:cxn ang="0">
                  <a:pos x="47" y="231"/>
                </a:cxn>
                <a:cxn ang="0">
                  <a:pos x="97" y="206"/>
                </a:cxn>
                <a:cxn ang="0">
                  <a:pos x="105" y="143"/>
                </a:cxn>
                <a:cxn ang="0">
                  <a:pos x="164" y="131"/>
                </a:cxn>
                <a:cxn ang="0">
                  <a:pos x="172" y="13"/>
                </a:cxn>
                <a:cxn ang="0">
                  <a:pos x="329" y="0"/>
                </a:cxn>
                <a:cxn ang="0">
                  <a:pos x="379" y="21"/>
                </a:cxn>
                <a:cxn ang="0">
                  <a:pos x="447" y="59"/>
                </a:cxn>
                <a:cxn ang="0">
                  <a:pos x="501" y="143"/>
                </a:cxn>
                <a:cxn ang="0">
                  <a:pos x="493" y="189"/>
                </a:cxn>
                <a:cxn ang="0">
                  <a:pos x="514" y="214"/>
                </a:cxn>
                <a:cxn ang="0">
                  <a:pos x="551" y="219"/>
                </a:cxn>
                <a:cxn ang="0">
                  <a:pos x="555" y="274"/>
                </a:cxn>
                <a:cxn ang="0">
                  <a:pos x="594" y="316"/>
                </a:cxn>
                <a:cxn ang="0">
                  <a:pos x="623" y="320"/>
                </a:cxn>
                <a:cxn ang="0">
                  <a:pos x="690" y="353"/>
                </a:cxn>
                <a:cxn ang="0">
                  <a:pos x="833" y="374"/>
                </a:cxn>
                <a:cxn ang="0">
                  <a:pos x="880" y="370"/>
                </a:cxn>
                <a:cxn ang="0">
                  <a:pos x="864" y="417"/>
                </a:cxn>
                <a:cxn ang="0">
                  <a:pos x="673" y="560"/>
                </a:cxn>
                <a:cxn ang="0">
                  <a:pos x="547" y="589"/>
                </a:cxn>
                <a:cxn ang="0">
                  <a:pos x="501" y="623"/>
                </a:cxn>
                <a:cxn ang="0">
                  <a:pos x="400" y="614"/>
                </a:cxn>
                <a:cxn ang="0">
                  <a:pos x="345" y="649"/>
                </a:cxn>
                <a:cxn ang="0">
                  <a:pos x="282" y="639"/>
                </a:cxn>
                <a:cxn ang="0">
                  <a:pos x="180" y="593"/>
                </a:cxn>
                <a:cxn ang="0">
                  <a:pos x="143" y="585"/>
                </a:cxn>
              </a:cxnLst>
              <a:rect l="0" t="0" r="r" b="b"/>
              <a:pathLst>
                <a:path w="880" h="649">
                  <a:moveTo>
                    <a:pt x="143" y="585"/>
                  </a:moveTo>
                  <a:lnTo>
                    <a:pt x="97" y="535"/>
                  </a:lnTo>
                  <a:lnTo>
                    <a:pt x="72" y="471"/>
                  </a:lnTo>
                  <a:lnTo>
                    <a:pt x="0" y="370"/>
                  </a:lnTo>
                  <a:lnTo>
                    <a:pt x="41" y="311"/>
                  </a:lnTo>
                  <a:lnTo>
                    <a:pt x="47" y="231"/>
                  </a:lnTo>
                  <a:lnTo>
                    <a:pt x="97" y="206"/>
                  </a:lnTo>
                  <a:lnTo>
                    <a:pt x="105" y="143"/>
                  </a:lnTo>
                  <a:lnTo>
                    <a:pt x="164" y="131"/>
                  </a:lnTo>
                  <a:lnTo>
                    <a:pt x="172" y="13"/>
                  </a:lnTo>
                  <a:lnTo>
                    <a:pt x="329" y="0"/>
                  </a:lnTo>
                  <a:lnTo>
                    <a:pt x="379" y="21"/>
                  </a:lnTo>
                  <a:lnTo>
                    <a:pt x="447" y="59"/>
                  </a:lnTo>
                  <a:lnTo>
                    <a:pt x="501" y="143"/>
                  </a:lnTo>
                  <a:lnTo>
                    <a:pt x="493" y="189"/>
                  </a:lnTo>
                  <a:lnTo>
                    <a:pt x="514" y="214"/>
                  </a:lnTo>
                  <a:lnTo>
                    <a:pt x="551" y="219"/>
                  </a:lnTo>
                  <a:lnTo>
                    <a:pt x="555" y="274"/>
                  </a:lnTo>
                  <a:lnTo>
                    <a:pt x="594" y="316"/>
                  </a:lnTo>
                  <a:lnTo>
                    <a:pt x="623" y="320"/>
                  </a:lnTo>
                  <a:lnTo>
                    <a:pt x="690" y="353"/>
                  </a:lnTo>
                  <a:lnTo>
                    <a:pt x="833" y="374"/>
                  </a:lnTo>
                  <a:lnTo>
                    <a:pt x="880" y="370"/>
                  </a:lnTo>
                  <a:lnTo>
                    <a:pt x="864" y="417"/>
                  </a:lnTo>
                  <a:lnTo>
                    <a:pt x="673" y="560"/>
                  </a:lnTo>
                  <a:lnTo>
                    <a:pt x="547" y="589"/>
                  </a:lnTo>
                  <a:lnTo>
                    <a:pt x="501" y="623"/>
                  </a:lnTo>
                  <a:lnTo>
                    <a:pt x="400" y="614"/>
                  </a:lnTo>
                  <a:lnTo>
                    <a:pt x="345" y="649"/>
                  </a:lnTo>
                  <a:lnTo>
                    <a:pt x="282" y="639"/>
                  </a:lnTo>
                  <a:lnTo>
                    <a:pt x="180" y="593"/>
                  </a:lnTo>
                  <a:lnTo>
                    <a:pt x="143" y="58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558"/>
            <p:cNvSpPr>
              <a:spLocks/>
            </p:cNvSpPr>
            <p:nvPr/>
          </p:nvSpPr>
          <p:spPr bwMode="auto">
            <a:xfrm>
              <a:off x="5368041" y="4062147"/>
              <a:ext cx="235111" cy="321048"/>
            </a:xfrm>
            <a:custGeom>
              <a:avLst/>
              <a:gdLst/>
              <a:ahLst/>
              <a:cxnLst>
                <a:cxn ang="0">
                  <a:pos x="33" y="788"/>
                </a:cxn>
                <a:cxn ang="0">
                  <a:pos x="91" y="719"/>
                </a:cxn>
                <a:cxn ang="0">
                  <a:pos x="122" y="677"/>
                </a:cxn>
                <a:cxn ang="0">
                  <a:pos x="189" y="626"/>
                </a:cxn>
                <a:cxn ang="0">
                  <a:pos x="261" y="572"/>
                </a:cxn>
                <a:cxn ang="0">
                  <a:pos x="315" y="547"/>
                </a:cxn>
                <a:cxn ang="0">
                  <a:pos x="362" y="491"/>
                </a:cxn>
                <a:cxn ang="0">
                  <a:pos x="420" y="408"/>
                </a:cxn>
                <a:cxn ang="0">
                  <a:pos x="441" y="370"/>
                </a:cxn>
                <a:cxn ang="0">
                  <a:pos x="466" y="323"/>
                </a:cxn>
                <a:cxn ang="0">
                  <a:pos x="479" y="290"/>
                </a:cxn>
                <a:cxn ang="0">
                  <a:pos x="555" y="188"/>
                </a:cxn>
                <a:cxn ang="0">
                  <a:pos x="572" y="122"/>
                </a:cxn>
                <a:cxn ang="0">
                  <a:pos x="580" y="20"/>
                </a:cxn>
                <a:cxn ang="0">
                  <a:pos x="563" y="0"/>
                </a:cxn>
                <a:cxn ang="0">
                  <a:pos x="547" y="0"/>
                </a:cxn>
                <a:cxn ang="0">
                  <a:pos x="513" y="20"/>
                </a:cxn>
                <a:cxn ang="0">
                  <a:pos x="433" y="41"/>
                </a:cxn>
                <a:cxn ang="0">
                  <a:pos x="416" y="54"/>
                </a:cxn>
                <a:cxn ang="0">
                  <a:pos x="369" y="54"/>
                </a:cxn>
                <a:cxn ang="0">
                  <a:pos x="323" y="75"/>
                </a:cxn>
                <a:cxn ang="0">
                  <a:pos x="240" y="91"/>
                </a:cxn>
                <a:cxn ang="0">
                  <a:pos x="209" y="105"/>
                </a:cxn>
                <a:cxn ang="0">
                  <a:pos x="172" y="97"/>
                </a:cxn>
                <a:cxn ang="0">
                  <a:pos x="126" y="50"/>
                </a:cxn>
                <a:cxn ang="0">
                  <a:pos x="87" y="70"/>
                </a:cxn>
                <a:cxn ang="0">
                  <a:pos x="91" y="126"/>
                </a:cxn>
                <a:cxn ang="0">
                  <a:pos x="130" y="168"/>
                </a:cxn>
                <a:cxn ang="0">
                  <a:pos x="159" y="172"/>
                </a:cxn>
                <a:cxn ang="0">
                  <a:pos x="226" y="205"/>
                </a:cxn>
                <a:cxn ang="0">
                  <a:pos x="369" y="226"/>
                </a:cxn>
                <a:cxn ang="0">
                  <a:pos x="416" y="222"/>
                </a:cxn>
                <a:cxn ang="0">
                  <a:pos x="399" y="269"/>
                </a:cxn>
                <a:cxn ang="0">
                  <a:pos x="209" y="412"/>
                </a:cxn>
                <a:cxn ang="0">
                  <a:pos x="83" y="441"/>
                </a:cxn>
                <a:cxn ang="0">
                  <a:pos x="37" y="475"/>
                </a:cxn>
                <a:cxn ang="0">
                  <a:pos x="0" y="507"/>
                </a:cxn>
                <a:cxn ang="0">
                  <a:pos x="0" y="764"/>
                </a:cxn>
                <a:cxn ang="0">
                  <a:pos x="33" y="788"/>
                </a:cxn>
              </a:cxnLst>
              <a:rect l="0" t="0" r="r" b="b"/>
              <a:pathLst>
                <a:path w="580" h="788">
                  <a:moveTo>
                    <a:pt x="33" y="788"/>
                  </a:moveTo>
                  <a:lnTo>
                    <a:pt x="91" y="719"/>
                  </a:lnTo>
                  <a:lnTo>
                    <a:pt x="122" y="677"/>
                  </a:lnTo>
                  <a:lnTo>
                    <a:pt x="189" y="626"/>
                  </a:lnTo>
                  <a:lnTo>
                    <a:pt x="261" y="572"/>
                  </a:lnTo>
                  <a:lnTo>
                    <a:pt x="315" y="547"/>
                  </a:lnTo>
                  <a:lnTo>
                    <a:pt x="362" y="491"/>
                  </a:lnTo>
                  <a:lnTo>
                    <a:pt x="420" y="408"/>
                  </a:lnTo>
                  <a:lnTo>
                    <a:pt x="441" y="370"/>
                  </a:lnTo>
                  <a:lnTo>
                    <a:pt x="466" y="323"/>
                  </a:lnTo>
                  <a:lnTo>
                    <a:pt x="479" y="290"/>
                  </a:lnTo>
                  <a:lnTo>
                    <a:pt x="555" y="188"/>
                  </a:lnTo>
                  <a:lnTo>
                    <a:pt x="572" y="122"/>
                  </a:lnTo>
                  <a:lnTo>
                    <a:pt x="580" y="20"/>
                  </a:lnTo>
                  <a:lnTo>
                    <a:pt x="563" y="0"/>
                  </a:lnTo>
                  <a:lnTo>
                    <a:pt x="547" y="0"/>
                  </a:lnTo>
                  <a:lnTo>
                    <a:pt x="513" y="20"/>
                  </a:lnTo>
                  <a:lnTo>
                    <a:pt x="433" y="41"/>
                  </a:lnTo>
                  <a:lnTo>
                    <a:pt x="416" y="54"/>
                  </a:lnTo>
                  <a:lnTo>
                    <a:pt x="369" y="54"/>
                  </a:lnTo>
                  <a:lnTo>
                    <a:pt x="323" y="75"/>
                  </a:lnTo>
                  <a:lnTo>
                    <a:pt x="240" y="91"/>
                  </a:lnTo>
                  <a:lnTo>
                    <a:pt x="209" y="105"/>
                  </a:lnTo>
                  <a:lnTo>
                    <a:pt x="172" y="97"/>
                  </a:lnTo>
                  <a:lnTo>
                    <a:pt x="126" y="50"/>
                  </a:lnTo>
                  <a:lnTo>
                    <a:pt x="87" y="70"/>
                  </a:lnTo>
                  <a:lnTo>
                    <a:pt x="91" y="126"/>
                  </a:lnTo>
                  <a:lnTo>
                    <a:pt x="130" y="168"/>
                  </a:lnTo>
                  <a:lnTo>
                    <a:pt x="159" y="172"/>
                  </a:lnTo>
                  <a:lnTo>
                    <a:pt x="226" y="205"/>
                  </a:lnTo>
                  <a:lnTo>
                    <a:pt x="369" y="226"/>
                  </a:lnTo>
                  <a:lnTo>
                    <a:pt x="416" y="222"/>
                  </a:lnTo>
                  <a:lnTo>
                    <a:pt x="399" y="269"/>
                  </a:lnTo>
                  <a:lnTo>
                    <a:pt x="209" y="412"/>
                  </a:lnTo>
                  <a:lnTo>
                    <a:pt x="83" y="441"/>
                  </a:lnTo>
                  <a:lnTo>
                    <a:pt x="37" y="475"/>
                  </a:lnTo>
                  <a:lnTo>
                    <a:pt x="0" y="507"/>
                  </a:lnTo>
                  <a:lnTo>
                    <a:pt x="0" y="764"/>
                  </a:lnTo>
                  <a:lnTo>
                    <a:pt x="33" y="78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559"/>
            <p:cNvSpPr>
              <a:spLocks/>
            </p:cNvSpPr>
            <p:nvPr/>
          </p:nvSpPr>
          <p:spPr bwMode="auto">
            <a:xfrm>
              <a:off x="4395170" y="3781636"/>
              <a:ext cx="381041" cy="286996"/>
            </a:xfrm>
            <a:custGeom>
              <a:avLst/>
              <a:gdLst/>
              <a:ahLst/>
              <a:cxnLst>
                <a:cxn ang="0">
                  <a:pos x="334" y="266"/>
                </a:cxn>
                <a:cxn ang="0">
                  <a:pos x="264" y="266"/>
                </a:cxn>
                <a:cxn ang="0">
                  <a:pos x="186" y="506"/>
                </a:cxn>
                <a:cxn ang="0">
                  <a:pos x="122" y="513"/>
                </a:cxn>
                <a:cxn ang="0">
                  <a:pos x="89" y="531"/>
                </a:cxn>
                <a:cxn ang="0">
                  <a:pos x="0" y="535"/>
                </a:cxn>
                <a:cxn ang="0">
                  <a:pos x="4" y="576"/>
                </a:cxn>
                <a:cxn ang="0">
                  <a:pos x="29" y="606"/>
                </a:cxn>
                <a:cxn ang="0">
                  <a:pos x="60" y="606"/>
                </a:cxn>
                <a:cxn ang="0">
                  <a:pos x="68" y="649"/>
                </a:cxn>
                <a:cxn ang="0">
                  <a:pos x="118" y="686"/>
                </a:cxn>
                <a:cxn ang="0">
                  <a:pos x="129" y="710"/>
                </a:cxn>
                <a:cxn ang="0">
                  <a:pos x="178" y="703"/>
                </a:cxn>
                <a:cxn ang="0">
                  <a:pos x="198" y="699"/>
                </a:cxn>
                <a:cxn ang="0">
                  <a:pos x="228" y="622"/>
                </a:cxn>
                <a:cxn ang="0">
                  <a:pos x="269" y="589"/>
                </a:cxn>
                <a:cxn ang="0">
                  <a:pos x="362" y="597"/>
                </a:cxn>
                <a:cxn ang="0">
                  <a:pos x="408" y="649"/>
                </a:cxn>
                <a:cxn ang="0">
                  <a:pos x="468" y="649"/>
                </a:cxn>
                <a:cxn ang="0">
                  <a:pos x="518" y="660"/>
                </a:cxn>
                <a:cxn ang="0">
                  <a:pos x="560" y="653"/>
                </a:cxn>
                <a:cxn ang="0">
                  <a:pos x="590" y="614"/>
                </a:cxn>
                <a:cxn ang="0">
                  <a:pos x="704" y="635"/>
                </a:cxn>
                <a:cxn ang="0">
                  <a:pos x="792" y="602"/>
                </a:cxn>
                <a:cxn ang="0">
                  <a:pos x="804" y="525"/>
                </a:cxn>
                <a:cxn ang="0">
                  <a:pos x="910" y="407"/>
                </a:cxn>
                <a:cxn ang="0">
                  <a:pos x="914" y="239"/>
                </a:cxn>
                <a:cxn ang="0">
                  <a:pos x="943" y="189"/>
                </a:cxn>
                <a:cxn ang="0">
                  <a:pos x="893" y="127"/>
                </a:cxn>
                <a:cxn ang="0">
                  <a:pos x="867" y="42"/>
                </a:cxn>
                <a:cxn ang="0">
                  <a:pos x="705" y="0"/>
                </a:cxn>
                <a:cxn ang="0">
                  <a:pos x="334" y="266"/>
                </a:cxn>
              </a:cxnLst>
              <a:rect l="0" t="0" r="r" b="b"/>
              <a:pathLst>
                <a:path w="943" h="710">
                  <a:moveTo>
                    <a:pt x="334" y="266"/>
                  </a:moveTo>
                  <a:lnTo>
                    <a:pt x="264" y="266"/>
                  </a:lnTo>
                  <a:lnTo>
                    <a:pt x="186" y="506"/>
                  </a:lnTo>
                  <a:lnTo>
                    <a:pt x="122" y="513"/>
                  </a:lnTo>
                  <a:lnTo>
                    <a:pt x="89" y="531"/>
                  </a:lnTo>
                  <a:lnTo>
                    <a:pt x="0" y="535"/>
                  </a:lnTo>
                  <a:lnTo>
                    <a:pt x="4" y="576"/>
                  </a:lnTo>
                  <a:lnTo>
                    <a:pt x="29" y="606"/>
                  </a:lnTo>
                  <a:lnTo>
                    <a:pt x="60" y="606"/>
                  </a:lnTo>
                  <a:lnTo>
                    <a:pt x="68" y="649"/>
                  </a:lnTo>
                  <a:lnTo>
                    <a:pt x="118" y="686"/>
                  </a:lnTo>
                  <a:lnTo>
                    <a:pt x="129" y="710"/>
                  </a:lnTo>
                  <a:lnTo>
                    <a:pt x="178" y="703"/>
                  </a:lnTo>
                  <a:lnTo>
                    <a:pt x="198" y="699"/>
                  </a:lnTo>
                  <a:lnTo>
                    <a:pt x="228" y="622"/>
                  </a:lnTo>
                  <a:lnTo>
                    <a:pt x="269" y="589"/>
                  </a:lnTo>
                  <a:lnTo>
                    <a:pt x="362" y="597"/>
                  </a:lnTo>
                  <a:lnTo>
                    <a:pt x="408" y="649"/>
                  </a:lnTo>
                  <a:lnTo>
                    <a:pt x="468" y="649"/>
                  </a:lnTo>
                  <a:lnTo>
                    <a:pt x="518" y="660"/>
                  </a:lnTo>
                  <a:lnTo>
                    <a:pt x="560" y="653"/>
                  </a:lnTo>
                  <a:lnTo>
                    <a:pt x="590" y="614"/>
                  </a:lnTo>
                  <a:lnTo>
                    <a:pt x="704" y="635"/>
                  </a:lnTo>
                  <a:lnTo>
                    <a:pt x="792" y="602"/>
                  </a:lnTo>
                  <a:lnTo>
                    <a:pt x="804" y="525"/>
                  </a:lnTo>
                  <a:lnTo>
                    <a:pt x="910" y="407"/>
                  </a:lnTo>
                  <a:lnTo>
                    <a:pt x="914" y="239"/>
                  </a:lnTo>
                  <a:lnTo>
                    <a:pt x="943" y="189"/>
                  </a:lnTo>
                  <a:lnTo>
                    <a:pt x="893" y="127"/>
                  </a:lnTo>
                  <a:lnTo>
                    <a:pt x="867" y="42"/>
                  </a:lnTo>
                  <a:lnTo>
                    <a:pt x="705" y="0"/>
                  </a:lnTo>
                  <a:lnTo>
                    <a:pt x="334" y="26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560"/>
            <p:cNvSpPr>
              <a:spLocks/>
            </p:cNvSpPr>
            <p:nvPr/>
          </p:nvSpPr>
          <p:spPr bwMode="auto">
            <a:xfrm>
              <a:off x="3991428" y="4021610"/>
              <a:ext cx="74586" cy="22700"/>
            </a:xfrm>
            <a:custGeom>
              <a:avLst/>
              <a:gdLst/>
              <a:ahLst/>
              <a:cxnLst>
                <a:cxn ang="0">
                  <a:pos x="0" y="50"/>
                </a:cxn>
                <a:cxn ang="0">
                  <a:pos x="8" y="21"/>
                </a:cxn>
                <a:cxn ang="0">
                  <a:pos x="0" y="8"/>
                </a:cxn>
                <a:cxn ang="0">
                  <a:pos x="110" y="0"/>
                </a:cxn>
                <a:cxn ang="0">
                  <a:pos x="160" y="12"/>
                </a:cxn>
                <a:cxn ang="0">
                  <a:pos x="181" y="42"/>
                </a:cxn>
                <a:cxn ang="0">
                  <a:pos x="156" y="54"/>
                </a:cxn>
                <a:cxn ang="0">
                  <a:pos x="98" y="42"/>
                </a:cxn>
                <a:cxn ang="0">
                  <a:pos x="0" y="50"/>
                </a:cxn>
              </a:cxnLst>
              <a:rect l="0" t="0" r="r" b="b"/>
              <a:pathLst>
                <a:path w="181" h="54">
                  <a:moveTo>
                    <a:pt x="0" y="50"/>
                  </a:moveTo>
                  <a:lnTo>
                    <a:pt x="8" y="21"/>
                  </a:lnTo>
                  <a:lnTo>
                    <a:pt x="0" y="8"/>
                  </a:lnTo>
                  <a:lnTo>
                    <a:pt x="110" y="0"/>
                  </a:lnTo>
                  <a:lnTo>
                    <a:pt x="160" y="12"/>
                  </a:lnTo>
                  <a:lnTo>
                    <a:pt x="181" y="42"/>
                  </a:lnTo>
                  <a:lnTo>
                    <a:pt x="156" y="54"/>
                  </a:lnTo>
                  <a:lnTo>
                    <a:pt x="98" y="42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561"/>
            <p:cNvSpPr>
              <a:spLocks/>
            </p:cNvSpPr>
            <p:nvPr/>
          </p:nvSpPr>
          <p:spPr bwMode="auto">
            <a:xfrm>
              <a:off x="3980078" y="3679484"/>
              <a:ext cx="301591" cy="317804"/>
            </a:xfrm>
            <a:custGeom>
              <a:avLst/>
              <a:gdLst/>
              <a:ahLst/>
              <a:cxnLst>
                <a:cxn ang="0">
                  <a:pos x="511" y="0"/>
                </a:cxn>
                <a:cxn ang="0">
                  <a:pos x="500" y="84"/>
                </a:cxn>
                <a:cxn ang="0">
                  <a:pos x="303" y="84"/>
                </a:cxn>
                <a:cxn ang="0">
                  <a:pos x="312" y="252"/>
                </a:cxn>
                <a:cxn ang="0">
                  <a:pos x="262" y="255"/>
                </a:cxn>
                <a:cxn ang="0">
                  <a:pos x="240" y="312"/>
                </a:cxn>
                <a:cxn ang="0">
                  <a:pos x="242" y="387"/>
                </a:cxn>
                <a:cxn ang="0">
                  <a:pos x="0" y="387"/>
                </a:cxn>
                <a:cxn ang="0">
                  <a:pos x="10" y="414"/>
                </a:cxn>
                <a:cxn ang="0">
                  <a:pos x="22" y="427"/>
                </a:cxn>
                <a:cxn ang="0">
                  <a:pos x="43" y="468"/>
                </a:cxn>
                <a:cxn ang="0">
                  <a:pos x="39" y="510"/>
                </a:cxn>
                <a:cxn ang="0">
                  <a:pos x="65" y="595"/>
                </a:cxn>
                <a:cxn ang="0">
                  <a:pos x="65" y="611"/>
                </a:cxn>
                <a:cxn ang="0">
                  <a:pos x="47" y="671"/>
                </a:cxn>
                <a:cxn ang="0">
                  <a:pos x="90" y="654"/>
                </a:cxn>
                <a:cxn ang="0">
                  <a:pos x="99" y="655"/>
                </a:cxn>
                <a:cxn ang="0">
                  <a:pos x="119" y="656"/>
                </a:cxn>
                <a:cxn ang="0">
                  <a:pos x="141" y="659"/>
                </a:cxn>
                <a:cxn ang="0">
                  <a:pos x="157" y="663"/>
                </a:cxn>
                <a:cxn ang="0">
                  <a:pos x="171" y="669"/>
                </a:cxn>
                <a:cxn ang="0">
                  <a:pos x="185" y="681"/>
                </a:cxn>
                <a:cxn ang="0">
                  <a:pos x="198" y="692"/>
                </a:cxn>
                <a:cxn ang="0">
                  <a:pos x="204" y="696"/>
                </a:cxn>
                <a:cxn ang="0">
                  <a:pos x="229" y="729"/>
                </a:cxn>
                <a:cxn ang="0">
                  <a:pos x="293" y="785"/>
                </a:cxn>
                <a:cxn ang="0">
                  <a:pos x="304" y="742"/>
                </a:cxn>
                <a:cxn ang="0">
                  <a:pos x="331" y="738"/>
                </a:cxn>
                <a:cxn ang="0">
                  <a:pos x="356" y="767"/>
                </a:cxn>
                <a:cxn ang="0">
                  <a:pos x="389" y="742"/>
                </a:cxn>
                <a:cxn ang="0">
                  <a:pos x="432" y="746"/>
                </a:cxn>
                <a:cxn ang="0">
                  <a:pos x="457" y="729"/>
                </a:cxn>
                <a:cxn ang="0">
                  <a:pos x="474" y="742"/>
                </a:cxn>
                <a:cxn ang="0">
                  <a:pos x="685" y="738"/>
                </a:cxn>
                <a:cxn ang="0">
                  <a:pos x="613" y="171"/>
                </a:cxn>
                <a:cxn ang="0">
                  <a:pos x="743" y="169"/>
                </a:cxn>
                <a:cxn ang="0">
                  <a:pos x="511" y="0"/>
                </a:cxn>
              </a:cxnLst>
              <a:rect l="0" t="0" r="r" b="b"/>
              <a:pathLst>
                <a:path w="743" h="785">
                  <a:moveTo>
                    <a:pt x="511" y="0"/>
                  </a:moveTo>
                  <a:lnTo>
                    <a:pt x="500" y="84"/>
                  </a:lnTo>
                  <a:lnTo>
                    <a:pt x="303" y="84"/>
                  </a:lnTo>
                  <a:lnTo>
                    <a:pt x="312" y="252"/>
                  </a:lnTo>
                  <a:lnTo>
                    <a:pt x="262" y="255"/>
                  </a:lnTo>
                  <a:lnTo>
                    <a:pt x="240" y="312"/>
                  </a:lnTo>
                  <a:lnTo>
                    <a:pt x="242" y="387"/>
                  </a:lnTo>
                  <a:lnTo>
                    <a:pt x="0" y="387"/>
                  </a:lnTo>
                  <a:lnTo>
                    <a:pt x="10" y="414"/>
                  </a:lnTo>
                  <a:lnTo>
                    <a:pt x="22" y="427"/>
                  </a:lnTo>
                  <a:lnTo>
                    <a:pt x="43" y="468"/>
                  </a:lnTo>
                  <a:lnTo>
                    <a:pt x="39" y="510"/>
                  </a:lnTo>
                  <a:lnTo>
                    <a:pt x="65" y="595"/>
                  </a:lnTo>
                  <a:lnTo>
                    <a:pt x="65" y="611"/>
                  </a:lnTo>
                  <a:lnTo>
                    <a:pt x="47" y="671"/>
                  </a:lnTo>
                  <a:lnTo>
                    <a:pt x="90" y="654"/>
                  </a:lnTo>
                  <a:lnTo>
                    <a:pt x="99" y="655"/>
                  </a:lnTo>
                  <a:lnTo>
                    <a:pt x="119" y="656"/>
                  </a:lnTo>
                  <a:lnTo>
                    <a:pt x="141" y="659"/>
                  </a:lnTo>
                  <a:lnTo>
                    <a:pt x="157" y="663"/>
                  </a:lnTo>
                  <a:lnTo>
                    <a:pt x="171" y="669"/>
                  </a:lnTo>
                  <a:lnTo>
                    <a:pt x="185" y="681"/>
                  </a:lnTo>
                  <a:lnTo>
                    <a:pt x="198" y="692"/>
                  </a:lnTo>
                  <a:lnTo>
                    <a:pt x="204" y="696"/>
                  </a:lnTo>
                  <a:lnTo>
                    <a:pt x="229" y="729"/>
                  </a:lnTo>
                  <a:lnTo>
                    <a:pt x="293" y="785"/>
                  </a:lnTo>
                  <a:lnTo>
                    <a:pt x="304" y="742"/>
                  </a:lnTo>
                  <a:lnTo>
                    <a:pt x="331" y="738"/>
                  </a:lnTo>
                  <a:lnTo>
                    <a:pt x="356" y="767"/>
                  </a:lnTo>
                  <a:lnTo>
                    <a:pt x="389" y="742"/>
                  </a:lnTo>
                  <a:lnTo>
                    <a:pt x="432" y="746"/>
                  </a:lnTo>
                  <a:lnTo>
                    <a:pt x="457" y="729"/>
                  </a:lnTo>
                  <a:lnTo>
                    <a:pt x="474" y="742"/>
                  </a:lnTo>
                  <a:lnTo>
                    <a:pt x="685" y="738"/>
                  </a:lnTo>
                  <a:lnTo>
                    <a:pt x="613" y="171"/>
                  </a:lnTo>
                  <a:lnTo>
                    <a:pt x="743" y="169"/>
                  </a:lnTo>
                  <a:lnTo>
                    <a:pt x="51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 562"/>
            <p:cNvSpPr>
              <a:spLocks/>
            </p:cNvSpPr>
            <p:nvPr/>
          </p:nvSpPr>
          <p:spPr bwMode="auto">
            <a:xfrm>
              <a:off x="3980078" y="3663269"/>
              <a:ext cx="207546" cy="173494"/>
            </a:xfrm>
            <a:custGeom>
              <a:avLst/>
              <a:gdLst/>
              <a:ahLst/>
              <a:cxnLst>
                <a:cxn ang="0">
                  <a:pos x="0" y="426"/>
                </a:cxn>
                <a:cxn ang="0">
                  <a:pos x="242" y="426"/>
                </a:cxn>
                <a:cxn ang="0">
                  <a:pos x="240" y="351"/>
                </a:cxn>
                <a:cxn ang="0">
                  <a:pos x="262" y="294"/>
                </a:cxn>
                <a:cxn ang="0">
                  <a:pos x="312" y="291"/>
                </a:cxn>
                <a:cxn ang="0">
                  <a:pos x="303" y="123"/>
                </a:cxn>
                <a:cxn ang="0">
                  <a:pos x="500" y="123"/>
                </a:cxn>
                <a:cxn ang="0">
                  <a:pos x="511" y="39"/>
                </a:cxn>
                <a:cxn ang="0">
                  <a:pos x="508" y="0"/>
                </a:cxn>
                <a:cxn ang="0">
                  <a:pos x="324" y="0"/>
                </a:cxn>
                <a:cxn ang="0">
                  <a:pos x="307" y="5"/>
                </a:cxn>
                <a:cxn ang="0">
                  <a:pos x="275" y="8"/>
                </a:cxn>
                <a:cxn ang="0">
                  <a:pos x="242" y="25"/>
                </a:cxn>
                <a:cxn ang="0">
                  <a:pos x="200" y="92"/>
                </a:cxn>
                <a:cxn ang="0">
                  <a:pos x="189" y="112"/>
                </a:cxn>
                <a:cxn ang="0">
                  <a:pos x="172" y="118"/>
                </a:cxn>
                <a:cxn ang="0">
                  <a:pos x="140" y="153"/>
                </a:cxn>
                <a:cxn ang="0">
                  <a:pos x="124" y="208"/>
                </a:cxn>
                <a:cxn ang="0">
                  <a:pos x="85" y="261"/>
                </a:cxn>
                <a:cxn ang="0">
                  <a:pos x="37" y="342"/>
                </a:cxn>
                <a:cxn ang="0">
                  <a:pos x="0" y="426"/>
                </a:cxn>
              </a:cxnLst>
              <a:rect l="0" t="0" r="r" b="b"/>
              <a:pathLst>
                <a:path w="511" h="426">
                  <a:moveTo>
                    <a:pt x="0" y="426"/>
                  </a:moveTo>
                  <a:lnTo>
                    <a:pt x="242" y="426"/>
                  </a:lnTo>
                  <a:lnTo>
                    <a:pt x="240" y="351"/>
                  </a:lnTo>
                  <a:lnTo>
                    <a:pt x="262" y="294"/>
                  </a:lnTo>
                  <a:lnTo>
                    <a:pt x="312" y="291"/>
                  </a:lnTo>
                  <a:lnTo>
                    <a:pt x="303" y="123"/>
                  </a:lnTo>
                  <a:lnTo>
                    <a:pt x="500" y="123"/>
                  </a:lnTo>
                  <a:lnTo>
                    <a:pt x="511" y="39"/>
                  </a:lnTo>
                  <a:lnTo>
                    <a:pt x="508" y="0"/>
                  </a:lnTo>
                  <a:lnTo>
                    <a:pt x="324" y="0"/>
                  </a:lnTo>
                  <a:lnTo>
                    <a:pt x="307" y="5"/>
                  </a:lnTo>
                  <a:lnTo>
                    <a:pt x="275" y="8"/>
                  </a:lnTo>
                  <a:lnTo>
                    <a:pt x="242" y="25"/>
                  </a:lnTo>
                  <a:lnTo>
                    <a:pt x="200" y="92"/>
                  </a:lnTo>
                  <a:lnTo>
                    <a:pt x="189" y="112"/>
                  </a:lnTo>
                  <a:lnTo>
                    <a:pt x="172" y="118"/>
                  </a:lnTo>
                  <a:lnTo>
                    <a:pt x="140" y="153"/>
                  </a:lnTo>
                  <a:lnTo>
                    <a:pt x="124" y="208"/>
                  </a:lnTo>
                  <a:lnTo>
                    <a:pt x="85" y="261"/>
                  </a:lnTo>
                  <a:lnTo>
                    <a:pt x="37" y="342"/>
                  </a:lnTo>
                  <a:lnTo>
                    <a:pt x="0" y="42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 563"/>
            <p:cNvSpPr>
              <a:spLocks/>
            </p:cNvSpPr>
            <p:nvPr/>
          </p:nvSpPr>
          <p:spPr bwMode="auto">
            <a:xfrm>
              <a:off x="3996291" y="4054040"/>
              <a:ext cx="64858" cy="34051"/>
            </a:xfrm>
            <a:custGeom>
              <a:avLst/>
              <a:gdLst/>
              <a:ahLst/>
              <a:cxnLst>
                <a:cxn ang="0">
                  <a:pos x="76" y="83"/>
                </a:cxn>
                <a:cxn ang="0">
                  <a:pos x="60" y="54"/>
                </a:cxn>
                <a:cxn ang="0">
                  <a:pos x="22" y="33"/>
                </a:cxn>
                <a:cxn ang="0">
                  <a:pos x="0" y="25"/>
                </a:cxn>
                <a:cxn ang="0">
                  <a:pos x="72" y="0"/>
                </a:cxn>
                <a:cxn ang="0">
                  <a:pos x="161" y="8"/>
                </a:cxn>
                <a:cxn ang="0">
                  <a:pos x="157" y="62"/>
                </a:cxn>
                <a:cxn ang="0">
                  <a:pos x="114" y="71"/>
                </a:cxn>
                <a:cxn ang="0">
                  <a:pos x="76" y="83"/>
                </a:cxn>
              </a:cxnLst>
              <a:rect l="0" t="0" r="r" b="b"/>
              <a:pathLst>
                <a:path w="161" h="83">
                  <a:moveTo>
                    <a:pt x="76" y="83"/>
                  </a:moveTo>
                  <a:lnTo>
                    <a:pt x="60" y="54"/>
                  </a:lnTo>
                  <a:lnTo>
                    <a:pt x="22" y="33"/>
                  </a:lnTo>
                  <a:lnTo>
                    <a:pt x="0" y="25"/>
                  </a:lnTo>
                  <a:lnTo>
                    <a:pt x="72" y="0"/>
                  </a:lnTo>
                  <a:lnTo>
                    <a:pt x="161" y="8"/>
                  </a:lnTo>
                  <a:lnTo>
                    <a:pt x="157" y="62"/>
                  </a:lnTo>
                  <a:lnTo>
                    <a:pt x="114" y="71"/>
                  </a:lnTo>
                  <a:lnTo>
                    <a:pt x="76" y="8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 564"/>
            <p:cNvSpPr>
              <a:spLocks/>
            </p:cNvSpPr>
            <p:nvPr/>
          </p:nvSpPr>
          <p:spPr bwMode="auto">
            <a:xfrm>
              <a:off x="4027100" y="4055660"/>
              <a:ext cx="176737" cy="124851"/>
            </a:xfrm>
            <a:custGeom>
              <a:avLst/>
              <a:gdLst/>
              <a:ahLst/>
              <a:cxnLst>
                <a:cxn ang="0">
                  <a:pos x="102" y="193"/>
                </a:cxn>
                <a:cxn ang="0">
                  <a:pos x="13" y="96"/>
                </a:cxn>
                <a:cxn ang="0">
                  <a:pos x="0" y="79"/>
                </a:cxn>
                <a:cxn ang="0">
                  <a:pos x="38" y="67"/>
                </a:cxn>
                <a:cxn ang="0">
                  <a:pos x="81" y="58"/>
                </a:cxn>
                <a:cxn ang="0">
                  <a:pos x="85" y="4"/>
                </a:cxn>
                <a:cxn ang="0">
                  <a:pos x="139" y="0"/>
                </a:cxn>
                <a:cxn ang="0">
                  <a:pos x="228" y="21"/>
                </a:cxn>
                <a:cxn ang="0">
                  <a:pos x="291" y="50"/>
                </a:cxn>
                <a:cxn ang="0">
                  <a:pos x="334" y="46"/>
                </a:cxn>
                <a:cxn ang="0">
                  <a:pos x="350" y="25"/>
                </a:cxn>
                <a:cxn ang="0">
                  <a:pos x="380" y="54"/>
                </a:cxn>
                <a:cxn ang="0">
                  <a:pos x="421" y="143"/>
                </a:cxn>
                <a:cxn ang="0">
                  <a:pos x="435" y="218"/>
                </a:cxn>
                <a:cxn ang="0">
                  <a:pos x="417" y="282"/>
                </a:cxn>
                <a:cxn ang="0">
                  <a:pos x="400" y="307"/>
                </a:cxn>
                <a:cxn ang="0">
                  <a:pos x="346" y="294"/>
                </a:cxn>
                <a:cxn ang="0">
                  <a:pos x="329" y="277"/>
                </a:cxn>
                <a:cxn ang="0">
                  <a:pos x="287" y="257"/>
                </a:cxn>
                <a:cxn ang="0">
                  <a:pos x="278" y="235"/>
                </a:cxn>
                <a:cxn ang="0">
                  <a:pos x="249" y="243"/>
                </a:cxn>
                <a:cxn ang="0">
                  <a:pos x="236" y="218"/>
                </a:cxn>
                <a:cxn ang="0">
                  <a:pos x="245" y="180"/>
                </a:cxn>
                <a:cxn ang="0">
                  <a:pos x="216" y="164"/>
                </a:cxn>
                <a:cxn ang="0">
                  <a:pos x="156" y="168"/>
                </a:cxn>
                <a:cxn ang="0">
                  <a:pos x="102" y="193"/>
                </a:cxn>
              </a:cxnLst>
              <a:rect l="0" t="0" r="r" b="b"/>
              <a:pathLst>
                <a:path w="435" h="307">
                  <a:moveTo>
                    <a:pt x="102" y="193"/>
                  </a:moveTo>
                  <a:lnTo>
                    <a:pt x="13" y="96"/>
                  </a:lnTo>
                  <a:lnTo>
                    <a:pt x="0" y="79"/>
                  </a:lnTo>
                  <a:lnTo>
                    <a:pt x="38" y="67"/>
                  </a:lnTo>
                  <a:lnTo>
                    <a:pt x="81" y="58"/>
                  </a:lnTo>
                  <a:lnTo>
                    <a:pt x="85" y="4"/>
                  </a:lnTo>
                  <a:lnTo>
                    <a:pt x="139" y="0"/>
                  </a:lnTo>
                  <a:lnTo>
                    <a:pt x="228" y="21"/>
                  </a:lnTo>
                  <a:lnTo>
                    <a:pt x="291" y="50"/>
                  </a:lnTo>
                  <a:lnTo>
                    <a:pt x="334" y="46"/>
                  </a:lnTo>
                  <a:lnTo>
                    <a:pt x="350" y="25"/>
                  </a:lnTo>
                  <a:lnTo>
                    <a:pt x="380" y="54"/>
                  </a:lnTo>
                  <a:lnTo>
                    <a:pt x="421" y="143"/>
                  </a:lnTo>
                  <a:lnTo>
                    <a:pt x="435" y="218"/>
                  </a:lnTo>
                  <a:lnTo>
                    <a:pt x="417" y="282"/>
                  </a:lnTo>
                  <a:lnTo>
                    <a:pt x="400" y="307"/>
                  </a:lnTo>
                  <a:lnTo>
                    <a:pt x="346" y="294"/>
                  </a:lnTo>
                  <a:lnTo>
                    <a:pt x="329" y="277"/>
                  </a:lnTo>
                  <a:lnTo>
                    <a:pt x="287" y="257"/>
                  </a:lnTo>
                  <a:lnTo>
                    <a:pt x="278" y="235"/>
                  </a:lnTo>
                  <a:lnTo>
                    <a:pt x="249" y="243"/>
                  </a:lnTo>
                  <a:lnTo>
                    <a:pt x="236" y="218"/>
                  </a:lnTo>
                  <a:lnTo>
                    <a:pt x="245" y="180"/>
                  </a:lnTo>
                  <a:lnTo>
                    <a:pt x="216" y="164"/>
                  </a:lnTo>
                  <a:lnTo>
                    <a:pt x="156" y="168"/>
                  </a:lnTo>
                  <a:lnTo>
                    <a:pt x="102" y="19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565"/>
            <p:cNvSpPr>
              <a:spLocks/>
            </p:cNvSpPr>
            <p:nvPr/>
          </p:nvSpPr>
          <p:spPr bwMode="auto">
            <a:xfrm>
              <a:off x="4067636" y="4122140"/>
              <a:ext cx="76208" cy="69724"/>
            </a:xfrm>
            <a:custGeom>
              <a:avLst/>
              <a:gdLst/>
              <a:ahLst/>
              <a:cxnLst>
                <a:cxn ang="0">
                  <a:pos x="130" y="172"/>
                </a:cxn>
                <a:cxn ang="0">
                  <a:pos x="41" y="139"/>
                </a:cxn>
                <a:cxn ang="0">
                  <a:pos x="25" y="79"/>
                </a:cxn>
                <a:cxn ang="0">
                  <a:pos x="0" y="29"/>
                </a:cxn>
                <a:cxn ang="0">
                  <a:pos x="54" y="4"/>
                </a:cxn>
                <a:cxn ang="0">
                  <a:pos x="114" y="0"/>
                </a:cxn>
                <a:cxn ang="0">
                  <a:pos x="143" y="16"/>
                </a:cxn>
                <a:cxn ang="0">
                  <a:pos x="134" y="54"/>
                </a:cxn>
                <a:cxn ang="0">
                  <a:pos x="147" y="79"/>
                </a:cxn>
                <a:cxn ang="0">
                  <a:pos x="176" y="71"/>
                </a:cxn>
                <a:cxn ang="0">
                  <a:pos x="185" y="93"/>
                </a:cxn>
                <a:cxn ang="0">
                  <a:pos x="130" y="172"/>
                </a:cxn>
              </a:cxnLst>
              <a:rect l="0" t="0" r="r" b="b"/>
              <a:pathLst>
                <a:path w="185" h="172">
                  <a:moveTo>
                    <a:pt x="130" y="172"/>
                  </a:moveTo>
                  <a:lnTo>
                    <a:pt x="41" y="139"/>
                  </a:lnTo>
                  <a:lnTo>
                    <a:pt x="25" y="79"/>
                  </a:lnTo>
                  <a:lnTo>
                    <a:pt x="0" y="29"/>
                  </a:lnTo>
                  <a:lnTo>
                    <a:pt x="54" y="4"/>
                  </a:lnTo>
                  <a:lnTo>
                    <a:pt x="114" y="0"/>
                  </a:lnTo>
                  <a:lnTo>
                    <a:pt x="143" y="16"/>
                  </a:lnTo>
                  <a:lnTo>
                    <a:pt x="134" y="54"/>
                  </a:lnTo>
                  <a:lnTo>
                    <a:pt x="147" y="79"/>
                  </a:lnTo>
                  <a:lnTo>
                    <a:pt x="176" y="71"/>
                  </a:lnTo>
                  <a:lnTo>
                    <a:pt x="185" y="93"/>
                  </a:lnTo>
                  <a:lnTo>
                    <a:pt x="130" y="17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566"/>
            <p:cNvSpPr>
              <a:spLocks/>
            </p:cNvSpPr>
            <p:nvPr/>
          </p:nvSpPr>
          <p:spPr bwMode="auto">
            <a:xfrm>
              <a:off x="4408141" y="4065389"/>
              <a:ext cx="69723" cy="142686"/>
            </a:xfrm>
            <a:custGeom>
              <a:avLst/>
              <a:gdLst/>
              <a:ahLst/>
              <a:cxnLst>
                <a:cxn ang="0">
                  <a:pos x="0" y="75"/>
                </a:cxn>
                <a:cxn ang="0">
                  <a:pos x="102" y="21"/>
                </a:cxn>
                <a:cxn ang="0">
                  <a:pos x="96" y="7"/>
                </a:cxn>
                <a:cxn ang="0">
                  <a:pos x="145" y="0"/>
                </a:cxn>
                <a:cxn ang="0">
                  <a:pos x="171" y="54"/>
                </a:cxn>
                <a:cxn ang="0">
                  <a:pos x="165" y="139"/>
                </a:cxn>
                <a:cxn ang="0">
                  <a:pos x="123" y="187"/>
                </a:cxn>
                <a:cxn ang="0">
                  <a:pos x="131" y="340"/>
                </a:cxn>
                <a:cxn ang="0">
                  <a:pos x="60" y="350"/>
                </a:cxn>
                <a:cxn ang="0">
                  <a:pos x="61" y="187"/>
                </a:cxn>
                <a:cxn ang="0">
                  <a:pos x="33" y="136"/>
                </a:cxn>
                <a:cxn ang="0">
                  <a:pos x="8" y="107"/>
                </a:cxn>
                <a:cxn ang="0">
                  <a:pos x="0" y="75"/>
                </a:cxn>
              </a:cxnLst>
              <a:rect l="0" t="0" r="r" b="b"/>
              <a:pathLst>
                <a:path w="171" h="350">
                  <a:moveTo>
                    <a:pt x="0" y="75"/>
                  </a:moveTo>
                  <a:lnTo>
                    <a:pt x="102" y="21"/>
                  </a:lnTo>
                  <a:lnTo>
                    <a:pt x="96" y="7"/>
                  </a:lnTo>
                  <a:lnTo>
                    <a:pt x="145" y="0"/>
                  </a:lnTo>
                  <a:lnTo>
                    <a:pt x="171" y="54"/>
                  </a:lnTo>
                  <a:lnTo>
                    <a:pt x="165" y="139"/>
                  </a:lnTo>
                  <a:lnTo>
                    <a:pt x="123" y="187"/>
                  </a:lnTo>
                  <a:lnTo>
                    <a:pt x="131" y="340"/>
                  </a:lnTo>
                  <a:lnTo>
                    <a:pt x="60" y="350"/>
                  </a:lnTo>
                  <a:lnTo>
                    <a:pt x="61" y="187"/>
                  </a:lnTo>
                  <a:lnTo>
                    <a:pt x="33" y="136"/>
                  </a:lnTo>
                  <a:lnTo>
                    <a:pt x="8" y="107"/>
                  </a:lnTo>
                  <a:lnTo>
                    <a:pt x="0" y="7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567"/>
            <p:cNvSpPr>
              <a:spLocks/>
            </p:cNvSpPr>
            <p:nvPr/>
          </p:nvSpPr>
          <p:spPr bwMode="auto">
            <a:xfrm>
              <a:off x="4393549" y="4091333"/>
              <a:ext cx="38915" cy="124851"/>
            </a:xfrm>
            <a:custGeom>
              <a:avLst/>
              <a:gdLst/>
              <a:ahLst/>
              <a:cxnLst>
                <a:cxn ang="0">
                  <a:pos x="37" y="13"/>
                </a:cxn>
                <a:cxn ang="0">
                  <a:pos x="45" y="45"/>
                </a:cxn>
                <a:cxn ang="0">
                  <a:pos x="70" y="74"/>
                </a:cxn>
                <a:cxn ang="0">
                  <a:pos x="98" y="125"/>
                </a:cxn>
                <a:cxn ang="0">
                  <a:pos x="97" y="288"/>
                </a:cxn>
                <a:cxn ang="0">
                  <a:pos x="35" y="307"/>
                </a:cxn>
                <a:cxn ang="0">
                  <a:pos x="25" y="268"/>
                </a:cxn>
                <a:cxn ang="0">
                  <a:pos x="25" y="236"/>
                </a:cxn>
                <a:cxn ang="0">
                  <a:pos x="25" y="205"/>
                </a:cxn>
                <a:cxn ang="0">
                  <a:pos x="8" y="178"/>
                </a:cxn>
                <a:cxn ang="0">
                  <a:pos x="3" y="70"/>
                </a:cxn>
                <a:cxn ang="0">
                  <a:pos x="0" y="0"/>
                </a:cxn>
                <a:cxn ang="0">
                  <a:pos x="37" y="13"/>
                </a:cxn>
              </a:cxnLst>
              <a:rect l="0" t="0" r="r" b="b"/>
              <a:pathLst>
                <a:path w="98" h="307">
                  <a:moveTo>
                    <a:pt x="37" y="13"/>
                  </a:moveTo>
                  <a:lnTo>
                    <a:pt x="45" y="45"/>
                  </a:lnTo>
                  <a:lnTo>
                    <a:pt x="70" y="74"/>
                  </a:lnTo>
                  <a:lnTo>
                    <a:pt x="98" y="125"/>
                  </a:lnTo>
                  <a:lnTo>
                    <a:pt x="97" y="288"/>
                  </a:lnTo>
                  <a:lnTo>
                    <a:pt x="35" y="307"/>
                  </a:lnTo>
                  <a:lnTo>
                    <a:pt x="25" y="268"/>
                  </a:lnTo>
                  <a:lnTo>
                    <a:pt x="25" y="236"/>
                  </a:lnTo>
                  <a:lnTo>
                    <a:pt x="25" y="205"/>
                  </a:lnTo>
                  <a:lnTo>
                    <a:pt x="8" y="178"/>
                  </a:lnTo>
                  <a:lnTo>
                    <a:pt x="3" y="70"/>
                  </a:lnTo>
                  <a:lnTo>
                    <a:pt x="0" y="0"/>
                  </a:lnTo>
                  <a:lnTo>
                    <a:pt x="37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568"/>
            <p:cNvSpPr>
              <a:spLocks/>
            </p:cNvSpPr>
            <p:nvPr/>
          </p:nvSpPr>
          <p:spPr bwMode="auto">
            <a:xfrm>
              <a:off x="4592987" y="4036203"/>
              <a:ext cx="170252" cy="274025"/>
            </a:xfrm>
            <a:custGeom>
              <a:avLst/>
              <a:gdLst/>
              <a:ahLst/>
              <a:cxnLst>
                <a:cxn ang="0">
                  <a:pos x="0" y="530"/>
                </a:cxn>
                <a:cxn ang="0">
                  <a:pos x="46" y="565"/>
                </a:cxn>
                <a:cxn ang="0">
                  <a:pos x="79" y="606"/>
                </a:cxn>
                <a:cxn ang="0">
                  <a:pos x="79" y="661"/>
                </a:cxn>
                <a:cxn ang="0">
                  <a:pos x="171" y="660"/>
                </a:cxn>
                <a:cxn ang="0">
                  <a:pos x="260" y="659"/>
                </a:cxn>
                <a:cxn ang="0">
                  <a:pos x="347" y="657"/>
                </a:cxn>
                <a:cxn ang="0">
                  <a:pos x="378" y="680"/>
                </a:cxn>
                <a:cxn ang="0">
                  <a:pos x="421" y="627"/>
                </a:cxn>
                <a:cxn ang="0">
                  <a:pos x="354" y="488"/>
                </a:cxn>
                <a:cxn ang="0">
                  <a:pos x="354" y="451"/>
                </a:cxn>
                <a:cxn ang="0">
                  <a:pos x="421" y="345"/>
                </a:cxn>
                <a:cxn ang="0">
                  <a:pos x="383" y="277"/>
                </a:cxn>
                <a:cxn ang="0">
                  <a:pos x="328" y="240"/>
                </a:cxn>
                <a:cxn ang="0">
                  <a:pos x="336" y="202"/>
                </a:cxn>
                <a:cxn ang="0">
                  <a:pos x="400" y="185"/>
                </a:cxn>
                <a:cxn ang="0">
                  <a:pos x="404" y="76"/>
                </a:cxn>
                <a:cxn ang="0">
                  <a:pos x="350" y="4"/>
                </a:cxn>
                <a:cxn ang="0">
                  <a:pos x="328" y="0"/>
                </a:cxn>
                <a:cxn ang="0">
                  <a:pos x="332" y="30"/>
                </a:cxn>
                <a:cxn ang="0">
                  <a:pos x="340" y="122"/>
                </a:cxn>
                <a:cxn ang="0">
                  <a:pos x="311" y="139"/>
                </a:cxn>
                <a:cxn ang="0">
                  <a:pos x="265" y="223"/>
                </a:cxn>
                <a:cxn ang="0">
                  <a:pos x="228" y="261"/>
                </a:cxn>
                <a:cxn ang="0">
                  <a:pos x="201" y="370"/>
                </a:cxn>
                <a:cxn ang="0">
                  <a:pos x="168" y="404"/>
                </a:cxn>
                <a:cxn ang="0">
                  <a:pos x="135" y="366"/>
                </a:cxn>
                <a:cxn ang="0">
                  <a:pos x="93" y="366"/>
                </a:cxn>
                <a:cxn ang="0">
                  <a:pos x="21" y="455"/>
                </a:cxn>
                <a:cxn ang="0">
                  <a:pos x="0" y="530"/>
                </a:cxn>
              </a:cxnLst>
              <a:rect l="0" t="0" r="r" b="b"/>
              <a:pathLst>
                <a:path w="421" h="680">
                  <a:moveTo>
                    <a:pt x="0" y="530"/>
                  </a:moveTo>
                  <a:lnTo>
                    <a:pt x="46" y="565"/>
                  </a:lnTo>
                  <a:lnTo>
                    <a:pt x="79" y="606"/>
                  </a:lnTo>
                  <a:lnTo>
                    <a:pt x="79" y="661"/>
                  </a:lnTo>
                  <a:lnTo>
                    <a:pt x="171" y="660"/>
                  </a:lnTo>
                  <a:lnTo>
                    <a:pt x="260" y="659"/>
                  </a:lnTo>
                  <a:lnTo>
                    <a:pt x="347" y="657"/>
                  </a:lnTo>
                  <a:lnTo>
                    <a:pt x="378" y="680"/>
                  </a:lnTo>
                  <a:lnTo>
                    <a:pt x="421" y="627"/>
                  </a:lnTo>
                  <a:lnTo>
                    <a:pt x="354" y="488"/>
                  </a:lnTo>
                  <a:lnTo>
                    <a:pt x="354" y="451"/>
                  </a:lnTo>
                  <a:lnTo>
                    <a:pt x="421" y="345"/>
                  </a:lnTo>
                  <a:lnTo>
                    <a:pt x="383" y="277"/>
                  </a:lnTo>
                  <a:lnTo>
                    <a:pt x="328" y="240"/>
                  </a:lnTo>
                  <a:lnTo>
                    <a:pt x="336" y="202"/>
                  </a:lnTo>
                  <a:lnTo>
                    <a:pt x="400" y="185"/>
                  </a:lnTo>
                  <a:lnTo>
                    <a:pt x="404" y="76"/>
                  </a:lnTo>
                  <a:lnTo>
                    <a:pt x="350" y="4"/>
                  </a:lnTo>
                  <a:lnTo>
                    <a:pt x="328" y="0"/>
                  </a:lnTo>
                  <a:lnTo>
                    <a:pt x="332" y="30"/>
                  </a:lnTo>
                  <a:lnTo>
                    <a:pt x="340" y="122"/>
                  </a:lnTo>
                  <a:lnTo>
                    <a:pt x="311" y="139"/>
                  </a:lnTo>
                  <a:lnTo>
                    <a:pt x="265" y="223"/>
                  </a:lnTo>
                  <a:lnTo>
                    <a:pt x="228" y="261"/>
                  </a:lnTo>
                  <a:lnTo>
                    <a:pt x="201" y="370"/>
                  </a:lnTo>
                  <a:lnTo>
                    <a:pt x="168" y="404"/>
                  </a:lnTo>
                  <a:lnTo>
                    <a:pt x="135" y="366"/>
                  </a:lnTo>
                  <a:lnTo>
                    <a:pt x="93" y="366"/>
                  </a:lnTo>
                  <a:lnTo>
                    <a:pt x="21" y="455"/>
                  </a:lnTo>
                  <a:lnTo>
                    <a:pt x="0" y="53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569"/>
            <p:cNvSpPr>
              <a:spLocks/>
            </p:cNvSpPr>
            <p:nvPr/>
          </p:nvSpPr>
          <p:spPr bwMode="auto">
            <a:xfrm>
              <a:off x="4735676" y="4068632"/>
              <a:ext cx="308076" cy="220518"/>
            </a:xfrm>
            <a:custGeom>
              <a:avLst/>
              <a:gdLst/>
              <a:ahLst/>
              <a:cxnLst>
                <a:cxn ang="0">
                  <a:pos x="67" y="543"/>
                </a:cxn>
                <a:cxn ang="0">
                  <a:pos x="0" y="404"/>
                </a:cxn>
                <a:cxn ang="0">
                  <a:pos x="0" y="367"/>
                </a:cxn>
                <a:cxn ang="0">
                  <a:pos x="67" y="261"/>
                </a:cxn>
                <a:cxn ang="0">
                  <a:pos x="243" y="232"/>
                </a:cxn>
                <a:cxn ang="0">
                  <a:pos x="278" y="168"/>
                </a:cxn>
                <a:cxn ang="0">
                  <a:pos x="349" y="168"/>
                </a:cxn>
                <a:cxn ang="0">
                  <a:pos x="429" y="85"/>
                </a:cxn>
                <a:cxn ang="0">
                  <a:pos x="446" y="21"/>
                </a:cxn>
                <a:cxn ang="0">
                  <a:pos x="479" y="0"/>
                </a:cxn>
                <a:cxn ang="0">
                  <a:pos x="522" y="29"/>
                </a:cxn>
                <a:cxn ang="0">
                  <a:pos x="526" y="50"/>
                </a:cxn>
                <a:cxn ang="0">
                  <a:pos x="518" y="67"/>
                </a:cxn>
                <a:cxn ang="0">
                  <a:pos x="551" y="114"/>
                </a:cxn>
                <a:cxn ang="0">
                  <a:pos x="547" y="185"/>
                </a:cxn>
                <a:cxn ang="0">
                  <a:pos x="581" y="199"/>
                </a:cxn>
                <a:cxn ang="0">
                  <a:pos x="602" y="232"/>
                </a:cxn>
                <a:cxn ang="0">
                  <a:pos x="632" y="240"/>
                </a:cxn>
                <a:cxn ang="0">
                  <a:pos x="678" y="286"/>
                </a:cxn>
                <a:cxn ang="0">
                  <a:pos x="682" y="328"/>
                </a:cxn>
                <a:cxn ang="0">
                  <a:pos x="745" y="371"/>
                </a:cxn>
                <a:cxn ang="0">
                  <a:pos x="760" y="396"/>
                </a:cxn>
                <a:cxn ang="0">
                  <a:pos x="657" y="392"/>
                </a:cxn>
                <a:cxn ang="0">
                  <a:pos x="514" y="446"/>
                </a:cxn>
                <a:cxn ang="0">
                  <a:pos x="458" y="463"/>
                </a:cxn>
                <a:cxn ang="0">
                  <a:pos x="379" y="446"/>
                </a:cxn>
                <a:cxn ang="0">
                  <a:pos x="328" y="408"/>
                </a:cxn>
                <a:cxn ang="0">
                  <a:pos x="235" y="425"/>
                </a:cxn>
                <a:cxn ang="0">
                  <a:pos x="231" y="485"/>
                </a:cxn>
                <a:cxn ang="0">
                  <a:pos x="193" y="489"/>
                </a:cxn>
                <a:cxn ang="0">
                  <a:pos x="135" y="485"/>
                </a:cxn>
                <a:cxn ang="0">
                  <a:pos x="96" y="501"/>
                </a:cxn>
                <a:cxn ang="0">
                  <a:pos x="67" y="543"/>
                </a:cxn>
              </a:cxnLst>
              <a:rect l="0" t="0" r="r" b="b"/>
              <a:pathLst>
                <a:path w="760" h="543">
                  <a:moveTo>
                    <a:pt x="67" y="543"/>
                  </a:moveTo>
                  <a:lnTo>
                    <a:pt x="0" y="404"/>
                  </a:lnTo>
                  <a:lnTo>
                    <a:pt x="0" y="367"/>
                  </a:lnTo>
                  <a:lnTo>
                    <a:pt x="67" y="261"/>
                  </a:lnTo>
                  <a:lnTo>
                    <a:pt x="243" y="232"/>
                  </a:lnTo>
                  <a:lnTo>
                    <a:pt x="278" y="168"/>
                  </a:lnTo>
                  <a:lnTo>
                    <a:pt x="349" y="168"/>
                  </a:lnTo>
                  <a:lnTo>
                    <a:pt x="429" y="85"/>
                  </a:lnTo>
                  <a:lnTo>
                    <a:pt x="446" y="21"/>
                  </a:lnTo>
                  <a:lnTo>
                    <a:pt x="479" y="0"/>
                  </a:lnTo>
                  <a:lnTo>
                    <a:pt x="522" y="29"/>
                  </a:lnTo>
                  <a:lnTo>
                    <a:pt x="526" y="50"/>
                  </a:lnTo>
                  <a:lnTo>
                    <a:pt x="518" y="67"/>
                  </a:lnTo>
                  <a:lnTo>
                    <a:pt x="551" y="114"/>
                  </a:lnTo>
                  <a:lnTo>
                    <a:pt x="547" y="185"/>
                  </a:lnTo>
                  <a:lnTo>
                    <a:pt x="581" y="199"/>
                  </a:lnTo>
                  <a:lnTo>
                    <a:pt x="602" y="232"/>
                  </a:lnTo>
                  <a:lnTo>
                    <a:pt x="632" y="240"/>
                  </a:lnTo>
                  <a:lnTo>
                    <a:pt x="678" y="286"/>
                  </a:lnTo>
                  <a:lnTo>
                    <a:pt x="682" y="328"/>
                  </a:lnTo>
                  <a:lnTo>
                    <a:pt x="745" y="371"/>
                  </a:lnTo>
                  <a:lnTo>
                    <a:pt x="760" y="396"/>
                  </a:lnTo>
                  <a:lnTo>
                    <a:pt x="657" y="392"/>
                  </a:lnTo>
                  <a:lnTo>
                    <a:pt x="514" y="446"/>
                  </a:lnTo>
                  <a:lnTo>
                    <a:pt x="458" y="463"/>
                  </a:lnTo>
                  <a:lnTo>
                    <a:pt x="379" y="446"/>
                  </a:lnTo>
                  <a:lnTo>
                    <a:pt x="328" y="408"/>
                  </a:lnTo>
                  <a:lnTo>
                    <a:pt x="235" y="425"/>
                  </a:lnTo>
                  <a:lnTo>
                    <a:pt x="231" y="485"/>
                  </a:lnTo>
                  <a:lnTo>
                    <a:pt x="193" y="489"/>
                  </a:lnTo>
                  <a:lnTo>
                    <a:pt x="135" y="485"/>
                  </a:lnTo>
                  <a:lnTo>
                    <a:pt x="96" y="501"/>
                  </a:lnTo>
                  <a:lnTo>
                    <a:pt x="67" y="54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70"/>
            <p:cNvSpPr>
              <a:spLocks/>
            </p:cNvSpPr>
            <p:nvPr/>
          </p:nvSpPr>
          <p:spPr bwMode="auto">
            <a:xfrm>
              <a:off x="4716217" y="3775148"/>
              <a:ext cx="249704" cy="400500"/>
            </a:xfrm>
            <a:custGeom>
              <a:avLst/>
              <a:gdLst/>
              <a:ahLst/>
              <a:cxnLst>
                <a:cxn ang="0">
                  <a:pos x="118" y="986"/>
                </a:cxn>
                <a:cxn ang="0">
                  <a:pos x="80" y="918"/>
                </a:cxn>
                <a:cxn ang="0">
                  <a:pos x="25" y="881"/>
                </a:cxn>
                <a:cxn ang="0">
                  <a:pos x="33" y="843"/>
                </a:cxn>
                <a:cxn ang="0">
                  <a:pos x="97" y="826"/>
                </a:cxn>
                <a:cxn ang="0">
                  <a:pos x="101" y="717"/>
                </a:cxn>
                <a:cxn ang="0">
                  <a:pos x="47" y="645"/>
                </a:cxn>
                <a:cxn ang="0">
                  <a:pos x="25" y="641"/>
                </a:cxn>
                <a:cxn ang="0">
                  <a:pos x="0" y="616"/>
                </a:cxn>
                <a:cxn ang="0">
                  <a:pos x="12" y="539"/>
                </a:cxn>
                <a:cxn ang="0">
                  <a:pos x="118" y="421"/>
                </a:cxn>
                <a:cxn ang="0">
                  <a:pos x="122" y="253"/>
                </a:cxn>
                <a:cxn ang="0">
                  <a:pos x="151" y="203"/>
                </a:cxn>
                <a:cxn ang="0">
                  <a:pos x="101" y="141"/>
                </a:cxn>
                <a:cxn ang="0">
                  <a:pos x="75" y="56"/>
                </a:cxn>
                <a:cxn ang="0">
                  <a:pos x="165" y="0"/>
                </a:cxn>
                <a:cxn ang="0">
                  <a:pos x="616" y="229"/>
                </a:cxn>
                <a:cxn ang="0">
                  <a:pos x="615" y="481"/>
                </a:cxn>
                <a:cxn ang="0">
                  <a:pos x="539" y="494"/>
                </a:cxn>
                <a:cxn ang="0">
                  <a:pos x="543" y="535"/>
                </a:cxn>
                <a:cxn ang="0">
                  <a:pos x="530" y="557"/>
                </a:cxn>
                <a:cxn ang="0">
                  <a:pos x="514" y="641"/>
                </a:cxn>
                <a:cxn ang="0">
                  <a:pos x="501" y="663"/>
                </a:cxn>
                <a:cxn ang="0">
                  <a:pos x="530" y="692"/>
                </a:cxn>
                <a:cxn ang="0">
                  <a:pos x="530" y="725"/>
                </a:cxn>
                <a:cxn ang="0">
                  <a:pos x="497" y="746"/>
                </a:cxn>
                <a:cxn ang="0">
                  <a:pos x="480" y="810"/>
                </a:cxn>
                <a:cxn ang="0">
                  <a:pos x="400" y="893"/>
                </a:cxn>
                <a:cxn ang="0">
                  <a:pos x="329" y="893"/>
                </a:cxn>
                <a:cxn ang="0">
                  <a:pos x="294" y="957"/>
                </a:cxn>
                <a:cxn ang="0">
                  <a:pos x="118" y="986"/>
                </a:cxn>
              </a:cxnLst>
              <a:rect l="0" t="0" r="r" b="b"/>
              <a:pathLst>
                <a:path w="616" h="986">
                  <a:moveTo>
                    <a:pt x="118" y="986"/>
                  </a:moveTo>
                  <a:lnTo>
                    <a:pt x="80" y="918"/>
                  </a:lnTo>
                  <a:lnTo>
                    <a:pt x="25" y="881"/>
                  </a:lnTo>
                  <a:lnTo>
                    <a:pt x="33" y="843"/>
                  </a:lnTo>
                  <a:lnTo>
                    <a:pt x="97" y="826"/>
                  </a:lnTo>
                  <a:lnTo>
                    <a:pt x="101" y="717"/>
                  </a:lnTo>
                  <a:lnTo>
                    <a:pt x="47" y="645"/>
                  </a:lnTo>
                  <a:lnTo>
                    <a:pt x="25" y="641"/>
                  </a:lnTo>
                  <a:lnTo>
                    <a:pt x="0" y="616"/>
                  </a:lnTo>
                  <a:lnTo>
                    <a:pt x="12" y="539"/>
                  </a:lnTo>
                  <a:lnTo>
                    <a:pt x="118" y="421"/>
                  </a:lnTo>
                  <a:lnTo>
                    <a:pt x="122" y="253"/>
                  </a:lnTo>
                  <a:lnTo>
                    <a:pt x="151" y="203"/>
                  </a:lnTo>
                  <a:lnTo>
                    <a:pt x="101" y="141"/>
                  </a:lnTo>
                  <a:lnTo>
                    <a:pt x="75" y="56"/>
                  </a:lnTo>
                  <a:lnTo>
                    <a:pt x="165" y="0"/>
                  </a:lnTo>
                  <a:lnTo>
                    <a:pt x="616" y="229"/>
                  </a:lnTo>
                  <a:lnTo>
                    <a:pt x="615" y="481"/>
                  </a:lnTo>
                  <a:lnTo>
                    <a:pt x="539" y="494"/>
                  </a:lnTo>
                  <a:lnTo>
                    <a:pt x="543" y="535"/>
                  </a:lnTo>
                  <a:lnTo>
                    <a:pt x="530" y="557"/>
                  </a:lnTo>
                  <a:lnTo>
                    <a:pt x="514" y="641"/>
                  </a:lnTo>
                  <a:lnTo>
                    <a:pt x="501" y="663"/>
                  </a:lnTo>
                  <a:lnTo>
                    <a:pt x="530" y="692"/>
                  </a:lnTo>
                  <a:lnTo>
                    <a:pt x="530" y="725"/>
                  </a:lnTo>
                  <a:lnTo>
                    <a:pt x="497" y="746"/>
                  </a:lnTo>
                  <a:lnTo>
                    <a:pt x="480" y="810"/>
                  </a:lnTo>
                  <a:lnTo>
                    <a:pt x="400" y="893"/>
                  </a:lnTo>
                  <a:lnTo>
                    <a:pt x="329" y="893"/>
                  </a:lnTo>
                  <a:lnTo>
                    <a:pt x="294" y="957"/>
                  </a:lnTo>
                  <a:lnTo>
                    <a:pt x="118" y="98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571"/>
            <p:cNvSpPr>
              <a:spLocks/>
            </p:cNvSpPr>
            <p:nvPr/>
          </p:nvSpPr>
          <p:spPr bwMode="auto">
            <a:xfrm>
              <a:off x="4605958" y="4302121"/>
              <a:ext cx="131337" cy="163767"/>
            </a:xfrm>
            <a:custGeom>
              <a:avLst/>
              <a:gdLst/>
              <a:ahLst/>
              <a:cxnLst>
                <a:cxn ang="0">
                  <a:pos x="148" y="401"/>
                </a:cxn>
                <a:cxn ang="0">
                  <a:pos x="85" y="304"/>
                </a:cxn>
                <a:cxn ang="0">
                  <a:pos x="38" y="258"/>
                </a:cxn>
                <a:cxn ang="0">
                  <a:pos x="0" y="192"/>
                </a:cxn>
                <a:cxn ang="0">
                  <a:pos x="29" y="120"/>
                </a:cxn>
                <a:cxn ang="0">
                  <a:pos x="25" y="86"/>
                </a:cxn>
                <a:cxn ang="0">
                  <a:pos x="33" y="54"/>
                </a:cxn>
                <a:cxn ang="0">
                  <a:pos x="140" y="53"/>
                </a:cxn>
                <a:cxn ang="0">
                  <a:pos x="138" y="1"/>
                </a:cxn>
                <a:cxn ang="0">
                  <a:pos x="227" y="0"/>
                </a:cxn>
                <a:cxn ang="0">
                  <a:pos x="212" y="41"/>
                </a:cxn>
                <a:cxn ang="0">
                  <a:pos x="264" y="81"/>
                </a:cxn>
                <a:cxn ang="0">
                  <a:pos x="307" y="61"/>
                </a:cxn>
                <a:cxn ang="0">
                  <a:pos x="319" y="69"/>
                </a:cxn>
                <a:cxn ang="0">
                  <a:pos x="325" y="111"/>
                </a:cxn>
                <a:cxn ang="0">
                  <a:pos x="292" y="136"/>
                </a:cxn>
                <a:cxn ang="0">
                  <a:pos x="278" y="175"/>
                </a:cxn>
                <a:cxn ang="0">
                  <a:pos x="292" y="192"/>
                </a:cxn>
                <a:cxn ang="0">
                  <a:pos x="307" y="196"/>
                </a:cxn>
                <a:cxn ang="0">
                  <a:pos x="292" y="304"/>
                </a:cxn>
                <a:cxn ang="0">
                  <a:pos x="249" y="279"/>
                </a:cxn>
                <a:cxn ang="0">
                  <a:pos x="224" y="242"/>
                </a:cxn>
                <a:cxn ang="0">
                  <a:pos x="182" y="233"/>
                </a:cxn>
                <a:cxn ang="0">
                  <a:pos x="178" y="258"/>
                </a:cxn>
                <a:cxn ang="0">
                  <a:pos x="164" y="292"/>
                </a:cxn>
                <a:cxn ang="0">
                  <a:pos x="143" y="283"/>
                </a:cxn>
                <a:cxn ang="0">
                  <a:pos x="152" y="314"/>
                </a:cxn>
                <a:cxn ang="0">
                  <a:pos x="199" y="361"/>
                </a:cxn>
                <a:cxn ang="0">
                  <a:pos x="148" y="401"/>
                </a:cxn>
              </a:cxnLst>
              <a:rect l="0" t="0" r="r" b="b"/>
              <a:pathLst>
                <a:path w="325" h="401">
                  <a:moveTo>
                    <a:pt x="148" y="401"/>
                  </a:moveTo>
                  <a:lnTo>
                    <a:pt x="85" y="304"/>
                  </a:lnTo>
                  <a:lnTo>
                    <a:pt x="38" y="258"/>
                  </a:lnTo>
                  <a:lnTo>
                    <a:pt x="0" y="192"/>
                  </a:lnTo>
                  <a:lnTo>
                    <a:pt x="29" y="120"/>
                  </a:lnTo>
                  <a:lnTo>
                    <a:pt x="25" y="86"/>
                  </a:lnTo>
                  <a:lnTo>
                    <a:pt x="33" y="54"/>
                  </a:lnTo>
                  <a:lnTo>
                    <a:pt x="140" y="53"/>
                  </a:lnTo>
                  <a:lnTo>
                    <a:pt x="138" y="1"/>
                  </a:lnTo>
                  <a:lnTo>
                    <a:pt x="227" y="0"/>
                  </a:lnTo>
                  <a:lnTo>
                    <a:pt x="212" y="41"/>
                  </a:lnTo>
                  <a:lnTo>
                    <a:pt x="264" y="81"/>
                  </a:lnTo>
                  <a:lnTo>
                    <a:pt x="307" y="61"/>
                  </a:lnTo>
                  <a:lnTo>
                    <a:pt x="319" y="69"/>
                  </a:lnTo>
                  <a:lnTo>
                    <a:pt x="325" y="111"/>
                  </a:lnTo>
                  <a:lnTo>
                    <a:pt x="292" y="136"/>
                  </a:lnTo>
                  <a:lnTo>
                    <a:pt x="278" y="175"/>
                  </a:lnTo>
                  <a:lnTo>
                    <a:pt x="292" y="192"/>
                  </a:lnTo>
                  <a:lnTo>
                    <a:pt x="307" y="196"/>
                  </a:lnTo>
                  <a:lnTo>
                    <a:pt x="292" y="304"/>
                  </a:lnTo>
                  <a:lnTo>
                    <a:pt x="249" y="279"/>
                  </a:lnTo>
                  <a:lnTo>
                    <a:pt x="224" y="242"/>
                  </a:lnTo>
                  <a:lnTo>
                    <a:pt x="182" y="233"/>
                  </a:lnTo>
                  <a:lnTo>
                    <a:pt x="178" y="258"/>
                  </a:lnTo>
                  <a:lnTo>
                    <a:pt x="164" y="292"/>
                  </a:lnTo>
                  <a:lnTo>
                    <a:pt x="143" y="283"/>
                  </a:lnTo>
                  <a:lnTo>
                    <a:pt x="152" y="314"/>
                  </a:lnTo>
                  <a:lnTo>
                    <a:pt x="199" y="361"/>
                  </a:lnTo>
                  <a:lnTo>
                    <a:pt x="148" y="40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572"/>
            <p:cNvSpPr>
              <a:spLocks/>
            </p:cNvSpPr>
            <p:nvPr/>
          </p:nvSpPr>
          <p:spPr bwMode="auto">
            <a:xfrm>
              <a:off x="4670816" y="4499938"/>
              <a:ext cx="298347" cy="290241"/>
            </a:xfrm>
            <a:custGeom>
              <a:avLst/>
              <a:gdLst/>
              <a:ahLst/>
              <a:cxnLst>
                <a:cxn ang="0">
                  <a:pos x="4" y="681"/>
                </a:cxn>
                <a:cxn ang="0">
                  <a:pos x="0" y="625"/>
                </a:cxn>
                <a:cxn ang="0">
                  <a:pos x="8" y="571"/>
                </a:cxn>
                <a:cxn ang="0">
                  <a:pos x="60" y="424"/>
                </a:cxn>
                <a:cxn ang="0">
                  <a:pos x="93" y="403"/>
                </a:cxn>
                <a:cxn ang="0">
                  <a:pos x="126" y="335"/>
                </a:cxn>
                <a:cxn ang="0">
                  <a:pos x="110" y="277"/>
                </a:cxn>
                <a:cxn ang="0">
                  <a:pos x="93" y="227"/>
                </a:cxn>
                <a:cxn ang="0">
                  <a:pos x="93" y="117"/>
                </a:cxn>
                <a:cxn ang="0">
                  <a:pos x="72" y="84"/>
                </a:cxn>
                <a:cxn ang="0">
                  <a:pos x="51" y="37"/>
                </a:cxn>
                <a:cxn ang="0">
                  <a:pos x="55" y="7"/>
                </a:cxn>
                <a:cxn ang="0">
                  <a:pos x="294" y="0"/>
                </a:cxn>
                <a:cxn ang="0">
                  <a:pos x="330" y="50"/>
                </a:cxn>
                <a:cxn ang="0">
                  <a:pos x="358" y="115"/>
                </a:cxn>
                <a:cxn ang="0">
                  <a:pos x="453" y="107"/>
                </a:cxn>
                <a:cxn ang="0">
                  <a:pos x="456" y="56"/>
                </a:cxn>
                <a:cxn ang="0">
                  <a:pos x="516" y="48"/>
                </a:cxn>
                <a:cxn ang="0">
                  <a:pos x="555" y="70"/>
                </a:cxn>
                <a:cxn ang="0">
                  <a:pos x="606" y="82"/>
                </a:cxn>
                <a:cxn ang="0">
                  <a:pos x="614" y="241"/>
                </a:cxn>
                <a:cxn ang="0">
                  <a:pos x="639" y="301"/>
                </a:cxn>
                <a:cxn ang="0">
                  <a:pos x="726" y="301"/>
                </a:cxn>
                <a:cxn ang="0">
                  <a:pos x="734" y="317"/>
                </a:cxn>
                <a:cxn ang="0">
                  <a:pos x="724" y="404"/>
                </a:cxn>
                <a:cxn ang="0">
                  <a:pos x="614" y="407"/>
                </a:cxn>
                <a:cxn ang="0">
                  <a:pos x="619" y="625"/>
                </a:cxn>
                <a:cxn ang="0">
                  <a:pos x="661" y="665"/>
                </a:cxn>
                <a:cxn ang="0">
                  <a:pos x="614" y="700"/>
                </a:cxn>
                <a:cxn ang="0">
                  <a:pos x="550" y="702"/>
                </a:cxn>
                <a:cxn ang="0">
                  <a:pos x="485" y="715"/>
                </a:cxn>
                <a:cxn ang="0">
                  <a:pos x="431" y="700"/>
                </a:cxn>
                <a:cxn ang="0">
                  <a:pos x="378" y="665"/>
                </a:cxn>
                <a:cxn ang="0">
                  <a:pos x="202" y="662"/>
                </a:cxn>
                <a:cxn ang="0">
                  <a:pos x="139" y="685"/>
                </a:cxn>
                <a:cxn ang="0">
                  <a:pos x="114" y="660"/>
                </a:cxn>
                <a:cxn ang="0">
                  <a:pos x="49" y="660"/>
                </a:cxn>
                <a:cxn ang="0">
                  <a:pos x="4" y="681"/>
                </a:cxn>
              </a:cxnLst>
              <a:rect l="0" t="0" r="r" b="b"/>
              <a:pathLst>
                <a:path w="734" h="715">
                  <a:moveTo>
                    <a:pt x="4" y="681"/>
                  </a:moveTo>
                  <a:lnTo>
                    <a:pt x="0" y="625"/>
                  </a:lnTo>
                  <a:lnTo>
                    <a:pt x="8" y="571"/>
                  </a:lnTo>
                  <a:lnTo>
                    <a:pt x="60" y="424"/>
                  </a:lnTo>
                  <a:lnTo>
                    <a:pt x="93" y="403"/>
                  </a:lnTo>
                  <a:lnTo>
                    <a:pt x="126" y="335"/>
                  </a:lnTo>
                  <a:lnTo>
                    <a:pt x="110" y="277"/>
                  </a:lnTo>
                  <a:lnTo>
                    <a:pt x="93" y="227"/>
                  </a:lnTo>
                  <a:lnTo>
                    <a:pt x="93" y="117"/>
                  </a:lnTo>
                  <a:lnTo>
                    <a:pt x="72" y="84"/>
                  </a:lnTo>
                  <a:lnTo>
                    <a:pt x="51" y="37"/>
                  </a:lnTo>
                  <a:lnTo>
                    <a:pt x="55" y="7"/>
                  </a:lnTo>
                  <a:lnTo>
                    <a:pt x="294" y="0"/>
                  </a:lnTo>
                  <a:lnTo>
                    <a:pt x="330" y="50"/>
                  </a:lnTo>
                  <a:lnTo>
                    <a:pt x="358" y="115"/>
                  </a:lnTo>
                  <a:lnTo>
                    <a:pt x="453" y="107"/>
                  </a:lnTo>
                  <a:lnTo>
                    <a:pt x="456" y="56"/>
                  </a:lnTo>
                  <a:lnTo>
                    <a:pt x="516" y="48"/>
                  </a:lnTo>
                  <a:lnTo>
                    <a:pt x="555" y="70"/>
                  </a:lnTo>
                  <a:lnTo>
                    <a:pt x="606" y="82"/>
                  </a:lnTo>
                  <a:lnTo>
                    <a:pt x="614" y="241"/>
                  </a:lnTo>
                  <a:lnTo>
                    <a:pt x="639" y="301"/>
                  </a:lnTo>
                  <a:lnTo>
                    <a:pt x="726" y="301"/>
                  </a:lnTo>
                  <a:lnTo>
                    <a:pt x="734" y="317"/>
                  </a:lnTo>
                  <a:lnTo>
                    <a:pt x="724" y="404"/>
                  </a:lnTo>
                  <a:lnTo>
                    <a:pt x="614" y="407"/>
                  </a:lnTo>
                  <a:lnTo>
                    <a:pt x="619" y="625"/>
                  </a:lnTo>
                  <a:lnTo>
                    <a:pt x="661" y="665"/>
                  </a:lnTo>
                  <a:lnTo>
                    <a:pt x="614" y="700"/>
                  </a:lnTo>
                  <a:lnTo>
                    <a:pt x="550" y="702"/>
                  </a:lnTo>
                  <a:lnTo>
                    <a:pt x="485" y="715"/>
                  </a:lnTo>
                  <a:lnTo>
                    <a:pt x="431" y="700"/>
                  </a:lnTo>
                  <a:lnTo>
                    <a:pt x="378" y="665"/>
                  </a:lnTo>
                  <a:lnTo>
                    <a:pt x="202" y="662"/>
                  </a:lnTo>
                  <a:lnTo>
                    <a:pt x="139" y="685"/>
                  </a:lnTo>
                  <a:lnTo>
                    <a:pt x="114" y="660"/>
                  </a:lnTo>
                  <a:lnTo>
                    <a:pt x="49" y="660"/>
                  </a:lnTo>
                  <a:lnTo>
                    <a:pt x="4" y="68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573"/>
            <p:cNvSpPr>
              <a:spLocks/>
            </p:cNvSpPr>
            <p:nvPr/>
          </p:nvSpPr>
          <p:spPr bwMode="auto">
            <a:xfrm>
              <a:off x="4682167" y="4227534"/>
              <a:ext cx="441035" cy="454007"/>
            </a:xfrm>
            <a:custGeom>
              <a:avLst/>
              <a:gdLst/>
              <a:ahLst/>
              <a:cxnLst>
                <a:cxn ang="0">
                  <a:pos x="1022" y="811"/>
                </a:cxn>
                <a:cxn ang="0">
                  <a:pos x="962" y="853"/>
                </a:cxn>
                <a:cxn ang="0">
                  <a:pos x="965" y="1029"/>
                </a:cxn>
                <a:cxn ang="0">
                  <a:pos x="1010" y="1007"/>
                </a:cxn>
                <a:cxn ang="0">
                  <a:pos x="1027" y="1099"/>
                </a:cxn>
                <a:cxn ang="0">
                  <a:pos x="861" y="991"/>
                </a:cxn>
                <a:cxn ang="0">
                  <a:pos x="827" y="1009"/>
                </a:cxn>
                <a:cxn ang="0">
                  <a:pos x="788" y="987"/>
                </a:cxn>
                <a:cxn ang="0">
                  <a:pos x="749" y="981"/>
                </a:cxn>
                <a:cxn ang="0">
                  <a:pos x="706" y="987"/>
                </a:cxn>
                <a:cxn ang="0">
                  <a:pos x="611" y="971"/>
                </a:cxn>
                <a:cxn ang="0">
                  <a:pos x="578" y="752"/>
                </a:cxn>
                <a:cxn ang="0">
                  <a:pos x="488" y="718"/>
                </a:cxn>
                <a:cxn ang="0">
                  <a:pos x="425" y="777"/>
                </a:cxn>
                <a:cxn ang="0">
                  <a:pos x="302" y="720"/>
                </a:cxn>
                <a:cxn ang="0">
                  <a:pos x="27" y="677"/>
                </a:cxn>
                <a:cxn ang="0">
                  <a:pos x="47" y="634"/>
                </a:cxn>
                <a:cxn ang="0">
                  <a:pos x="81" y="583"/>
                </a:cxn>
                <a:cxn ang="0">
                  <a:pos x="104" y="612"/>
                </a:cxn>
                <a:cxn ang="0">
                  <a:pos x="247" y="412"/>
                </a:cxn>
                <a:cxn ang="0">
                  <a:pos x="322" y="306"/>
                </a:cxn>
                <a:cxn ang="0">
                  <a:pos x="364" y="163"/>
                </a:cxn>
                <a:cxn ang="0">
                  <a:pos x="368" y="33"/>
                </a:cxn>
                <a:cxn ang="0">
                  <a:pos x="512" y="54"/>
                </a:cxn>
                <a:cxn ang="0">
                  <a:pos x="647" y="54"/>
                </a:cxn>
                <a:cxn ang="0">
                  <a:pos x="893" y="4"/>
                </a:cxn>
                <a:cxn ang="0">
                  <a:pos x="946" y="42"/>
                </a:cxn>
                <a:cxn ang="0">
                  <a:pos x="996" y="42"/>
                </a:cxn>
                <a:cxn ang="0">
                  <a:pos x="1072" y="93"/>
                </a:cxn>
                <a:cxn ang="0">
                  <a:pos x="1075" y="208"/>
                </a:cxn>
                <a:cxn ang="0">
                  <a:pos x="994" y="384"/>
                </a:cxn>
                <a:cxn ang="0">
                  <a:pos x="999" y="490"/>
                </a:cxn>
                <a:cxn ang="0">
                  <a:pos x="1022" y="558"/>
                </a:cxn>
                <a:cxn ang="0">
                  <a:pos x="1012" y="600"/>
                </a:cxn>
                <a:cxn ang="0">
                  <a:pos x="1069" y="740"/>
                </a:cxn>
              </a:cxnLst>
              <a:rect l="0" t="0" r="r" b="b"/>
              <a:pathLst>
                <a:path w="1089" h="1117">
                  <a:moveTo>
                    <a:pt x="1083" y="788"/>
                  </a:moveTo>
                  <a:lnTo>
                    <a:pt x="1022" y="811"/>
                  </a:lnTo>
                  <a:lnTo>
                    <a:pt x="987" y="825"/>
                  </a:lnTo>
                  <a:lnTo>
                    <a:pt x="962" y="853"/>
                  </a:lnTo>
                  <a:lnTo>
                    <a:pt x="934" y="993"/>
                  </a:lnTo>
                  <a:lnTo>
                    <a:pt x="965" y="1029"/>
                  </a:lnTo>
                  <a:lnTo>
                    <a:pt x="990" y="1032"/>
                  </a:lnTo>
                  <a:lnTo>
                    <a:pt x="1010" y="1007"/>
                  </a:lnTo>
                  <a:lnTo>
                    <a:pt x="1030" y="1019"/>
                  </a:lnTo>
                  <a:lnTo>
                    <a:pt x="1027" y="1099"/>
                  </a:lnTo>
                  <a:lnTo>
                    <a:pt x="999" y="1117"/>
                  </a:lnTo>
                  <a:lnTo>
                    <a:pt x="861" y="991"/>
                  </a:lnTo>
                  <a:lnTo>
                    <a:pt x="836" y="981"/>
                  </a:lnTo>
                  <a:lnTo>
                    <a:pt x="827" y="1009"/>
                  </a:lnTo>
                  <a:lnTo>
                    <a:pt x="802" y="1009"/>
                  </a:lnTo>
                  <a:lnTo>
                    <a:pt x="788" y="987"/>
                  </a:lnTo>
                  <a:lnTo>
                    <a:pt x="763" y="971"/>
                  </a:lnTo>
                  <a:lnTo>
                    <a:pt x="749" y="981"/>
                  </a:lnTo>
                  <a:lnTo>
                    <a:pt x="726" y="979"/>
                  </a:lnTo>
                  <a:lnTo>
                    <a:pt x="706" y="987"/>
                  </a:lnTo>
                  <a:lnTo>
                    <a:pt x="698" y="971"/>
                  </a:lnTo>
                  <a:lnTo>
                    <a:pt x="611" y="971"/>
                  </a:lnTo>
                  <a:lnTo>
                    <a:pt x="586" y="911"/>
                  </a:lnTo>
                  <a:lnTo>
                    <a:pt x="578" y="752"/>
                  </a:lnTo>
                  <a:lnTo>
                    <a:pt x="527" y="740"/>
                  </a:lnTo>
                  <a:lnTo>
                    <a:pt x="488" y="718"/>
                  </a:lnTo>
                  <a:lnTo>
                    <a:pt x="429" y="726"/>
                  </a:lnTo>
                  <a:lnTo>
                    <a:pt x="425" y="777"/>
                  </a:lnTo>
                  <a:lnTo>
                    <a:pt x="330" y="785"/>
                  </a:lnTo>
                  <a:lnTo>
                    <a:pt x="302" y="720"/>
                  </a:lnTo>
                  <a:lnTo>
                    <a:pt x="266" y="670"/>
                  </a:lnTo>
                  <a:lnTo>
                    <a:pt x="27" y="677"/>
                  </a:lnTo>
                  <a:lnTo>
                    <a:pt x="0" y="650"/>
                  </a:lnTo>
                  <a:lnTo>
                    <a:pt x="47" y="634"/>
                  </a:lnTo>
                  <a:lnTo>
                    <a:pt x="56" y="615"/>
                  </a:lnTo>
                  <a:lnTo>
                    <a:pt x="81" y="583"/>
                  </a:lnTo>
                  <a:lnTo>
                    <a:pt x="100" y="580"/>
                  </a:lnTo>
                  <a:lnTo>
                    <a:pt x="104" y="612"/>
                  </a:lnTo>
                  <a:lnTo>
                    <a:pt x="207" y="560"/>
                  </a:lnTo>
                  <a:lnTo>
                    <a:pt x="247" y="412"/>
                  </a:lnTo>
                  <a:lnTo>
                    <a:pt x="292" y="387"/>
                  </a:lnTo>
                  <a:lnTo>
                    <a:pt x="322" y="306"/>
                  </a:lnTo>
                  <a:lnTo>
                    <a:pt x="327" y="204"/>
                  </a:lnTo>
                  <a:lnTo>
                    <a:pt x="364" y="163"/>
                  </a:lnTo>
                  <a:lnTo>
                    <a:pt x="364" y="93"/>
                  </a:lnTo>
                  <a:lnTo>
                    <a:pt x="368" y="33"/>
                  </a:lnTo>
                  <a:lnTo>
                    <a:pt x="461" y="16"/>
                  </a:lnTo>
                  <a:lnTo>
                    <a:pt x="512" y="54"/>
                  </a:lnTo>
                  <a:lnTo>
                    <a:pt x="591" y="71"/>
                  </a:lnTo>
                  <a:lnTo>
                    <a:pt x="647" y="54"/>
                  </a:lnTo>
                  <a:lnTo>
                    <a:pt x="790" y="0"/>
                  </a:lnTo>
                  <a:lnTo>
                    <a:pt x="893" y="4"/>
                  </a:lnTo>
                  <a:lnTo>
                    <a:pt x="916" y="42"/>
                  </a:lnTo>
                  <a:lnTo>
                    <a:pt x="946" y="42"/>
                  </a:lnTo>
                  <a:lnTo>
                    <a:pt x="958" y="29"/>
                  </a:lnTo>
                  <a:lnTo>
                    <a:pt x="996" y="42"/>
                  </a:lnTo>
                  <a:lnTo>
                    <a:pt x="1026" y="37"/>
                  </a:lnTo>
                  <a:lnTo>
                    <a:pt x="1072" y="93"/>
                  </a:lnTo>
                  <a:lnTo>
                    <a:pt x="1089" y="154"/>
                  </a:lnTo>
                  <a:lnTo>
                    <a:pt x="1075" y="208"/>
                  </a:lnTo>
                  <a:lnTo>
                    <a:pt x="1010" y="309"/>
                  </a:lnTo>
                  <a:lnTo>
                    <a:pt x="994" y="384"/>
                  </a:lnTo>
                  <a:lnTo>
                    <a:pt x="990" y="440"/>
                  </a:lnTo>
                  <a:lnTo>
                    <a:pt x="999" y="490"/>
                  </a:lnTo>
                  <a:lnTo>
                    <a:pt x="1019" y="511"/>
                  </a:lnTo>
                  <a:lnTo>
                    <a:pt x="1022" y="558"/>
                  </a:lnTo>
                  <a:lnTo>
                    <a:pt x="1012" y="592"/>
                  </a:lnTo>
                  <a:lnTo>
                    <a:pt x="1012" y="600"/>
                  </a:lnTo>
                  <a:lnTo>
                    <a:pt x="1019" y="670"/>
                  </a:lnTo>
                  <a:lnTo>
                    <a:pt x="1069" y="740"/>
                  </a:lnTo>
                  <a:lnTo>
                    <a:pt x="1083" y="78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574"/>
            <p:cNvSpPr>
              <a:spLocks/>
            </p:cNvSpPr>
            <p:nvPr/>
          </p:nvSpPr>
          <p:spPr bwMode="auto">
            <a:xfrm>
              <a:off x="4664331" y="4266450"/>
              <a:ext cx="165388" cy="214032"/>
            </a:xfrm>
            <a:custGeom>
              <a:avLst/>
              <a:gdLst/>
              <a:ahLst/>
              <a:cxnLst>
                <a:cxn ang="0">
                  <a:pos x="101" y="522"/>
                </a:cxn>
                <a:cxn ang="0">
                  <a:pos x="126" y="490"/>
                </a:cxn>
                <a:cxn ang="0">
                  <a:pos x="146" y="487"/>
                </a:cxn>
                <a:cxn ang="0">
                  <a:pos x="149" y="519"/>
                </a:cxn>
                <a:cxn ang="0">
                  <a:pos x="252" y="467"/>
                </a:cxn>
                <a:cxn ang="0">
                  <a:pos x="292" y="319"/>
                </a:cxn>
                <a:cxn ang="0">
                  <a:pos x="337" y="294"/>
                </a:cxn>
                <a:cxn ang="0">
                  <a:pos x="367" y="213"/>
                </a:cxn>
                <a:cxn ang="0">
                  <a:pos x="372" y="111"/>
                </a:cxn>
                <a:cxn ang="0">
                  <a:pos x="409" y="70"/>
                </a:cxn>
                <a:cxn ang="0">
                  <a:pos x="409" y="0"/>
                </a:cxn>
                <a:cxn ang="0">
                  <a:pos x="371" y="4"/>
                </a:cxn>
                <a:cxn ang="0">
                  <a:pos x="313" y="0"/>
                </a:cxn>
                <a:cxn ang="0">
                  <a:pos x="274" y="16"/>
                </a:cxn>
                <a:cxn ang="0">
                  <a:pos x="245" y="58"/>
                </a:cxn>
                <a:cxn ang="0">
                  <a:pos x="202" y="111"/>
                </a:cxn>
                <a:cxn ang="0">
                  <a:pos x="171" y="88"/>
                </a:cxn>
                <a:cxn ang="0">
                  <a:pos x="84" y="90"/>
                </a:cxn>
                <a:cxn ang="0">
                  <a:pos x="69" y="131"/>
                </a:cxn>
                <a:cxn ang="0">
                  <a:pos x="121" y="171"/>
                </a:cxn>
                <a:cxn ang="0">
                  <a:pos x="164" y="151"/>
                </a:cxn>
                <a:cxn ang="0">
                  <a:pos x="176" y="159"/>
                </a:cxn>
                <a:cxn ang="0">
                  <a:pos x="182" y="201"/>
                </a:cxn>
                <a:cxn ang="0">
                  <a:pos x="149" y="226"/>
                </a:cxn>
                <a:cxn ang="0">
                  <a:pos x="135" y="265"/>
                </a:cxn>
                <a:cxn ang="0">
                  <a:pos x="149" y="282"/>
                </a:cxn>
                <a:cxn ang="0">
                  <a:pos x="164" y="286"/>
                </a:cxn>
                <a:cxn ang="0">
                  <a:pos x="149" y="394"/>
                </a:cxn>
                <a:cxn ang="0">
                  <a:pos x="106" y="369"/>
                </a:cxn>
                <a:cxn ang="0">
                  <a:pos x="81" y="332"/>
                </a:cxn>
                <a:cxn ang="0">
                  <a:pos x="39" y="323"/>
                </a:cxn>
                <a:cxn ang="0">
                  <a:pos x="35" y="348"/>
                </a:cxn>
                <a:cxn ang="0">
                  <a:pos x="21" y="382"/>
                </a:cxn>
                <a:cxn ang="0">
                  <a:pos x="0" y="373"/>
                </a:cxn>
                <a:cxn ang="0">
                  <a:pos x="9" y="404"/>
                </a:cxn>
                <a:cxn ang="0">
                  <a:pos x="56" y="451"/>
                </a:cxn>
                <a:cxn ang="0">
                  <a:pos x="5" y="491"/>
                </a:cxn>
                <a:cxn ang="0">
                  <a:pos x="17" y="529"/>
                </a:cxn>
                <a:cxn ang="0">
                  <a:pos x="86" y="499"/>
                </a:cxn>
                <a:cxn ang="0">
                  <a:pos x="98" y="502"/>
                </a:cxn>
                <a:cxn ang="0">
                  <a:pos x="101" y="522"/>
                </a:cxn>
              </a:cxnLst>
              <a:rect l="0" t="0" r="r" b="b"/>
              <a:pathLst>
                <a:path w="409" h="529">
                  <a:moveTo>
                    <a:pt x="101" y="522"/>
                  </a:moveTo>
                  <a:lnTo>
                    <a:pt x="126" y="490"/>
                  </a:lnTo>
                  <a:lnTo>
                    <a:pt x="146" y="487"/>
                  </a:lnTo>
                  <a:lnTo>
                    <a:pt x="149" y="519"/>
                  </a:lnTo>
                  <a:lnTo>
                    <a:pt x="252" y="467"/>
                  </a:lnTo>
                  <a:lnTo>
                    <a:pt x="292" y="319"/>
                  </a:lnTo>
                  <a:lnTo>
                    <a:pt x="337" y="294"/>
                  </a:lnTo>
                  <a:lnTo>
                    <a:pt x="367" y="213"/>
                  </a:lnTo>
                  <a:lnTo>
                    <a:pt x="372" y="111"/>
                  </a:lnTo>
                  <a:lnTo>
                    <a:pt x="409" y="70"/>
                  </a:lnTo>
                  <a:lnTo>
                    <a:pt x="409" y="0"/>
                  </a:lnTo>
                  <a:lnTo>
                    <a:pt x="371" y="4"/>
                  </a:lnTo>
                  <a:lnTo>
                    <a:pt x="313" y="0"/>
                  </a:lnTo>
                  <a:lnTo>
                    <a:pt x="274" y="16"/>
                  </a:lnTo>
                  <a:lnTo>
                    <a:pt x="245" y="58"/>
                  </a:lnTo>
                  <a:lnTo>
                    <a:pt x="202" y="111"/>
                  </a:lnTo>
                  <a:lnTo>
                    <a:pt x="171" y="88"/>
                  </a:lnTo>
                  <a:lnTo>
                    <a:pt x="84" y="90"/>
                  </a:lnTo>
                  <a:lnTo>
                    <a:pt x="69" y="131"/>
                  </a:lnTo>
                  <a:lnTo>
                    <a:pt x="121" y="171"/>
                  </a:lnTo>
                  <a:lnTo>
                    <a:pt x="164" y="151"/>
                  </a:lnTo>
                  <a:lnTo>
                    <a:pt x="176" y="159"/>
                  </a:lnTo>
                  <a:lnTo>
                    <a:pt x="182" y="201"/>
                  </a:lnTo>
                  <a:lnTo>
                    <a:pt x="149" y="226"/>
                  </a:lnTo>
                  <a:lnTo>
                    <a:pt x="135" y="265"/>
                  </a:lnTo>
                  <a:lnTo>
                    <a:pt x="149" y="282"/>
                  </a:lnTo>
                  <a:lnTo>
                    <a:pt x="164" y="286"/>
                  </a:lnTo>
                  <a:lnTo>
                    <a:pt x="149" y="394"/>
                  </a:lnTo>
                  <a:lnTo>
                    <a:pt x="106" y="369"/>
                  </a:lnTo>
                  <a:lnTo>
                    <a:pt x="81" y="332"/>
                  </a:lnTo>
                  <a:lnTo>
                    <a:pt x="39" y="323"/>
                  </a:lnTo>
                  <a:lnTo>
                    <a:pt x="35" y="348"/>
                  </a:lnTo>
                  <a:lnTo>
                    <a:pt x="21" y="382"/>
                  </a:lnTo>
                  <a:lnTo>
                    <a:pt x="0" y="373"/>
                  </a:lnTo>
                  <a:lnTo>
                    <a:pt x="9" y="404"/>
                  </a:lnTo>
                  <a:lnTo>
                    <a:pt x="56" y="451"/>
                  </a:lnTo>
                  <a:lnTo>
                    <a:pt x="5" y="491"/>
                  </a:lnTo>
                  <a:lnTo>
                    <a:pt x="17" y="529"/>
                  </a:lnTo>
                  <a:lnTo>
                    <a:pt x="86" y="499"/>
                  </a:lnTo>
                  <a:lnTo>
                    <a:pt x="98" y="502"/>
                  </a:lnTo>
                  <a:lnTo>
                    <a:pt x="101" y="52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575"/>
            <p:cNvSpPr>
              <a:spLocks/>
            </p:cNvSpPr>
            <p:nvPr/>
          </p:nvSpPr>
          <p:spPr bwMode="auto">
            <a:xfrm>
              <a:off x="5084288" y="4245370"/>
              <a:ext cx="136203" cy="139443"/>
            </a:xfrm>
            <a:custGeom>
              <a:avLst/>
              <a:gdLst/>
              <a:ahLst/>
              <a:cxnLst>
                <a:cxn ang="0">
                  <a:pos x="269" y="313"/>
                </a:cxn>
                <a:cxn ang="0">
                  <a:pos x="100" y="310"/>
                </a:cxn>
                <a:cxn ang="0">
                  <a:pos x="75" y="321"/>
                </a:cxn>
                <a:cxn ang="0">
                  <a:pos x="53" y="315"/>
                </a:cxn>
                <a:cxn ang="0">
                  <a:pos x="33" y="331"/>
                </a:cxn>
                <a:cxn ang="0">
                  <a:pos x="0" y="343"/>
                </a:cxn>
                <a:cxn ang="0">
                  <a:pos x="16" y="268"/>
                </a:cxn>
                <a:cxn ang="0">
                  <a:pos x="81" y="167"/>
                </a:cxn>
                <a:cxn ang="0">
                  <a:pos x="95" y="113"/>
                </a:cxn>
                <a:cxn ang="0">
                  <a:pos x="78" y="52"/>
                </a:cxn>
                <a:cxn ang="0">
                  <a:pos x="103" y="38"/>
                </a:cxn>
                <a:cxn ang="0">
                  <a:pos x="145" y="52"/>
                </a:cxn>
                <a:cxn ang="0">
                  <a:pos x="229" y="48"/>
                </a:cxn>
                <a:cxn ang="0">
                  <a:pos x="267" y="0"/>
                </a:cxn>
                <a:cxn ang="0">
                  <a:pos x="283" y="42"/>
                </a:cxn>
                <a:cxn ang="0">
                  <a:pos x="334" y="127"/>
                </a:cxn>
                <a:cxn ang="0">
                  <a:pos x="334" y="175"/>
                </a:cxn>
                <a:cxn ang="0">
                  <a:pos x="277" y="220"/>
                </a:cxn>
                <a:cxn ang="0">
                  <a:pos x="269" y="313"/>
                </a:cxn>
              </a:cxnLst>
              <a:rect l="0" t="0" r="r" b="b"/>
              <a:pathLst>
                <a:path w="334" h="343">
                  <a:moveTo>
                    <a:pt x="269" y="313"/>
                  </a:moveTo>
                  <a:lnTo>
                    <a:pt x="100" y="310"/>
                  </a:lnTo>
                  <a:lnTo>
                    <a:pt x="75" y="321"/>
                  </a:lnTo>
                  <a:lnTo>
                    <a:pt x="53" y="315"/>
                  </a:lnTo>
                  <a:lnTo>
                    <a:pt x="33" y="331"/>
                  </a:lnTo>
                  <a:lnTo>
                    <a:pt x="0" y="343"/>
                  </a:lnTo>
                  <a:lnTo>
                    <a:pt x="16" y="268"/>
                  </a:lnTo>
                  <a:lnTo>
                    <a:pt x="81" y="167"/>
                  </a:lnTo>
                  <a:lnTo>
                    <a:pt x="95" y="113"/>
                  </a:lnTo>
                  <a:lnTo>
                    <a:pt x="78" y="52"/>
                  </a:lnTo>
                  <a:lnTo>
                    <a:pt x="103" y="38"/>
                  </a:lnTo>
                  <a:lnTo>
                    <a:pt x="145" y="52"/>
                  </a:lnTo>
                  <a:lnTo>
                    <a:pt x="229" y="48"/>
                  </a:lnTo>
                  <a:lnTo>
                    <a:pt x="267" y="0"/>
                  </a:lnTo>
                  <a:lnTo>
                    <a:pt x="283" y="42"/>
                  </a:lnTo>
                  <a:lnTo>
                    <a:pt x="334" y="127"/>
                  </a:lnTo>
                  <a:lnTo>
                    <a:pt x="334" y="175"/>
                  </a:lnTo>
                  <a:lnTo>
                    <a:pt x="277" y="220"/>
                  </a:lnTo>
                  <a:lnTo>
                    <a:pt x="269" y="3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576"/>
            <p:cNvSpPr>
              <a:spLocks/>
            </p:cNvSpPr>
            <p:nvPr/>
          </p:nvSpPr>
          <p:spPr bwMode="auto">
            <a:xfrm>
              <a:off x="4672439" y="4767477"/>
              <a:ext cx="332399" cy="304833"/>
            </a:xfrm>
            <a:custGeom>
              <a:avLst/>
              <a:gdLst/>
              <a:ahLst/>
              <a:cxnLst>
                <a:cxn ang="0">
                  <a:pos x="267" y="739"/>
                </a:cxn>
                <a:cxn ang="0">
                  <a:pos x="236" y="694"/>
                </a:cxn>
                <a:cxn ang="0">
                  <a:pos x="211" y="640"/>
                </a:cxn>
                <a:cxn ang="0">
                  <a:pos x="182" y="551"/>
                </a:cxn>
                <a:cxn ang="0">
                  <a:pos x="161" y="475"/>
                </a:cxn>
                <a:cxn ang="0">
                  <a:pos x="139" y="357"/>
                </a:cxn>
                <a:cxn ang="0">
                  <a:pos x="131" y="315"/>
                </a:cxn>
                <a:cxn ang="0">
                  <a:pos x="43" y="156"/>
                </a:cxn>
                <a:cxn ang="0">
                  <a:pos x="39" y="130"/>
                </a:cxn>
                <a:cxn ang="0">
                  <a:pos x="14" y="93"/>
                </a:cxn>
                <a:cxn ang="0">
                  <a:pos x="0" y="21"/>
                </a:cxn>
                <a:cxn ang="0">
                  <a:pos x="45" y="0"/>
                </a:cxn>
                <a:cxn ang="0">
                  <a:pos x="110" y="0"/>
                </a:cxn>
                <a:cxn ang="0">
                  <a:pos x="135" y="25"/>
                </a:cxn>
                <a:cxn ang="0">
                  <a:pos x="198" y="2"/>
                </a:cxn>
                <a:cxn ang="0">
                  <a:pos x="374" y="5"/>
                </a:cxn>
                <a:cxn ang="0">
                  <a:pos x="427" y="40"/>
                </a:cxn>
                <a:cxn ang="0">
                  <a:pos x="481" y="55"/>
                </a:cxn>
                <a:cxn ang="0">
                  <a:pos x="546" y="42"/>
                </a:cxn>
                <a:cxn ang="0">
                  <a:pos x="610" y="40"/>
                </a:cxn>
                <a:cxn ang="0">
                  <a:pos x="657" y="5"/>
                </a:cxn>
                <a:cxn ang="0">
                  <a:pos x="696" y="21"/>
                </a:cxn>
                <a:cxn ang="0">
                  <a:pos x="763" y="25"/>
                </a:cxn>
                <a:cxn ang="0">
                  <a:pos x="800" y="33"/>
                </a:cxn>
                <a:cxn ang="0">
                  <a:pos x="820" y="53"/>
                </a:cxn>
                <a:cxn ang="0">
                  <a:pos x="774" y="53"/>
                </a:cxn>
                <a:cxn ang="0">
                  <a:pos x="710" y="78"/>
                </a:cxn>
                <a:cxn ang="0">
                  <a:pos x="664" y="61"/>
                </a:cxn>
                <a:cxn ang="0">
                  <a:pos x="555" y="99"/>
                </a:cxn>
                <a:cxn ang="0">
                  <a:pos x="550" y="293"/>
                </a:cxn>
                <a:cxn ang="0">
                  <a:pos x="492" y="301"/>
                </a:cxn>
                <a:cxn ang="0">
                  <a:pos x="487" y="469"/>
                </a:cxn>
                <a:cxn ang="0">
                  <a:pos x="479" y="739"/>
                </a:cxn>
                <a:cxn ang="0">
                  <a:pos x="410" y="754"/>
                </a:cxn>
                <a:cxn ang="0">
                  <a:pos x="367" y="740"/>
                </a:cxn>
                <a:cxn ang="0">
                  <a:pos x="338" y="724"/>
                </a:cxn>
                <a:cxn ang="0">
                  <a:pos x="321" y="707"/>
                </a:cxn>
                <a:cxn ang="0">
                  <a:pos x="300" y="710"/>
                </a:cxn>
                <a:cxn ang="0">
                  <a:pos x="267" y="739"/>
                </a:cxn>
              </a:cxnLst>
              <a:rect l="0" t="0" r="r" b="b"/>
              <a:pathLst>
                <a:path w="820" h="754">
                  <a:moveTo>
                    <a:pt x="267" y="739"/>
                  </a:moveTo>
                  <a:lnTo>
                    <a:pt x="236" y="694"/>
                  </a:lnTo>
                  <a:lnTo>
                    <a:pt x="211" y="640"/>
                  </a:lnTo>
                  <a:lnTo>
                    <a:pt x="182" y="551"/>
                  </a:lnTo>
                  <a:lnTo>
                    <a:pt x="161" y="475"/>
                  </a:lnTo>
                  <a:lnTo>
                    <a:pt x="139" y="357"/>
                  </a:lnTo>
                  <a:lnTo>
                    <a:pt x="131" y="315"/>
                  </a:lnTo>
                  <a:lnTo>
                    <a:pt x="43" y="156"/>
                  </a:lnTo>
                  <a:lnTo>
                    <a:pt x="39" y="130"/>
                  </a:lnTo>
                  <a:lnTo>
                    <a:pt x="14" y="93"/>
                  </a:lnTo>
                  <a:lnTo>
                    <a:pt x="0" y="21"/>
                  </a:lnTo>
                  <a:lnTo>
                    <a:pt x="45" y="0"/>
                  </a:lnTo>
                  <a:lnTo>
                    <a:pt x="110" y="0"/>
                  </a:lnTo>
                  <a:lnTo>
                    <a:pt x="135" y="25"/>
                  </a:lnTo>
                  <a:lnTo>
                    <a:pt x="198" y="2"/>
                  </a:lnTo>
                  <a:lnTo>
                    <a:pt x="374" y="5"/>
                  </a:lnTo>
                  <a:lnTo>
                    <a:pt x="427" y="40"/>
                  </a:lnTo>
                  <a:lnTo>
                    <a:pt x="481" y="55"/>
                  </a:lnTo>
                  <a:lnTo>
                    <a:pt x="546" y="42"/>
                  </a:lnTo>
                  <a:lnTo>
                    <a:pt x="610" y="40"/>
                  </a:lnTo>
                  <a:lnTo>
                    <a:pt x="657" y="5"/>
                  </a:lnTo>
                  <a:lnTo>
                    <a:pt x="696" y="21"/>
                  </a:lnTo>
                  <a:lnTo>
                    <a:pt x="763" y="25"/>
                  </a:lnTo>
                  <a:lnTo>
                    <a:pt x="800" y="33"/>
                  </a:lnTo>
                  <a:lnTo>
                    <a:pt x="820" y="53"/>
                  </a:lnTo>
                  <a:lnTo>
                    <a:pt x="774" y="53"/>
                  </a:lnTo>
                  <a:lnTo>
                    <a:pt x="710" y="78"/>
                  </a:lnTo>
                  <a:lnTo>
                    <a:pt x="664" y="61"/>
                  </a:lnTo>
                  <a:lnTo>
                    <a:pt x="555" y="99"/>
                  </a:lnTo>
                  <a:lnTo>
                    <a:pt x="550" y="293"/>
                  </a:lnTo>
                  <a:lnTo>
                    <a:pt x="492" y="301"/>
                  </a:lnTo>
                  <a:lnTo>
                    <a:pt x="487" y="469"/>
                  </a:lnTo>
                  <a:lnTo>
                    <a:pt x="479" y="739"/>
                  </a:lnTo>
                  <a:lnTo>
                    <a:pt x="410" y="754"/>
                  </a:lnTo>
                  <a:lnTo>
                    <a:pt x="367" y="740"/>
                  </a:lnTo>
                  <a:lnTo>
                    <a:pt x="338" y="724"/>
                  </a:lnTo>
                  <a:lnTo>
                    <a:pt x="321" y="707"/>
                  </a:lnTo>
                  <a:lnTo>
                    <a:pt x="300" y="710"/>
                  </a:lnTo>
                  <a:lnTo>
                    <a:pt x="267" y="7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577"/>
            <p:cNvSpPr>
              <a:spLocks/>
            </p:cNvSpPr>
            <p:nvPr/>
          </p:nvSpPr>
          <p:spPr bwMode="auto">
            <a:xfrm>
              <a:off x="4618930" y="4303742"/>
              <a:ext cx="43779" cy="21078"/>
            </a:xfrm>
            <a:custGeom>
              <a:avLst/>
              <a:gdLst/>
              <a:ahLst/>
              <a:cxnLst>
                <a:cxn ang="0">
                  <a:pos x="13" y="1"/>
                </a:cxn>
                <a:cxn ang="0">
                  <a:pos x="0" y="53"/>
                </a:cxn>
                <a:cxn ang="0">
                  <a:pos x="107" y="52"/>
                </a:cxn>
                <a:cxn ang="0">
                  <a:pos x="105" y="0"/>
                </a:cxn>
                <a:cxn ang="0">
                  <a:pos x="13" y="1"/>
                </a:cxn>
              </a:cxnLst>
              <a:rect l="0" t="0" r="r" b="b"/>
              <a:pathLst>
                <a:path w="107" h="53">
                  <a:moveTo>
                    <a:pt x="13" y="1"/>
                  </a:moveTo>
                  <a:lnTo>
                    <a:pt x="0" y="53"/>
                  </a:lnTo>
                  <a:lnTo>
                    <a:pt x="107" y="52"/>
                  </a:lnTo>
                  <a:lnTo>
                    <a:pt x="105" y="0"/>
                  </a:lnTo>
                  <a:lnTo>
                    <a:pt x="13" y="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578"/>
            <p:cNvSpPr>
              <a:spLocks/>
            </p:cNvSpPr>
            <p:nvPr/>
          </p:nvSpPr>
          <p:spPr bwMode="auto">
            <a:xfrm>
              <a:off x="4121145" y="4159435"/>
              <a:ext cx="90802" cy="92424"/>
            </a:xfrm>
            <a:custGeom>
              <a:avLst/>
              <a:gdLst/>
              <a:ahLst/>
              <a:cxnLst>
                <a:cxn ang="0">
                  <a:pos x="168" y="50"/>
                </a:cxn>
                <a:cxn ang="0">
                  <a:pos x="168" y="118"/>
                </a:cxn>
                <a:cxn ang="0">
                  <a:pos x="220" y="143"/>
                </a:cxn>
                <a:cxn ang="0">
                  <a:pos x="224" y="176"/>
                </a:cxn>
                <a:cxn ang="0">
                  <a:pos x="206" y="226"/>
                </a:cxn>
                <a:cxn ang="0">
                  <a:pos x="127" y="197"/>
                </a:cxn>
                <a:cxn ang="0">
                  <a:pos x="59" y="133"/>
                </a:cxn>
                <a:cxn ang="0">
                  <a:pos x="0" y="79"/>
                </a:cxn>
                <a:cxn ang="0">
                  <a:pos x="55" y="0"/>
                </a:cxn>
                <a:cxn ang="0">
                  <a:pos x="97" y="20"/>
                </a:cxn>
                <a:cxn ang="0">
                  <a:pos x="114" y="37"/>
                </a:cxn>
                <a:cxn ang="0">
                  <a:pos x="168" y="50"/>
                </a:cxn>
              </a:cxnLst>
              <a:rect l="0" t="0" r="r" b="b"/>
              <a:pathLst>
                <a:path w="224" h="226">
                  <a:moveTo>
                    <a:pt x="168" y="50"/>
                  </a:moveTo>
                  <a:lnTo>
                    <a:pt x="168" y="118"/>
                  </a:lnTo>
                  <a:lnTo>
                    <a:pt x="220" y="143"/>
                  </a:lnTo>
                  <a:lnTo>
                    <a:pt x="224" y="176"/>
                  </a:lnTo>
                  <a:lnTo>
                    <a:pt x="206" y="226"/>
                  </a:lnTo>
                  <a:lnTo>
                    <a:pt x="127" y="197"/>
                  </a:lnTo>
                  <a:lnTo>
                    <a:pt x="59" y="133"/>
                  </a:lnTo>
                  <a:lnTo>
                    <a:pt x="0" y="79"/>
                  </a:lnTo>
                  <a:lnTo>
                    <a:pt x="55" y="0"/>
                  </a:lnTo>
                  <a:lnTo>
                    <a:pt x="97" y="20"/>
                  </a:lnTo>
                  <a:lnTo>
                    <a:pt x="114" y="37"/>
                  </a:lnTo>
                  <a:lnTo>
                    <a:pt x="168" y="5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579"/>
            <p:cNvSpPr>
              <a:spLocks/>
            </p:cNvSpPr>
            <p:nvPr/>
          </p:nvSpPr>
          <p:spPr bwMode="auto">
            <a:xfrm>
              <a:off x="5084288" y="4405893"/>
              <a:ext cx="35673" cy="486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14"/>
                </a:cxn>
                <a:cxn ang="0">
                  <a:pos x="36" y="14"/>
                </a:cxn>
                <a:cxn ang="0">
                  <a:pos x="44" y="6"/>
                </a:cxn>
                <a:cxn ang="0">
                  <a:pos x="66" y="6"/>
                </a:cxn>
                <a:cxn ang="0">
                  <a:pos x="89" y="29"/>
                </a:cxn>
                <a:cxn ang="0">
                  <a:pos x="84" y="65"/>
                </a:cxn>
                <a:cxn ang="0">
                  <a:pos x="58" y="77"/>
                </a:cxn>
                <a:cxn ang="0">
                  <a:pos x="53" y="102"/>
                </a:cxn>
                <a:cxn ang="0">
                  <a:pos x="31" y="118"/>
                </a:cxn>
                <a:cxn ang="0">
                  <a:pos x="28" y="71"/>
                </a:cxn>
                <a:cxn ang="0">
                  <a:pos x="8" y="50"/>
                </a:cxn>
                <a:cxn ang="0">
                  <a:pos x="0" y="0"/>
                </a:cxn>
              </a:cxnLst>
              <a:rect l="0" t="0" r="r" b="b"/>
              <a:pathLst>
                <a:path w="89" h="118">
                  <a:moveTo>
                    <a:pt x="0" y="0"/>
                  </a:moveTo>
                  <a:lnTo>
                    <a:pt x="19" y="0"/>
                  </a:lnTo>
                  <a:lnTo>
                    <a:pt x="21" y="14"/>
                  </a:lnTo>
                  <a:lnTo>
                    <a:pt x="36" y="14"/>
                  </a:lnTo>
                  <a:lnTo>
                    <a:pt x="44" y="6"/>
                  </a:lnTo>
                  <a:lnTo>
                    <a:pt x="66" y="6"/>
                  </a:lnTo>
                  <a:lnTo>
                    <a:pt x="89" y="29"/>
                  </a:lnTo>
                  <a:lnTo>
                    <a:pt x="84" y="65"/>
                  </a:lnTo>
                  <a:lnTo>
                    <a:pt x="58" y="77"/>
                  </a:lnTo>
                  <a:lnTo>
                    <a:pt x="53" y="102"/>
                  </a:lnTo>
                  <a:lnTo>
                    <a:pt x="31" y="118"/>
                  </a:lnTo>
                  <a:lnTo>
                    <a:pt x="28" y="71"/>
                  </a:lnTo>
                  <a:lnTo>
                    <a:pt x="8" y="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580"/>
            <p:cNvSpPr>
              <a:spLocks/>
            </p:cNvSpPr>
            <p:nvPr/>
          </p:nvSpPr>
          <p:spPr bwMode="auto">
            <a:xfrm>
              <a:off x="6501437" y="3695698"/>
              <a:ext cx="110259" cy="141067"/>
            </a:xfrm>
            <a:custGeom>
              <a:avLst/>
              <a:gdLst/>
              <a:ahLst/>
              <a:cxnLst>
                <a:cxn ang="0">
                  <a:pos x="267" y="314"/>
                </a:cxn>
                <a:cxn ang="0">
                  <a:pos x="236" y="348"/>
                </a:cxn>
                <a:cxn ang="0">
                  <a:pos x="222" y="320"/>
                </a:cxn>
                <a:cxn ang="0">
                  <a:pos x="219" y="273"/>
                </a:cxn>
                <a:cxn ang="0">
                  <a:pos x="174" y="225"/>
                </a:cxn>
                <a:cxn ang="0">
                  <a:pos x="151" y="228"/>
                </a:cxn>
                <a:cxn ang="0">
                  <a:pos x="146" y="244"/>
                </a:cxn>
                <a:cxn ang="0">
                  <a:pos x="149" y="278"/>
                </a:cxn>
                <a:cxn ang="0">
                  <a:pos x="93" y="306"/>
                </a:cxn>
                <a:cxn ang="0">
                  <a:pos x="56" y="311"/>
                </a:cxn>
                <a:cxn ang="0">
                  <a:pos x="44" y="295"/>
                </a:cxn>
                <a:cxn ang="0">
                  <a:pos x="44" y="211"/>
                </a:cxn>
                <a:cxn ang="0">
                  <a:pos x="31" y="183"/>
                </a:cxn>
                <a:cxn ang="0">
                  <a:pos x="28" y="130"/>
                </a:cxn>
                <a:cxn ang="0">
                  <a:pos x="0" y="98"/>
                </a:cxn>
                <a:cxn ang="0">
                  <a:pos x="3" y="78"/>
                </a:cxn>
                <a:cxn ang="0">
                  <a:pos x="48" y="78"/>
                </a:cxn>
                <a:cxn ang="0">
                  <a:pos x="42" y="50"/>
                </a:cxn>
                <a:cxn ang="0">
                  <a:pos x="26" y="28"/>
                </a:cxn>
                <a:cxn ang="0">
                  <a:pos x="3" y="22"/>
                </a:cxn>
                <a:cxn ang="0">
                  <a:pos x="28" y="0"/>
                </a:cxn>
                <a:cxn ang="0">
                  <a:pos x="76" y="3"/>
                </a:cxn>
                <a:cxn ang="0">
                  <a:pos x="112" y="42"/>
                </a:cxn>
                <a:cxn ang="0">
                  <a:pos x="214" y="34"/>
                </a:cxn>
                <a:cxn ang="0">
                  <a:pos x="236" y="65"/>
                </a:cxn>
                <a:cxn ang="0">
                  <a:pos x="232" y="90"/>
                </a:cxn>
                <a:cxn ang="0">
                  <a:pos x="194" y="123"/>
                </a:cxn>
                <a:cxn ang="0">
                  <a:pos x="204" y="168"/>
                </a:cxn>
                <a:cxn ang="0">
                  <a:pos x="247" y="180"/>
                </a:cxn>
                <a:cxn ang="0">
                  <a:pos x="261" y="238"/>
                </a:cxn>
                <a:cxn ang="0">
                  <a:pos x="272" y="281"/>
                </a:cxn>
                <a:cxn ang="0">
                  <a:pos x="267" y="314"/>
                </a:cxn>
              </a:cxnLst>
              <a:rect l="0" t="0" r="r" b="b"/>
              <a:pathLst>
                <a:path w="272" h="348">
                  <a:moveTo>
                    <a:pt x="267" y="314"/>
                  </a:moveTo>
                  <a:lnTo>
                    <a:pt x="236" y="348"/>
                  </a:lnTo>
                  <a:lnTo>
                    <a:pt x="222" y="320"/>
                  </a:lnTo>
                  <a:lnTo>
                    <a:pt x="219" y="273"/>
                  </a:lnTo>
                  <a:lnTo>
                    <a:pt x="174" y="225"/>
                  </a:lnTo>
                  <a:lnTo>
                    <a:pt x="151" y="228"/>
                  </a:lnTo>
                  <a:lnTo>
                    <a:pt x="146" y="244"/>
                  </a:lnTo>
                  <a:lnTo>
                    <a:pt x="149" y="278"/>
                  </a:lnTo>
                  <a:lnTo>
                    <a:pt x="93" y="306"/>
                  </a:lnTo>
                  <a:lnTo>
                    <a:pt x="56" y="311"/>
                  </a:lnTo>
                  <a:lnTo>
                    <a:pt x="44" y="295"/>
                  </a:lnTo>
                  <a:lnTo>
                    <a:pt x="44" y="211"/>
                  </a:lnTo>
                  <a:lnTo>
                    <a:pt x="31" y="183"/>
                  </a:lnTo>
                  <a:lnTo>
                    <a:pt x="28" y="130"/>
                  </a:lnTo>
                  <a:lnTo>
                    <a:pt x="0" y="98"/>
                  </a:lnTo>
                  <a:lnTo>
                    <a:pt x="3" y="78"/>
                  </a:lnTo>
                  <a:lnTo>
                    <a:pt x="48" y="78"/>
                  </a:lnTo>
                  <a:lnTo>
                    <a:pt x="42" y="50"/>
                  </a:lnTo>
                  <a:lnTo>
                    <a:pt x="26" y="28"/>
                  </a:lnTo>
                  <a:lnTo>
                    <a:pt x="3" y="22"/>
                  </a:lnTo>
                  <a:lnTo>
                    <a:pt x="28" y="0"/>
                  </a:lnTo>
                  <a:lnTo>
                    <a:pt x="76" y="3"/>
                  </a:lnTo>
                  <a:lnTo>
                    <a:pt x="112" y="42"/>
                  </a:lnTo>
                  <a:lnTo>
                    <a:pt x="214" y="34"/>
                  </a:lnTo>
                  <a:lnTo>
                    <a:pt x="236" y="65"/>
                  </a:lnTo>
                  <a:lnTo>
                    <a:pt x="232" y="90"/>
                  </a:lnTo>
                  <a:lnTo>
                    <a:pt x="194" y="123"/>
                  </a:lnTo>
                  <a:lnTo>
                    <a:pt x="204" y="168"/>
                  </a:lnTo>
                  <a:lnTo>
                    <a:pt x="247" y="180"/>
                  </a:lnTo>
                  <a:lnTo>
                    <a:pt x="261" y="238"/>
                  </a:lnTo>
                  <a:lnTo>
                    <a:pt x="272" y="281"/>
                  </a:lnTo>
                  <a:lnTo>
                    <a:pt x="267" y="3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581"/>
            <p:cNvSpPr>
              <a:spLocks/>
            </p:cNvSpPr>
            <p:nvPr/>
          </p:nvSpPr>
          <p:spPr bwMode="auto">
            <a:xfrm>
              <a:off x="6597105" y="3643812"/>
              <a:ext cx="217275" cy="465358"/>
            </a:xfrm>
            <a:custGeom>
              <a:avLst/>
              <a:gdLst/>
              <a:ahLst/>
              <a:cxnLst>
                <a:cxn ang="0">
                  <a:pos x="480" y="503"/>
                </a:cxn>
                <a:cxn ang="0">
                  <a:pos x="404" y="523"/>
                </a:cxn>
                <a:cxn ang="0">
                  <a:pos x="390" y="563"/>
                </a:cxn>
                <a:cxn ang="0">
                  <a:pos x="362" y="565"/>
                </a:cxn>
                <a:cxn ang="0">
                  <a:pos x="334" y="581"/>
                </a:cxn>
                <a:cxn ang="0">
                  <a:pos x="339" y="658"/>
                </a:cxn>
                <a:cxn ang="0">
                  <a:pos x="382" y="696"/>
                </a:cxn>
                <a:cxn ang="0">
                  <a:pos x="396" y="787"/>
                </a:cxn>
                <a:cxn ang="0">
                  <a:pos x="370" y="820"/>
                </a:cxn>
                <a:cxn ang="0">
                  <a:pos x="419" y="918"/>
                </a:cxn>
                <a:cxn ang="0">
                  <a:pos x="419" y="1005"/>
                </a:cxn>
                <a:cxn ang="0">
                  <a:pos x="412" y="1065"/>
                </a:cxn>
                <a:cxn ang="0">
                  <a:pos x="402" y="1100"/>
                </a:cxn>
                <a:cxn ang="0">
                  <a:pos x="382" y="1146"/>
                </a:cxn>
                <a:cxn ang="0">
                  <a:pos x="387" y="1081"/>
                </a:cxn>
                <a:cxn ang="0">
                  <a:pos x="390" y="1005"/>
                </a:cxn>
                <a:cxn ang="0">
                  <a:pos x="390" y="969"/>
                </a:cxn>
                <a:cxn ang="0">
                  <a:pos x="382" y="944"/>
                </a:cxn>
                <a:cxn ang="0">
                  <a:pos x="349" y="902"/>
                </a:cxn>
                <a:cxn ang="0">
                  <a:pos x="339" y="840"/>
                </a:cxn>
                <a:cxn ang="0">
                  <a:pos x="331" y="767"/>
                </a:cxn>
                <a:cxn ang="0">
                  <a:pos x="309" y="749"/>
                </a:cxn>
                <a:cxn ang="0">
                  <a:pos x="292" y="727"/>
                </a:cxn>
                <a:cxn ang="0">
                  <a:pos x="264" y="756"/>
                </a:cxn>
                <a:cxn ang="0">
                  <a:pos x="233" y="792"/>
                </a:cxn>
                <a:cxn ang="0">
                  <a:pos x="166" y="806"/>
                </a:cxn>
                <a:cxn ang="0">
                  <a:pos x="131" y="797"/>
                </a:cxn>
                <a:cxn ang="0">
                  <a:pos x="138" y="764"/>
                </a:cxn>
                <a:cxn ang="0">
                  <a:pos x="123" y="716"/>
                </a:cxn>
                <a:cxn ang="0">
                  <a:pos x="123" y="641"/>
                </a:cxn>
                <a:cxn ang="0">
                  <a:pos x="86" y="604"/>
                </a:cxn>
                <a:cxn ang="0">
                  <a:pos x="73" y="548"/>
                </a:cxn>
                <a:cxn ang="0">
                  <a:pos x="13" y="511"/>
                </a:cxn>
                <a:cxn ang="0">
                  <a:pos x="0" y="475"/>
                </a:cxn>
                <a:cxn ang="0">
                  <a:pos x="31" y="441"/>
                </a:cxn>
                <a:cxn ang="0">
                  <a:pos x="36" y="408"/>
                </a:cxn>
                <a:cxn ang="0">
                  <a:pos x="78" y="385"/>
                </a:cxn>
                <a:cxn ang="0">
                  <a:pos x="68" y="307"/>
                </a:cxn>
                <a:cxn ang="0">
                  <a:pos x="93" y="300"/>
                </a:cxn>
                <a:cxn ang="0">
                  <a:pos x="101" y="267"/>
                </a:cxn>
                <a:cxn ang="0">
                  <a:pos x="131" y="262"/>
                </a:cxn>
                <a:cxn ang="0">
                  <a:pos x="194" y="79"/>
                </a:cxn>
                <a:cxn ang="0">
                  <a:pos x="274" y="46"/>
                </a:cxn>
                <a:cxn ang="0">
                  <a:pos x="304" y="4"/>
                </a:cxn>
                <a:cxn ang="0">
                  <a:pos x="345" y="0"/>
                </a:cxn>
                <a:cxn ang="0">
                  <a:pos x="379" y="71"/>
                </a:cxn>
                <a:cxn ang="0">
                  <a:pos x="391" y="151"/>
                </a:cxn>
                <a:cxn ang="0">
                  <a:pos x="337" y="210"/>
                </a:cxn>
                <a:cxn ang="0">
                  <a:pos x="337" y="277"/>
                </a:cxn>
                <a:cxn ang="0">
                  <a:pos x="375" y="282"/>
                </a:cxn>
                <a:cxn ang="0">
                  <a:pos x="425" y="340"/>
                </a:cxn>
                <a:cxn ang="0">
                  <a:pos x="425" y="394"/>
                </a:cxn>
                <a:cxn ang="0">
                  <a:pos x="476" y="394"/>
                </a:cxn>
                <a:cxn ang="0">
                  <a:pos x="480" y="416"/>
                </a:cxn>
                <a:cxn ang="0">
                  <a:pos x="526" y="433"/>
                </a:cxn>
                <a:cxn ang="0">
                  <a:pos x="537" y="453"/>
                </a:cxn>
                <a:cxn ang="0">
                  <a:pos x="517" y="458"/>
                </a:cxn>
                <a:cxn ang="0">
                  <a:pos x="480" y="503"/>
                </a:cxn>
              </a:cxnLst>
              <a:rect l="0" t="0" r="r" b="b"/>
              <a:pathLst>
                <a:path w="537" h="1146">
                  <a:moveTo>
                    <a:pt x="480" y="503"/>
                  </a:moveTo>
                  <a:lnTo>
                    <a:pt x="404" y="523"/>
                  </a:lnTo>
                  <a:lnTo>
                    <a:pt x="390" y="563"/>
                  </a:lnTo>
                  <a:lnTo>
                    <a:pt x="362" y="565"/>
                  </a:lnTo>
                  <a:lnTo>
                    <a:pt x="334" y="581"/>
                  </a:lnTo>
                  <a:lnTo>
                    <a:pt x="339" y="658"/>
                  </a:lnTo>
                  <a:lnTo>
                    <a:pt x="382" y="696"/>
                  </a:lnTo>
                  <a:lnTo>
                    <a:pt x="396" y="787"/>
                  </a:lnTo>
                  <a:lnTo>
                    <a:pt x="370" y="820"/>
                  </a:lnTo>
                  <a:lnTo>
                    <a:pt x="419" y="918"/>
                  </a:lnTo>
                  <a:lnTo>
                    <a:pt x="419" y="1005"/>
                  </a:lnTo>
                  <a:lnTo>
                    <a:pt x="412" y="1065"/>
                  </a:lnTo>
                  <a:lnTo>
                    <a:pt x="402" y="1100"/>
                  </a:lnTo>
                  <a:lnTo>
                    <a:pt x="382" y="1146"/>
                  </a:lnTo>
                  <a:lnTo>
                    <a:pt x="387" y="1081"/>
                  </a:lnTo>
                  <a:lnTo>
                    <a:pt x="390" y="1005"/>
                  </a:lnTo>
                  <a:lnTo>
                    <a:pt x="390" y="969"/>
                  </a:lnTo>
                  <a:lnTo>
                    <a:pt x="382" y="944"/>
                  </a:lnTo>
                  <a:lnTo>
                    <a:pt x="349" y="902"/>
                  </a:lnTo>
                  <a:lnTo>
                    <a:pt x="339" y="840"/>
                  </a:lnTo>
                  <a:lnTo>
                    <a:pt x="331" y="767"/>
                  </a:lnTo>
                  <a:lnTo>
                    <a:pt x="309" y="749"/>
                  </a:lnTo>
                  <a:lnTo>
                    <a:pt x="292" y="727"/>
                  </a:lnTo>
                  <a:lnTo>
                    <a:pt x="264" y="756"/>
                  </a:lnTo>
                  <a:lnTo>
                    <a:pt x="233" y="792"/>
                  </a:lnTo>
                  <a:lnTo>
                    <a:pt x="166" y="806"/>
                  </a:lnTo>
                  <a:lnTo>
                    <a:pt x="131" y="797"/>
                  </a:lnTo>
                  <a:lnTo>
                    <a:pt x="138" y="764"/>
                  </a:lnTo>
                  <a:lnTo>
                    <a:pt x="123" y="716"/>
                  </a:lnTo>
                  <a:lnTo>
                    <a:pt x="123" y="641"/>
                  </a:lnTo>
                  <a:lnTo>
                    <a:pt x="86" y="604"/>
                  </a:lnTo>
                  <a:lnTo>
                    <a:pt x="73" y="548"/>
                  </a:lnTo>
                  <a:lnTo>
                    <a:pt x="13" y="511"/>
                  </a:lnTo>
                  <a:lnTo>
                    <a:pt x="0" y="475"/>
                  </a:lnTo>
                  <a:lnTo>
                    <a:pt x="31" y="441"/>
                  </a:lnTo>
                  <a:lnTo>
                    <a:pt x="36" y="408"/>
                  </a:lnTo>
                  <a:lnTo>
                    <a:pt x="78" y="385"/>
                  </a:lnTo>
                  <a:lnTo>
                    <a:pt x="68" y="307"/>
                  </a:lnTo>
                  <a:lnTo>
                    <a:pt x="93" y="300"/>
                  </a:lnTo>
                  <a:lnTo>
                    <a:pt x="101" y="267"/>
                  </a:lnTo>
                  <a:lnTo>
                    <a:pt x="131" y="262"/>
                  </a:lnTo>
                  <a:lnTo>
                    <a:pt x="194" y="79"/>
                  </a:lnTo>
                  <a:lnTo>
                    <a:pt x="274" y="46"/>
                  </a:lnTo>
                  <a:lnTo>
                    <a:pt x="304" y="4"/>
                  </a:lnTo>
                  <a:lnTo>
                    <a:pt x="345" y="0"/>
                  </a:lnTo>
                  <a:lnTo>
                    <a:pt x="379" y="71"/>
                  </a:lnTo>
                  <a:lnTo>
                    <a:pt x="391" y="151"/>
                  </a:lnTo>
                  <a:lnTo>
                    <a:pt x="337" y="210"/>
                  </a:lnTo>
                  <a:lnTo>
                    <a:pt x="337" y="277"/>
                  </a:lnTo>
                  <a:lnTo>
                    <a:pt x="375" y="282"/>
                  </a:lnTo>
                  <a:lnTo>
                    <a:pt x="425" y="340"/>
                  </a:lnTo>
                  <a:lnTo>
                    <a:pt x="425" y="394"/>
                  </a:lnTo>
                  <a:lnTo>
                    <a:pt x="476" y="394"/>
                  </a:lnTo>
                  <a:lnTo>
                    <a:pt x="480" y="416"/>
                  </a:lnTo>
                  <a:lnTo>
                    <a:pt x="526" y="433"/>
                  </a:lnTo>
                  <a:lnTo>
                    <a:pt x="537" y="453"/>
                  </a:lnTo>
                  <a:lnTo>
                    <a:pt x="517" y="458"/>
                  </a:lnTo>
                  <a:lnTo>
                    <a:pt x="480" y="50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582"/>
            <p:cNvSpPr>
              <a:spLocks/>
            </p:cNvSpPr>
            <p:nvPr/>
          </p:nvSpPr>
          <p:spPr bwMode="auto">
            <a:xfrm>
              <a:off x="6845187" y="3990802"/>
              <a:ext cx="128094" cy="115124"/>
            </a:xfrm>
            <a:custGeom>
              <a:avLst/>
              <a:gdLst/>
              <a:ahLst/>
              <a:cxnLst>
                <a:cxn ang="0">
                  <a:pos x="304" y="39"/>
                </a:cxn>
                <a:cxn ang="0">
                  <a:pos x="317" y="103"/>
                </a:cxn>
                <a:cxn ang="0">
                  <a:pos x="292" y="171"/>
                </a:cxn>
                <a:cxn ang="0">
                  <a:pos x="222" y="171"/>
                </a:cxn>
                <a:cxn ang="0">
                  <a:pos x="202" y="188"/>
                </a:cxn>
                <a:cxn ang="0">
                  <a:pos x="208" y="227"/>
                </a:cxn>
                <a:cxn ang="0">
                  <a:pos x="158" y="256"/>
                </a:cxn>
                <a:cxn ang="0">
                  <a:pos x="131" y="266"/>
                </a:cxn>
                <a:cxn ang="0">
                  <a:pos x="126" y="284"/>
                </a:cxn>
                <a:cxn ang="0">
                  <a:pos x="86" y="284"/>
                </a:cxn>
                <a:cxn ang="0">
                  <a:pos x="48" y="258"/>
                </a:cxn>
                <a:cxn ang="0">
                  <a:pos x="31" y="216"/>
                </a:cxn>
                <a:cxn ang="0">
                  <a:pos x="11" y="176"/>
                </a:cxn>
                <a:cxn ang="0">
                  <a:pos x="23" y="121"/>
                </a:cxn>
                <a:cxn ang="0">
                  <a:pos x="0" y="103"/>
                </a:cxn>
                <a:cxn ang="0">
                  <a:pos x="3" y="76"/>
                </a:cxn>
                <a:cxn ang="0">
                  <a:pos x="25" y="56"/>
                </a:cxn>
                <a:cxn ang="0">
                  <a:pos x="36" y="23"/>
                </a:cxn>
                <a:cxn ang="0">
                  <a:pos x="76" y="11"/>
                </a:cxn>
                <a:cxn ang="0">
                  <a:pos x="161" y="36"/>
                </a:cxn>
                <a:cxn ang="0">
                  <a:pos x="222" y="45"/>
                </a:cxn>
                <a:cxn ang="0">
                  <a:pos x="231" y="13"/>
                </a:cxn>
                <a:cxn ang="0">
                  <a:pos x="253" y="0"/>
                </a:cxn>
                <a:cxn ang="0">
                  <a:pos x="281" y="36"/>
                </a:cxn>
                <a:cxn ang="0">
                  <a:pos x="304" y="39"/>
                </a:cxn>
              </a:cxnLst>
              <a:rect l="0" t="0" r="r" b="b"/>
              <a:pathLst>
                <a:path w="317" h="284">
                  <a:moveTo>
                    <a:pt x="304" y="39"/>
                  </a:moveTo>
                  <a:lnTo>
                    <a:pt x="317" y="103"/>
                  </a:lnTo>
                  <a:lnTo>
                    <a:pt x="292" y="171"/>
                  </a:lnTo>
                  <a:lnTo>
                    <a:pt x="222" y="171"/>
                  </a:lnTo>
                  <a:lnTo>
                    <a:pt x="202" y="188"/>
                  </a:lnTo>
                  <a:lnTo>
                    <a:pt x="208" y="227"/>
                  </a:lnTo>
                  <a:lnTo>
                    <a:pt x="158" y="256"/>
                  </a:lnTo>
                  <a:lnTo>
                    <a:pt x="131" y="266"/>
                  </a:lnTo>
                  <a:lnTo>
                    <a:pt x="126" y="284"/>
                  </a:lnTo>
                  <a:lnTo>
                    <a:pt x="86" y="284"/>
                  </a:lnTo>
                  <a:lnTo>
                    <a:pt x="48" y="258"/>
                  </a:lnTo>
                  <a:lnTo>
                    <a:pt x="31" y="216"/>
                  </a:lnTo>
                  <a:lnTo>
                    <a:pt x="11" y="176"/>
                  </a:lnTo>
                  <a:lnTo>
                    <a:pt x="23" y="121"/>
                  </a:lnTo>
                  <a:lnTo>
                    <a:pt x="0" y="103"/>
                  </a:lnTo>
                  <a:lnTo>
                    <a:pt x="3" y="76"/>
                  </a:lnTo>
                  <a:lnTo>
                    <a:pt x="25" y="56"/>
                  </a:lnTo>
                  <a:lnTo>
                    <a:pt x="36" y="23"/>
                  </a:lnTo>
                  <a:lnTo>
                    <a:pt x="76" y="11"/>
                  </a:lnTo>
                  <a:lnTo>
                    <a:pt x="161" y="36"/>
                  </a:lnTo>
                  <a:lnTo>
                    <a:pt x="222" y="45"/>
                  </a:lnTo>
                  <a:lnTo>
                    <a:pt x="231" y="13"/>
                  </a:lnTo>
                  <a:lnTo>
                    <a:pt x="253" y="0"/>
                  </a:lnTo>
                  <a:lnTo>
                    <a:pt x="281" y="36"/>
                  </a:lnTo>
                  <a:lnTo>
                    <a:pt x="304" y="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583"/>
            <p:cNvSpPr>
              <a:spLocks/>
            </p:cNvSpPr>
            <p:nvPr/>
          </p:nvSpPr>
          <p:spPr bwMode="auto">
            <a:xfrm>
              <a:off x="7370538" y="3212507"/>
              <a:ext cx="157281" cy="165387"/>
            </a:xfrm>
            <a:custGeom>
              <a:avLst/>
              <a:gdLst/>
              <a:ahLst/>
              <a:cxnLst>
                <a:cxn ang="0">
                  <a:pos x="390" y="32"/>
                </a:cxn>
                <a:cxn ang="0">
                  <a:pos x="372" y="20"/>
                </a:cxn>
                <a:cxn ang="0">
                  <a:pos x="343" y="0"/>
                </a:cxn>
                <a:cxn ang="0">
                  <a:pos x="283" y="61"/>
                </a:cxn>
                <a:cxn ang="0">
                  <a:pos x="238" y="58"/>
                </a:cxn>
                <a:cxn ang="0">
                  <a:pos x="250" y="106"/>
                </a:cxn>
                <a:cxn ang="0">
                  <a:pos x="226" y="129"/>
                </a:cxn>
                <a:cxn ang="0">
                  <a:pos x="178" y="131"/>
                </a:cxn>
                <a:cxn ang="0">
                  <a:pos x="180" y="89"/>
                </a:cxn>
                <a:cxn ang="0">
                  <a:pos x="153" y="86"/>
                </a:cxn>
                <a:cxn ang="0">
                  <a:pos x="106" y="168"/>
                </a:cxn>
                <a:cxn ang="0">
                  <a:pos x="27" y="196"/>
                </a:cxn>
                <a:cxn ang="0">
                  <a:pos x="0" y="250"/>
                </a:cxn>
                <a:cxn ang="0">
                  <a:pos x="19" y="265"/>
                </a:cxn>
                <a:cxn ang="0">
                  <a:pos x="39" y="270"/>
                </a:cxn>
                <a:cxn ang="0">
                  <a:pos x="64" y="280"/>
                </a:cxn>
                <a:cxn ang="0">
                  <a:pos x="62" y="310"/>
                </a:cxn>
                <a:cxn ang="0">
                  <a:pos x="70" y="341"/>
                </a:cxn>
                <a:cxn ang="0">
                  <a:pos x="30" y="380"/>
                </a:cxn>
                <a:cxn ang="0">
                  <a:pos x="53" y="408"/>
                </a:cxn>
                <a:cxn ang="0">
                  <a:pos x="80" y="408"/>
                </a:cxn>
                <a:cxn ang="0">
                  <a:pos x="115" y="400"/>
                </a:cxn>
                <a:cxn ang="0">
                  <a:pos x="119" y="403"/>
                </a:cxn>
                <a:cxn ang="0">
                  <a:pos x="163" y="356"/>
                </a:cxn>
                <a:cxn ang="0">
                  <a:pos x="255" y="333"/>
                </a:cxn>
                <a:cxn ang="0">
                  <a:pos x="215" y="302"/>
                </a:cxn>
                <a:cxn ang="0">
                  <a:pos x="193" y="295"/>
                </a:cxn>
                <a:cxn ang="0">
                  <a:pos x="193" y="257"/>
                </a:cxn>
                <a:cxn ang="0">
                  <a:pos x="205" y="237"/>
                </a:cxn>
                <a:cxn ang="0">
                  <a:pos x="243" y="232"/>
                </a:cxn>
                <a:cxn ang="0">
                  <a:pos x="295" y="195"/>
                </a:cxn>
                <a:cxn ang="0">
                  <a:pos x="336" y="144"/>
                </a:cxn>
                <a:cxn ang="0">
                  <a:pos x="333" y="107"/>
                </a:cxn>
                <a:cxn ang="0">
                  <a:pos x="351" y="72"/>
                </a:cxn>
                <a:cxn ang="0">
                  <a:pos x="390" y="32"/>
                </a:cxn>
              </a:cxnLst>
              <a:rect l="0" t="0" r="r" b="b"/>
              <a:pathLst>
                <a:path w="390" h="408">
                  <a:moveTo>
                    <a:pt x="390" y="32"/>
                  </a:moveTo>
                  <a:lnTo>
                    <a:pt x="372" y="20"/>
                  </a:lnTo>
                  <a:lnTo>
                    <a:pt x="343" y="0"/>
                  </a:lnTo>
                  <a:lnTo>
                    <a:pt x="283" y="61"/>
                  </a:lnTo>
                  <a:lnTo>
                    <a:pt x="238" y="58"/>
                  </a:lnTo>
                  <a:lnTo>
                    <a:pt x="250" y="106"/>
                  </a:lnTo>
                  <a:lnTo>
                    <a:pt x="226" y="129"/>
                  </a:lnTo>
                  <a:lnTo>
                    <a:pt x="178" y="131"/>
                  </a:lnTo>
                  <a:lnTo>
                    <a:pt x="180" y="89"/>
                  </a:lnTo>
                  <a:lnTo>
                    <a:pt x="153" y="86"/>
                  </a:lnTo>
                  <a:lnTo>
                    <a:pt x="106" y="168"/>
                  </a:lnTo>
                  <a:lnTo>
                    <a:pt x="27" y="196"/>
                  </a:lnTo>
                  <a:lnTo>
                    <a:pt x="0" y="250"/>
                  </a:lnTo>
                  <a:lnTo>
                    <a:pt x="19" y="265"/>
                  </a:lnTo>
                  <a:lnTo>
                    <a:pt x="39" y="270"/>
                  </a:lnTo>
                  <a:lnTo>
                    <a:pt x="64" y="280"/>
                  </a:lnTo>
                  <a:lnTo>
                    <a:pt x="62" y="310"/>
                  </a:lnTo>
                  <a:lnTo>
                    <a:pt x="70" y="341"/>
                  </a:lnTo>
                  <a:lnTo>
                    <a:pt x="30" y="380"/>
                  </a:lnTo>
                  <a:lnTo>
                    <a:pt x="53" y="408"/>
                  </a:lnTo>
                  <a:lnTo>
                    <a:pt x="80" y="408"/>
                  </a:lnTo>
                  <a:lnTo>
                    <a:pt x="115" y="400"/>
                  </a:lnTo>
                  <a:lnTo>
                    <a:pt x="119" y="403"/>
                  </a:lnTo>
                  <a:lnTo>
                    <a:pt x="163" y="356"/>
                  </a:lnTo>
                  <a:lnTo>
                    <a:pt x="255" y="333"/>
                  </a:lnTo>
                  <a:lnTo>
                    <a:pt x="215" y="302"/>
                  </a:lnTo>
                  <a:lnTo>
                    <a:pt x="193" y="295"/>
                  </a:lnTo>
                  <a:lnTo>
                    <a:pt x="193" y="257"/>
                  </a:lnTo>
                  <a:lnTo>
                    <a:pt x="205" y="237"/>
                  </a:lnTo>
                  <a:lnTo>
                    <a:pt x="243" y="232"/>
                  </a:lnTo>
                  <a:lnTo>
                    <a:pt x="295" y="195"/>
                  </a:lnTo>
                  <a:lnTo>
                    <a:pt x="336" y="144"/>
                  </a:lnTo>
                  <a:lnTo>
                    <a:pt x="333" y="107"/>
                  </a:lnTo>
                  <a:lnTo>
                    <a:pt x="351" y="72"/>
                  </a:lnTo>
                  <a:lnTo>
                    <a:pt x="390" y="3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584"/>
            <p:cNvSpPr>
              <a:spLocks/>
            </p:cNvSpPr>
            <p:nvPr/>
          </p:nvSpPr>
          <p:spPr bwMode="auto">
            <a:xfrm>
              <a:off x="4847554" y="3230342"/>
              <a:ext cx="50265" cy="95666"/>
            </a:xfrm>
            <a:custGeom>
              <a:avLst/>
              <a:gdLst/>
              <a:ahLst/>
              <a:cxnLst>
                <a:cxn ang="0">
                  <a:pos x="101" y="51"/>
                </a:cxn>
                <a:cxn ang="0">
                  <a:pos x="79" y="12"/>
                </a:cxn>
                <a:cxn ang="0">
                  <a:pos x="37" y="0"/>
                </a:cxn>
                <a:cxn ang="0">
                  <a:pos x="16" y="16"/>
                </a:cxn>
                <a:cxn ang="0">
                  <a:pos x="0" y="47"/>
                </a:cxn>
                <a:cxn ang="0">
                  <a:pos x="22" y="75"/>
                </a:cxn>
                <a:cxn ang="0">
                  <a:pos x="25" y="102"/>
                </a:cxn>
                <a:cxn ang="0">
                  <a:pos x="16" y="140"/>
                </a:cxn>
                <a:cxn ang="0">
                  <a:pos x="25" y="190"/>
                </a:cxn>
                <a:cxn ang="0">
                  <a:pos x="61" y="239"/>
                </a:cxn>
                <a:cxn ang="0">
                  <a:pos x="99" y="211"/>
                </a:cxn>
                <a:cxn ang="0">
                  <a:pos x="124" y="174"/>
                </a:cxn>
                <a:cxn ang="0">
                  <a:pos x="111" y="138"/>
                </a:cxn>
                <a:cxn ang="0">
                  <a:pos x="87" y="93"/>
                </a:cxn>
                <a:cxn ang="0">
                  <a:pos x="101" y="51"/>
                </a:cxn>
              </a:cxnLst>
              <a:rect l="0" t="0" r="r" b="b"/>
              <a:pathLst>
                <a:path w="124" h="239">
                  <a:moveTo>
                    <a:pt x="101" y="51"/>
                  </a:moveTo>
                  <a:lnTo>
                    <a:pt x="79" y="12"/>
                  </a:lnTo>
                  <a:lnTo>
                    <a:pt x="37" y="0"/>
                  </a:lnTo>
                  <a:lnTo>
                    <a:pt x="16" y="16"/>
                  </a:lnTo>
                  <a:lnTo>
                    <a:pt x="0" y="47"/>
                  </a:lnTo>
                  <a:lnTo>
                    <a:pt x="22" y="75"/>
                  </a:lnTo>
                  <a:lnTo>
                    <a:pt x="25" y="102"/>
                  </a:lnTo>
                  <a:lnTo>
                    <a:pt x="16" y="140"/>
                  </a:lnTo>
                  <a:lnTo>
                    <a:pt x="25" y="190"/>
                  </a:lnTo>
                  <a:lnTo>
                    <a:pt x="61" y="239"/>
                  </a:lnTo>
                  <a:lnTo>
                    <a:pt x="99" y="211"/>
                  </a:lnTo>
                  <a:lnTo>
                    <a:pt x="124" y="174"/>
                  </a:lnTo>
                  <a:lnTo>
                    <a:pt x="111" y="138"/>
                  </a:lnTo>
                  <a:lnTo>
                    <a:pt x="87" y="93"/>
                  </a:lnTo>
                  <a:lnTo>
                    <a:pt x="101" y="5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585"/>
            <p:cNvSpPr>
              <a:spLocks/>
            </p:cNvSpPr>
            <p:nvPr/>
          </p:nvSpPr>
          <p:spPr bwMode="auto">
            <a:xfrm>
              <a:off x="5011323" y="3248179"/>
              <a:ext cx="64858" cy="58373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94" y="8"/>
                </a:cxn>
                <a:cxn ang="0">
                  <a:pos x="157" y="70"/>
                </a:cxn>
                <a:cxn ang="0">
                  <a:pos x="155" y="93"/>
                </a:cxn>
                <a:cxn ang="0">
                  <a:pos x="120" y="93"/>
                </a:cxn>
                <a:cxn ang="0">
                  <a:pos x="84" y="86"/>
                </a:cxn>
                <a:cxn ang="0">
                  <a:pos x="75" y="106"/>
                </a:cxn>
                <a:cxn ang="0">
                  <a:pos x="30" y="114"/>
                </a:cxn>
                <a:cxn ang="0">
                  <a:pos x="2" y="146"/>
                </a:cxn>
                <a:cxn ang="0">
                  <a:pos x="0" y="131"/>
                </a:cxn>
                <a:cxn ang="0">
                  <a:pos x="14" y="114"/>
                </a:cxn>
                <a:cxn ang="0">
                  <a:pos x="2" y="111"/>
                </a:cxn>
                <a:cxn ang="0">
                  <a:pos x="30" y="77"/>
                </a:cxn>
                <a:cxn ang="0">
                  <a:pos x="38" y="43"/>
                </a:cxn>
                <a:cxn ang="0">
                  <a:pos x="18" y="13"/>
                </a:cxn>
                <a:cxn ang="0">
                  <a:pos x="55" y="0"/>
                </a:cxn>
              </a:cxnLst>
              <a:rect l="0" t="0" r="r" b="b"/>
              <a:pathLst>
                <a:path w="157" h="146">
                  <a:moveTo>
                    <a:pt x="55" y="0"/>
                  </a:moveTo>
                  <a:lnTo>
                    <a:pt x="94" y="8"/>
                  </a:lnTo>
                  <a:lnTo>
                    <a:pt x="157" y="70"/>
                  </a:lnTo>
                  <a:lnTo>
                    <a:pt x="155" y="93"/>
                  </a:lnTo>
                  <a:lnTo>
                    <a:pt x="120" y="93"/>
                  </a:lnTo>
                  <a:lnTo>
                    <a:pt x="84" y="86"/>
                  </a:lnTo>
                  <a:lnTo>
                    <a:pt x="75" y="106"/>
                  </a:lnTo>
                  <a:lnTo>
                    <a:pt x="30" y="114"/>
                  </a:lnTo>
                  <a:lnTo>
                    <a:pt x="2" y="146"/>
                  </a:lnTo>
                  <a:lnTo>
                    <a:pt x="0" y="131"/>
                  </a:lnTo>
                  <a:lnTo>
                    <a:pt x="14" y="114"/>
                  </a:lnTo>
                  <a:lnTo>
                    <a:pt x="2" y="111"/>
                  </a:lnTo>
                  <a:lnTo>
                    <a:pt x="30" y="77"/>
                  </a:lnTo>
                  <a:lnTo>
                    <a:pt x="38" y="43"/>
                  </a:lnTo>
                  <a:lnTo>
                    <a:pt x="18" y="13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586"/>
            <p:cNvSpPr>
              <a:spLocks/>
            </p:cNvSpPr>
            <p:nvPr/>
          </p:nvSpPr>
          <p:spPr bwMode="auto">
            <a:xfrm>
              <a:off x="5019430" y="3034147"/>
              <a:ext cx="84316" cy="102152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37" y="34"/>
                </a:cxn>
                <a:cxn ang="0">
                  <a:pos x="72" y="84"/>
                </a:cxn>
                <a:cxn ang="0">
                  <a:pos x="97" y="181"/>
                </a:cxn>
                <a:cxn ang="0">
                  <a:pos x="118" y="206"/>
                </a:cxn>
                <a:cxn ang="0">
                  <a:pos x="118" y="245"/>
                </a:cxn>
                <a:cxn ang="0">
                  <a:pos x="147" y="253"/>
                </a:cxn>
                <a:cxn ang="0">
                  <a:pos x="151" y="202"/>
                </a:cxn>
                <a:cxn ang="0">
                  <a:pos x="172" y="164"/>
                </a:cxn>
                <a:cxn ang="0">
                  <a:pos x="198" y="168"/>
                </a:cxn>
                <a:cxn ang="0">
                  <a:pos x="207" y="143"/>
                </a:cxn>
                <a:cxn ang="0">
                  <a:pos x="182" y="118"/>
                </a:cxn>
                <a:cxn ang="0">
                  <a:pos x="164" y="42"/>
                </a:cxn>
                <a:cxn ang="0">
                  <a:pos x="130" y="0"/>
                </a:cxn>
                <a:cxn ang="0">
                  <a:pos x="43" y="0"/>
                </a:cxn>
                <a:cxn ang="0">
                  <a:pos x="0" y="25"/>
                </a:cxn>
              </a:cxnLst>
              <a:rect l="0" t="0" r="r" b="b"/>
              <a:pathLst>
                <a:path w="207" h="253">
                  <a:moveTo>
                    <a:pt x="0" y="25"/>
                  </a:moveTo>
                  <a:lnTo>
                    <a:pt x="37" y="34"/>
                  </a:lnTo>
                  <a:lnTo>
                    <a:pt x="72" y="84"/>
                  </a:lnTo>
                  <a:lnTo>
                    <a:pt x="97" y="181"/>
                  </a:lnTo>
                  <a:lnTo>
                    <a:pt x="118" y="206"/>
                  </a:lnTo>
                  <a:lnTo>
                    <a:pt x="118" y="245"/>
                  </a:lnTo>
                  <a:lnTo>
                    <a:pt x="147" y="253"/>
                  </a:lnTo>
                  <a:lnTo>
                    <a:pt x="151" y="202"/>
                  </a:lnTo>
                  <a:lnTo>
                    <a:pt x="172" y="164"/>
                  </a:lnTo>
                  <a:lnTo>
                    <a:pt x="198" y="168"/>
                  </a:lnTo>
                  <a:lnTo>
                    <a:pt x="207" y="143"/>
                  </a:lnTo>
                  <a:lnTo>
                    <a:pt x="182" y="118"/>
                  </a:lnTo>
                  <a:lnTo>
                    <a:pt x="164" y="42"/>
                  </a:lnTo>
                  <a:lnTo>
                    <a:pt x="130" y="0"/>
                  </a:lnTo>
                  <a:lnTo>
                    <a:pt x="43" y="0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587"/>
            <p:cNvSpPr>
              <a:spLocks/>
            </p:cNvSpPr>
            <p:nvPr/>
          </p:nvSpPr>
          <p:spPr bwMode="auto">
            <a:xfrm>
              <a:off x="4922143" y="2883351"/>
              <a:ext cx="418335" cy="283753"/>
            </a:xfrm>
            <a:custGeom>
              <a:avLst/>
              <a:gdLst/>
              <a:ahLst/>
              <a:cxnLst>
                <a:cxn ang="0">
                  <a:pos x="0" y="355"/>
                </a:cxn>
                <a:cxn ang="0">
                  <a:pos x="42" y="280"/>
                </a:cxn>
                <a:cxn ang="0">
                  <a:pos x="118" y="171"/>
                </a:cxn>
                <a:cxn ang="0">
                  <a:pos x="166" y="33"/>
                </a:cxn>
                <a:cxn ang="0">
                  <a:pos x="245" y="50"/>
                </a:cxn>
                <a:cxn ang="0">
                  <a:pos x="321" y="58"/>
                </a:cxn>
                <a:cxn ang="0">
                  <a:pos x="439" y="80"/>
                </a:cxn>
                <a:cxn ang="0">
                  <a:pos x="485" y="33"/>
                </a:cxn>
                <a:cxn ang="0">
                  <a:pos x="586" y="0"/>
                </a:cxn>
                <a:cxn ang="0">
                  <a:pos x="692" y="105"/>
                </a:cxn>
                <a:cxn ang="0">
                  <a:pos x="738" y="147"/>
                </a:cxn>
                <a:cxn ang="0">
                  <a:pos x="864" y="175"/>
                </a:cxn>
                <a:cxn ang="0">
                  <a:pos x="949" y="212"/>
                </a:cxn>
                <a:cxn ang="0">
                  <a:pos x="1032" y="289"/>
                </a:cxn>
                <a:cxn ang="0">
                  <a:pos x="991" y="401"/>
                </a:cxn>
                <a:cxn ang="0">
                  <a:pos x="923" y="440"/>
                </a:cxn>
                <a:cxn ang="0">
                  <a:pos x="843" y="499"/>
                </a:cxn>
                <a:cxn ang="0">
                  <a:pos x="745" y="527"/>
                </a:cxn>
                <a:cxn ang="0">
                  <a:pos x="731" y="560"/>
                </a:cxn>
                <a:cxn ang="0">
                  <a:pos x="672" y="583"/>
                </a:cxn>
                <a:cxn ang="0">
                  <a:pos x="731" y="623"/>
                </a:cxn>
                <a:cxn ang="0">
                  <a:pos x="804" y="631"/>
                </a:cxn>
                <a:cxn ang="0">
                  <a:pos x="764" y="656"/>
                </a:cxn>
                <a:cxn ang="0">
                  <a:pos x="689" y="701"/>
                </a:cxn>
                <a:cxn ang="0">
                  <a:pos x="639" y="673"/>
                </a:cxn>
                <a:cxn ang="0">
                  <a:pos x="599" y="628"/>
                </a:cxn>
                <a:cxn ang="0">
                  <a:pos x="613" y="608"/>
                </a:cxn>
                <a:cxn ang="0">
                  <a:pos x="649" y="572"/>
                </a:cxn>
                <a:cxn ang="0">
                  <a:pos x="582" y="558"/>
                </a:cxn>
                <a:cxn ang="0">
                  <a:pos x="537" y="527"/>
                </a:cxn>
                <a:cxn ang="0">
                  <a:pos x="501" y="545"/>
                </a:cxn>
                <a:cxn ang="0">
                  <a:pos x="464" y="575"/>
                </a:cxn>
                <a:cxn ang="0">
                  <a:pos x="388" y="623"/>
                </a:cxn>
                <a:cxn ang="0">
                  <a:pos x="413" y="534"/>
                </a:cxn>
                <a:cxn ang="0">
                  <a:pos x="448" y="513"/>
                </a:cxn>
                <a:cxn ang="0">
                  <a:pos x="405" y="412"/>
                </a:cxn>
                <a:cxn ang="0">
                  <a:pos x="284" y="370"/>
                </a:cxn>
                <a:cxn ang="0">
                  <a:pos x="199" y="416"/>
                </a:cxn>
                <a:cxn ang="0">
                  <a:pos x="97" y="401"/>
                </a:cxn>
              </a:cxnLst>
              <a:rect l="0" t="0" r="r" b="b"/>
              <a:pathLst>
                <a:path w="1032" h="701">
                  <a:moveTo>
                    <a:pt x="52" y="397"/>
                  </a:moveTo>
                  <a:lnTo>
                    <a:pt x="0" y="355"/>
                  </a:lnTo>
                  <a:lnTo>
                    <a:pt x="13" y="305"/>
                  </a:lnTo>
                  <a:lnTo>
                    <a:pt x="42" y="280"/>
                  </a:lnTo>
                  <a:lnTo>
                    <a:pt x="38" y="258"/>
                  </a:lnTo>
                  <a:lnTo>
                    <a:pt x="118" y="171"/>
                  </a:lnTo>
                  <a:lnTo>
                    <a:pt x="106" y="93"/>
                  </a:lnTo>
                  <a:lnTo>
                    <a:pt x="166" y="33"/>
                  </a:lnTo>
                  <a:lnTo>
                    <a:pt x="207" y="29"/>
                  </a:lnTo>
                  <a:lnTo>
                    <a:pt x="245" y="50"/>
                  </a:lnTo>
                  <a:lnTo>
                    <a:pt x="278" y="46"/>
                  </a:lnTo>
                  <a:lnTo>
                    <a:pt x="321" y="58"/>
                  </a:lnTo>
                  <a:lnTo>
                    <a:pt x="346" y="50"/>
                  </a:lnTo>
                  <a:lnTo>
                    <a:pt x="439" y="80"/>
                  </a:lnTo>
                  <a:lnTo>
                    <a:pt x="473" y="72"/>
                  </a:lnTo>
                  <a:lnTo>
                    <a:pt x="485" y="33"/>
                  </a:lnTo>
                  <a:lnTo>
                    <a:pt x="544" y="21"/>
                  </a:lnTo>
                  <a:lnTo>
                    <a:pt x="586" y="0"/>
                  </a:lnTo>
                  <a:lnTo>
                    <a:pt x="666" y="8"/>
                  </a:lnTo>
                  <a:lnTo>
                    <a:pt x="692" y="105"/>
                  </a:lnTo>
                  <a:lnTo>
                    <a:pt x="734" y="113"/>
                  </a:lnTo>
                  <a:lnTo>
                    <a:pt x="738" y="147"/>
                  </a:lnTo>
                  <a:lnTo>
                    <a:pt x="763" y="176"/>
                  </a:lnTo>
                  <a:lnTo>
                    <a:pt x="864" y="175"/>
                  </a:lnTo>
                  <a:lnTo>
                    <a:pt x="906" y="211"/>
                  </a:lnTo>
                  <a:lnTo>
                    <a:pt x="949" y="212"/>
                  </a:lnTo>
                  <a:lnTo>
                    <a:pt x="982" y="243"/>
                  </a:lnTo>
                  <a:lnTo>
                    <a:pt x="1032" y="289"/>
                  </a:lnTo>
                  <a:lnTo>
                    <a:pt x="999" y="330"/>
                  </a:lnTo>
                  <a:lnTo>
                    <a:pt x="991" y="401"/>
                  </a:lnTo>
                  <a:lnTo>
                    <a:pt x="966" y="397"/>
                  </a:lnTo>
                  <a:lnTo>
                    <a:pt x="923" y="440"/>
                  </a:lnTo>
                  <a:lnTo>
                    <a:pt x="886" y="505"/>
                  </a:lnTo>
                  <a:lnTo>
                    <a:pt x="843" y="499"/>
                  </a:lnTo>
                  <a:lnTo>
                    <a:pt x="817" y="525"/>
                  </a:lnTo>
                  <a:lnTo>
                    <a:pt x="745" y="527"/>
                  </a:lnTo>
                  <a:lnTo>
                    <a:pt x="742" y="547"/>
                  </a:lnTo>
                  <a:lnTo>
                    <a:pt x="731" y="560"/>
                  </a:lnTo>
                  <a:lnTo>
                    <a:pt x="666" y="570"/>
                  </a:lnTo>
                  <a:lnTo>
                    <a:pt x="672" y="583"/>
                  </a:lnTo>
                  <a:lnTo>
                    <a:pt x="714" y="600"/>
                  </a:lnTo>
                  <a:lnTo>
                    <a:pt x="731" y="623"/>
                  </a:lnTo>
                  <a:lnTo>
                    <a:pt x="784" y="628"/>
                  </a:lnTo>
                  <a:lnTo>
                    <a:pt x="804" y="631"/>
                  </a:lnTo>
                  <a:lnTo>
                    <a:pt x="804" y="653"/>
                  </a:lnTo>
                  <a:lnTo>
                    <a:pt x="764" y="656"/>
                  </a:lnTo>
                  <a:lnTo>
                    <a:pt x="731" y="670"/>
                  </a:lnTo>
                  <a:lnTo>
                    <a:pt x="689" y="701"/>
                  </a:lnTo>
                  <a:lnTo>
                    <a:pt x="649" y="701"/>
                  </a:lnTo>
                  <a:lnTo>
                    <a:pt x="639" y="673"/>
                  </a:lnTo>
                  <a:lnTo>
                    <a:pt x="641" y="643"/>
                  </a:lnTo>
                  <a:lnTo>
                    <a:pt x="599" y="628"/>
                  </a:lnTo>
                  <a:lnTo>
                    <a:pt x="599" y="612"/>
                  </a:lnTo>
                  <a:lnTo>
                    <a:pt x="613" y="608"/>
                  </a:lnTo>
                  <a:lnTo>
                    <a:pt x="649" y="586"/>
                  </a:lnTo>
                  <a:lnTo>
                    <a:pt x="649" y="572"/>
                  </a:lnTo>
                  <a:lnTo>
                    <a:pt x="621" y="560"/>
                  </a:lnTo>
                  <a:lnTo>
                    <a:pt x="582" y="558"/>
                  </a:lnTo>
                  <a:lnTo>
                    <a:pt x="554" y="552"/>
                  </a:lnTo>
                  <a:lnTo>
                    <a:pt x="537" y="527"/>
                  </a:lnTo>
                  <a:lnTo>
                    <a:pt x="521" y="525"/>
                  </a:lnTo>
                  <a:lnTo>
                    <a:pt x="501" y="545"/>
                  </a:lnTo>
                  <a:lnTo>
                    <a:pt x="464" y="547"/>
                  </a:lnTo>
                  <a:lnTo>
                    <a:pt x="464" y="575"/>
                  </a:lnTo>
                  <a:lnTo>
                    <a:pt x="419" y="620"/>
                  </a:lnTo>
                  <a:lnTo>
                    <a:pt x="388" y="623"/>
                  </a:lnTo>
                  <a:lnTo>
                    <a:pt x="392" y="572"/>
                  </a:lnTo>
                  <a:lnTo>
                    <a:pt x="413" y="534"/>
                  </a:lnTo>
                  <a:lnTo>
                    <a:pt x="439" y="538"/>
                  </a:lnTo>
                  <a:lnTo>
                    <a:pt x="448" y="513"/>
                  </a:lnTo>
                  <a:lnTo>
                    <a:pt x="423" y="488"/>
                  </a:lnTo>
                  <a:lnTo>
                    <a:pt x="405" y="412"/>
                  </a:lnTo>
                  <a:lnTo>
                    <a:pt x="371" y="370"/>
                  </a:lnTo>
                  <a:lnTo>
                    <a:pt x="284" y="370"/>
                  </a:lnTo>
                  <a:lnTo>
                    <a:pt x="241" y="395"/>
                  </a:lnTo>
                  <a:lnTo>
                    <a:pt x="199" y="416"/>
                  </a:lnTo>
                  <a:lnTo>
                    <a:pt x="144" y="429"/>
                  </a:lnTo>
                  <a:lnTo>
                    <a:pt x="97" y="401"/>
                  </a:lnTo>
                  <a:lnTo>
                    <a:pt x="52" y="39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588"/>
            <p:cNvSpPr>
              <a:spLocks/>
            </p:cNvSpPr>
            <p:nvPr/>
          </p:nvSpPr>
          <p:spPr bwMode="auto">
            <a:xfrm>
              <a:off x="6486846" y="2888216"/>
              <a:ext cx="776676" cy="366448"/>
            </a:xfrm>
            <a:custGeom>
              <a:avLst/>
              <a:gdLst/>
              <a:ahLst/>
              <a:cxnLst>
                <a:cxn ang="0">
                  <a:pos x="68" y="379"/>
                </a:cxn>
                <a:cxn ang="0">
                  <a:pos x="228" y="514"/>
                </a:cxn>
                <a:cxn ang="0">
                  <a:pos x="232" y="614"/>
                </a:cxn>
                <a:cxn ang="0">
                  <a:pos x="506" y="719"/>
                </a:cxn>
                <a:cxn ang="0">
                  <a:pos x="539" y="837"/>
                </a:cxn>
                <a:cxn ang="0">
                  <a:pos x="619" y="821"/>
                </a:cxn>
                <a:cxn ang="0">
                  <a:pos x="670" y="829"/>
                </a:cxn>
                <a:cxn ang="0">
                  <a:pos x="847" y="821"/>
                </a:cxn>
                <a:cxn ang="0">
                  <a:pos x="978" y="879"/>
                </a:cxn>
                <a:cxn ang="0">
                  <a:pos x="1065" y="892"/>
                </a:cxn>
                <a:cxn ang="0">
                  <a:pos x="1210" y="862"/>
                </a:cxn>
                <a:cxn ang="0">
                  <a:pos x="1339" y="821"/>
                </a:cxn>
                <a:cxn ang="0">
                  <a:pos x="1440" y="753"/>
                </a:cxn>
                <a:cxn ang="0">
                  <a:pos x="1424" y="682"/>
                </a:cxn>
                <a:cxn ang="0">
                  <a:pos x="1554" y="639"/>
                </a:cxn>
                <a:cxn ang="0">
                  <a:pos x="1656" y="597"/>
                </a:cxn>
                <a:cxn ang="0">
                  <a:pos x="1714" y="508"/>
                </a:cxn>
                <a:cxn ang="0">
                  <a:pos x="1769" y="526"/>
                </a:cxn>
                <a:cxn ang="0">
                  <a:pos x="1803" y="479"/>
                </a:cxn>
                <a:cxn ang="0">
                  <a:pos x="1892" y="488"/>
                </a:cxn>
                <a:cxn ang="0">
                  <a:pos x="1892" y="404"/>
                </a:cxn>
                <a:cxn ang="0">
                  <a:pos x="1769" y="412"/>
                </a:cxn>
                <a:cxn ang="0">
                  <a:pos x="1702" y="412"/>
                </a:cxn>
                <a:cxn ang="0">
                  <a:pos x="1672" y="353"/>
                </a:cxn>
                <a:cxn ang="0">
                  <a:pos x="1739" y="232"/>
                </a:cxn>
                <a:cxn ang="0">
                  <a:pos x="1681" y="218"/>
                </a:cxn>
                <a:cxn ang="0">
                  <a:pos x="1567" y="160"/>
                </a:cxn>
                <a:cxn ang="0">
                  <a:pos x="1467" y="257"/>
                </a:cxn>
                <a:cxn ang="0">
                  <a:pos x="1314" y="269"/>
                </a:cxn>
                <a:cxn ang="0">
                  <a:pos x="1213" y="218"/>
                </a:cxn>
                <a:cxn ang="0">
                  <a:pos x="1044" y="139"/>
                </a:cxn>
                <a:cxn ang="0">
                  <a:pos x="829" y="42"/>
                </a:cxn>
                <a:cxn ang="0">
                  <a:pos x="649" y="46"/>
                </a:cxn>
                <a:cxn ang="0">
                  <a:pos x="628" y="143"/>
                </a:cxn>
                <a:cxn ang="0">
                  <a:pos x="543" y="214"/>
                </a:cxn>
                <a:cxn ang="0">
                  <a:pos x="493" y="185"/>
                </a:cxn>
                <a:cxn ang="0">
                  <a:pos x="460" y="218"/>
                </a:cxn>
                <a:cxn ang="0">
                  <a:pos x="333" y="151"/>
                </a:cxn>
                <a:cxn ang="0">
                  <a:pos x="249" y="118"/>
                </a:cxn>
                <a:cxn ang="0">
                  <a:pos x="168" y="164"/>
                </a:cxn>
                <a:cxn ang="0">
                  <a:pos x="21" y="247"/>
                </a:cxn>
              </a:cxnLst>
              <a:rect l="0" t="0" r="r" b="b"/>
              <a:pathLst>
                <a:path w="1917" h="904">
                  <a:moveTo>
                    <a:pt x="0" y="282"/>
                  </a:moveTo>
                  <a:lnTo>
                    <a:pt x="68" y="379"/>
                  </a:lnTo>
                  <a:lnTo>
                    <a:pt x="135" y="379"/>
                  </a:lnTo>
                  <a:lnTo>
                    <a:pt x="228" y="514"/>
                  </a:lnTo>
                  <a:lnTo>
                    <a:pt x="189" y="560"/>
                  </a:lnTo>
                  <a:lnTo>
                    <a:pt x="232" y="614"/>
                  </a:lnTo>
                  <a:lnTo>
                    <a:pt x="303" y="632"/>
                  </a:lnTo>
                  <a:lnTo>
                    <a:pt x="506" y="719"/>
                  </a:lnTo>
                  <a:lnTo>
                    <a:pt x="497" y="787"/>
                  </a:lnTo>
                  <a:lnTo>
                    <a:pt x="539" y="837"/>
                  </a:lnTo>
                  <a:lnTo>
                    <a:pt x="597" y="841"/>
                  </a:lnTo>
                  <a:lnTo>
                    <a:pt x="619" y="821"/>
                  </a:lnTo>
                  <a:lnTo>
                    <a:pt x="636" y="812"/>
                  </a:lnTo>
                  <a:lnTo>
                    <a:pt x="670" y="829"/>
                  </a:lnTo>
                  <a:lnTo>
                    <a:pt x="746" y="812"/>
                  </a:lnTo>
                  <a:lnTo>
                    <a:pt x="847" y="821"/>
                  </a:lnTo>
                  <a:lnTo>
                    <a:pt x="910" y="875"/>
                  </a:lnTo>
                  <a:lnTo>
                    <a:pt x="978" y="879"/>
                  </a:lnTo>
                  <a:lnTo>
                    <a:pt x="1028" y="904"/>
                  </a:lnTo>
                  <a:lnTo>
                    <a:pt x="1065" y="892"/>
                  </a:lnTo>
                  <a:lnTo>
                    <a:pt x="1158" y="841"/>
                  </a:lnTo>
                  <a:lnTo>
                    <a:pt x="1210" y="862"/>
                  </a:lnTo>
                  <a:lnTo>
                    <a:pt x="1264" y="854"/>
                  </a:lnTo>
                  <a:lnTo>
                    <a:pt x="1339" y="821"/>
                  </a:lnTo>
                  <a:lnTo>
                    <a:pt x="1386" y="765"/>
                  </a:lnTo>
                  <a:lnTo>
                    <a:pt x="1440" y="753"/>
                  </a:lnTo>
                  <a:lnTo>
                    <a:pt x="1461" y="711"/>
                  </a:lnTo>
                  <a:lnTo>
                    <a:pt x="1424" y="682"/>
                  </a:lnTo>
                  <a:lnTo>
                    <a:pt x="1465" y="614"/>
                  </a:lnTo>
                  <a:lnTo>
                    <a:pt x="1554" y="639"/>
                  </a:lnTo>
                  <a:lnTo>
                    <a:pt x="1625" y="568"/>
                  </a:lnTo>
                  <a:lnTo>
                    <a:pt x="1656" y="597"/>
                  </a:lnTo>
                  <a:lnTo>
                    <a:pt x="1693" y="589"/>
                  </a:lnTo>
                  <a:lnTo>
                    <a:pt x="1714" y="508"/>
                  </a:lnTo>
                  <a:lnTo>
                    <a:pt x="1747" y="496"/>
                  </a:lnTo>
                  <a:lnTo>
                    <a:pt x="1769" y="526"/>
                  </a:lnTo>
                  <a:lnTo>
                    <a:pt x="1807" y="514"/>
                  </a:lnTo>
                  <a:lnTo>
                    <a:pt x="1803" y="479"/>
                  </a:lnTo>
                  <a:lnTo>
                    <a:pt x="1853" y="475"/>
                  </a:lnTo>
                  <a:lnTo>
                    <a:pt x="1892" y="488"/>
                  </a:lnTo>
                  <a:lnTo>
                    <a:pt x="1917" y="471"/>
                  </a:lnTo>
                  <a:lnTo>
                    <a:pt x="1892" y="404"/>
                  </a:lnTo>
                  <a:lnTo>
                    <a:pt x="1795" y="375"/>
                  </a:lnTo>
                  <a:lnTo>
                    <a:pt x="1769" y="412"/>
                  </a:lnTo>
                  <a:lnTo>
                    <a:pt x="1722" y="386"/>
                  </a:lnTo>
                  <a:lnTo>
                    <a:pt x="1702" y="412"/>
                  </a:lnTo>
                  <a:lnTo>
                    <a:pt x="1668" y="390"/>
                  </a:lnTo>
                  <a:lnTo>
                    <a:pt x="1672" y="353"/>
                  </a:lnTo>
                  <a:lnTo>
                    <a:pt x="1702" y="319"/>
                  </a:lnTo>
                  <a:lnTo>
                    <a:pt x="1739" y="232"/>
                  </a:lnTo>
                  <a:lnTo>
                    <a:pt x="1750" y="210"/>
                  </a:lnTo>
                  <a:lnTo>
                    <a:pt x="1681" y="218"/>
                  </a:lnTo>
                  <a:lnTo>
                    <a:pt x="1618" y="168"/>
                  </a:lnTo>
                  <a:lnTo>
                    <a:pt x="1567" y="160"/>
                  </a:lnTo>
                  <a:lnTo>
                    <a:pt x="1538" y="210"/>
                  </a:lnTo>
                  <a:lnTo>
                    <a:pt x="1467" y="257"/>
                  </a:lnTo>
                  <a:lnTo>
                    <a:pt x="1403" y="253"/>
                  </a:lnTo>
                  <a:lnTo>
                    <a:pt x="1314" y="269"/>
                  </a:lnTo>
                  <a:lnTo>
                    <a:pt x="1289" y="247"/>
                  </a:lnTo>
                  <a:lnTo>
                    <a:pt x="1213" y="218"/>
                  </a:lnTo>
                  <a:lnTo>
                    <a:pt x="1200" y="185"/>
                  </a:lnTo>
                  <a:lnTo>
                    <a:pt x="1044" y="139"/>
                  </a:lnTo>
                  <a:lnTo>
                    <a:pt x="931" y="181"/>
                  </a:lnTo>
                  <a:lnTo>
                    <a:pt x="829" y="42"/>
                  </a:lnTo>
                  <a:lnTo>
                    <a:pt x="682" y="0"/>
                  </a:lnTo>
                  <a:lnTo>
                    <a:pt x="649" y="46"/>
                  </a:lnTo>
                  <a:lnTo>
                    <a:pt x="603" y="88"/>
                  </a:lnTo>
                  <a:lnTo>
                    <a:pt x="628" y="143"/>
                  </a:lnTo>
                  <a:lnTo>
                    <a:pt x="619" y="206"/>
                  </a:lnTo>
                  <a:lnTo>
                    <a:pt x="543" y="214"/>
                  </a:lnTo>
                  <a:lnTo>
                    <a:pt x="539" y="185"/>
                  </a:lnTo>
                  <a:lnTo>
                    <a:pt x="493" y="185"/>
                  </a:lnTo>
                  <a:lnTo>
                    <a:pt x="481" y="218"/>
                  </a:lnTo>
                  <a:lnTo>
                    <a:pt x="460" y="218"/>
                  </a:lnTo>
                  <a:lnTo>
                    <a:pt x="387" y="147"/>
                  </a:lnTo>
                  <a:lnTo>
                    <a:pt x="333" y="151"/>
                  </a:lnTo>
                  <a:lnTo>
                    <a:pt x="282" y="118"/>
                  </a:lnTo>
                  <a:lnTo>
                    <a:pt x="249" y="118"/>
                  </a:lnTo>
                  <a:lnTo>
                    <a:pt x="203" y="160"/>
                  </a:lnTo>
                  <a:lnTo>
                    <a:pt x="168" y="164"/>
                  </a:lnTo>
                  <a:lnTo>
                    <a:pt x="122" y="226"/>
                  </a:lnTo>
                  <a:lnTo>
                    <a:pt x="21" y="247"/>
                  </a:lnTo>
                  <a:lnTo>
                    <a:pt x="0" y="28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589"/>
            <p:cNvSpPr>
              <a:spLocks/>
            </p:cNvSpPr>
            <p:nvPr/>
          </p:nvSpPr>
          <p:spPr bwMode="auto">
            <a:xfrm>
              <a:off x="5332370" y="3201156"/>
              <a:ext cx="171874" cy="82695"/>
            </a:xfrm>
            <a:custGeom>
              <a:avLst/>
              <a:gdLst/>
              <a:ahLst/>
              <a:cxnLst>
                <a:cxn ang="0">
                  <a:pos x="197" y="155"/>
                </a:cxn>
                <a:cxn ang="0">
                  <a:pos x="154" y="155"/>
                </a:cxn>
                <a:cxn ang="0">
                  <a:pos x="112" y="141"/>
                </a:cxn>
                <a:cxn ang="0">
                  <a:pos x="114" y="121"/>
                </a:cxn>
                <a:cxn ang="0">
                  <a:pos x="98" y="90"/>
                </a:cxn>
                <a:cxn ang="0">
                  <a:pos x="93" y="65"/>
                </a:cxn>
                <a:cxn ang="0">
                  <a:pos x="76" y="45"/>
                </a:cxn>
                <a:cxn ang="0">
                  <a:pos x="44" y="39"/>
                </a:cxn>
                <a:cxn ang="0">
                  <a:pos x="0" y="0"/>
                </a:cxn>
                <a:cxn ang="0">
                  <a:pos x="79" y="19"/>
                </a:cxn>
                <a:cxn ang="0">
                  <a:pos x="167" y="33"/>
                </a:cxn>
                <a:cxn ang="0">
                  <a:pos x="197" y="23"/>
                </a:cxn>
                <a:cxn ang="0">
                  <a:pos x="276" y="62"/>
                </a:cxn>
                <a:cxn ang="0">
                  <a:pos x="357" y="108"/>
                </a:cxn>
                <a:cxn ang="0">
                  <a:pos x="373" y="108"/>
                </a:cxn>
                <a:cxn ang="0">
                  <a:pos x="403" y="141"/>
                </a:cxn>
                <a:cxn ang="0">
                  <a:pos x="424" y="188"/>
                </a:cxn>
                <a:cxn ang="0">
                  <a:pos x="420" y="205"/>
                </a:cxn>
                <a:cxn ang="0">
                  <a:pos x="332" y="201"/>
                </a:cxn>
                <a:cxn ang="0">
                  <a:pos x="268" y="180"/>
                </a:cxn>
                <a:cxn ang="0">
                  <a:pos x="197" y="155"/>
                </a:cxn>
              </a:cxnLst>
              <a:rect l="0" t="0" r="r" b="b"/>
              <a:pathLst>
                <a:path w="424" h="205">
                  <a:moveTo>
                    <a:pt x="197" y="155"/>
                  </a:moveTo>
                  <a:lnTo>
                    <a:pt x="154" y="155"/>
                  </a:lnTo>
                  <a:lnTo>
                    <a:pt x="112" y="141"/>
                  </a:lnTo>
                  <a:lnTo>
                    <a:pt x="114" y="121"/>
                  </a:lnTo>
                  <a:lnTo>
                    <a:pt x="98" y="90"/>
                  </a:lnTo>
                  <a:lnTo>
                    <a:pt x="93" y="65"/>
                  </a:lnTo>
                  <a:lnTo>
                    <a:pt x="76" y="45"/>
                  </a:lnTo>
                  <a:lnTo>
                    <a:pt x="44" y="39"/>
                  </a:lnTo>
                  <a:lnTo>
                    <a:pt x="0" y="0"/>
                  </a:lnTo>
                  <a:lnTo>
                    <a:pt x="79" y="19"/>
                  </a:lnTo>
                  <a:lnTo>
                    <a:pt x="167" y="33"/>
                  </a:lnTo>
                  <a:lnTo>
                    <a:pt x="197" y="23"/>
                  </a:lnTo>
                  <a:lnTo>
                    <a:pt x="276" y="62"/>
                  </a:lnTo>
                  <a:lnTo>
                    <a:pt x="357" y="108"/>
                  </a:lnTo>
                  <a:lnTo>
                    <a:pt x="373" y="108"/>
                  </a:lnTo>
                  <a:lnTo>
                    <a:pt x="403" y="141"/>
                  </a:lnTo>
                  <a:lnTo>
                    <a:pt x="424" y="188"/>
                  </a:lnTo>
                  <a:lnTo>
                    <a:pt x="420" y="205"/>
                  </a:lnTo>
                  <a:lnTo>
                    <a:pt x="332" y="201"/>
                  </a:lnTo>
                  <a:lnTo>
                    <a:pt x="268" y="180"/>
                  </a:lnTo>
                  <a:lnTo>
                    <a:pt x="197" y="15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590"/>
            <p:cNvSpPr>
              <a:spLocks/>
            </p:cNvSpPr>
            <p:nvPr/>
          </p:nvSpPr>
          <p:spPr bwMode="auto">
            <a:xfrm>
              <a:off x="5643689" y="3222236"/>
              <a:ext cx="332399" cy="233490"/>
            </a:xfrm>
            <a:custGeom>
              <a:avLst/>
              <a:gdLst/>
              <a:ahLst/>
              <a:cxnLst>
                <a:cxn ang="0">
                  <a:pos x="124" y="75"/>
                </a:cxn>
                <a:cxn ang="0">
                  <a:pos x="51" y="22"/>
                </a:cxn>
                <a:cxn ang="0">
                  <a:pos x="1" y="46"/>
                </a:cxn>
                <a:cxn ang="0">
                  <a:pos x="0" y="64"/>
                </a:cxn>
                <a:cxn ang="0">
                  <a:pos x="2" y="81"/>
                </a:cxn>
                <a:cxn ang="0">
                  <a:pos x="13" y="62"/>
                </a:cxn>
                <a:cxn ang="0">
                  <a:pos x="20" y="53"/>
                </a:cxn>
                <a:cxn ang="0">
                  <a:pos x="29" y="46"/>
                </a:cxn>
                <a:cxn ang="0">
                  <a:pos x="55" y="49"/>
                </a:cxn>
                <a:cxn ang="0">
                  <a:pos x="81" y="60"/>
                </a:cxn>
                <a:cxn ang="0">
                  <a:pos x="90" y="78"/>
                </a:cxn>
                <a:cxn ang="0">
                  <a:pos x="95" y="97"/>
                </a:cxn>
                <a:cxn ang="0">
                  <a:pos x="119" y="119"/>
                </a:cxn>
                <a:cxn ang="0">
                  <a:pos x="128" y="132"/>
                </a:cxn>
                <a:cxn ang="0">
                  <a:pos x="128" y="146"/>
                </a:cxn>
                <a:cxn ang="0">
                  <a:pos x="107" y="160"/>
                </a:cxn>
                <a:cxn ang="0">
                  <a:pos x="82" y="171"/>
                </a:cxn>
                <a:cxn ang="0">
                  <a:pos x="54" y="173"/>
                </a:cxn>
                <a:cxn ang="0">
                  <a:pos x="28" y="169"/>
                </a:cxn>
                <a:cxn ang="0">
                  <a:pos x="20" y="175"/>
                </a:cxn>
                <a:cxn ang="0">
                  <a:pos x="17" y="183"/>
                </a:cxn>
                <a:cxn ang="0">
                  <a:pos x="14" y="201"/>
                </a:cxn>
                <a:cxn ang="0">
                  <a:pos x="18" y="207"/>
                </a:cxn>
                <a:cxn ang="0">
                  <a:pos x="22" y="209"/>
                </a:cxn>
                <a:cxn ang="0">
                  <a:pos x="33" y="207"/>
                </a:cxn>
                <a:cxn ang="0">
                  <a:pos x="44" y="204"/>
                </a:cxn>
                <a:cxn ang="0">
                  <a:pos x="49" y="205"/>
                </a:cxn>
                <a:cxn ang="0">
                  <a:pos x="54" y="209"/>
                </a:cxn>
                <a:cxn ang="0">
                  <a:pos x="65" y="228"/>
                </a:cxn>
                <a:cxn ang="0">
                  <a:pos x="65" y="237"/>
                </a:cxn>
                <a:cxn ang="0">
                  <a:pos x="62" y="246"/>
                </a:cxn>
                <a:cxn ang="0">
                  <a:pos x="50" y="249"/>
                </a:cxn>
                <a:cxn ang="0">
                  <a:pos x="45" y="250"/>
                </a:cxn>
                <a:cxn ang="0">
                  <a:pos x="44" y="254"/>
                </a:cxn>
                <a:cxn ang="0">
                  <a:pos x="65" y="271"/>
                </a:cxn>
                <a:cxn ang="0">
                  <a:pos x="77" y="281"/>
                </a:cxn>
                <a:cxn ang="0">
                  <a:pos x="83" y="293"/>
                </a:cxn>
                <a:cxn ang="0">
                  <a:pos x="152" y="416"/>
                </a:cxn>
                <a:cxn ang="0">
                  <a:pos x="324" y="375"/>
                </a:cxn>
                <a:cxn ang="0">
                  <a:pos x="392" y="400"/>
                </a:cxn>
                <a:cxn ang="0">
                  <a:pos x="510" y="538"/>
                </a:cxn>
                <a:cxn ang="0">
                  <a:pos x="595" y="576"/>
                </a:cxn>
                <a:cxn ang="0">
                  <a:pos x="720" y="471"/>
                </a:cxn>
                <a:cxn ang="0">
                  <a:pos x="817" y="407"/>
                </a:cxn>
                <a:cxn ang="0">
                  <a:pos x="756" y="364"/>
                </a:cxn>
                <a:cxn ang="0">
                  <a:pos x="649" y="314"/>
                </a:cxn>
                <a:cxn ang="0">
                  <a:pos x="579" y="179"/>
                </a:cxn>
                <a:cxn ang="0">
                  <a:pos x="503" y="126"/>
                </a:cxn>
                <a:cxn ang="0">
                  <a:pos x="430" y="67"/>
                </a:cxn>
                <a:cxn ang="0">
                  <a:pos x="407" y="17"/>
                </a:cxn>
                <a:cxn ang="0">
                  <a:pos x="354" y="0"/>
                </a:cxn>
                <a:cxn ang="0">
                  <a:pos x="331" y="11"/>
                </a:cxn>
                <a:cxn ang="0">
                  <a:pos x="277" y="93"/>
                </a:cxn>
              </a:cxnLst>
              <a:rect l="0" t="0" r="r" b="b"/>
              <a:pathLst>
                <a:path w="817" h="576">
                  <a:moveTo>
                    <a:pt x="180" y="70"/>
                  </a:moveTo>
                  <a:lnTo>
                    <a:pt x="124" y="75"/>
                  </a:lnTo>
                  <a:lnTo>
                    <a:pt x="87" y="38"/>
                  </a:lnTo>
                  <a:lnTo>
                    <a:pt x="51" y="22"/>
                  </a:lnTo>
                  <a:lnTo>
                    <a:pt x="22" y="28"/>
                  </a:lnTo>
                  <a:lnTo>
                    <a:pt x="1" y="46"/>
                  </a:lnTo>
                  <a:lnTo>
                    <a:pt x="0" y="56"/>
                  </a:lnTo>
                  <a:lnTo>
                    <a:pt x="0" y="64"/>
                  </a:lnTo>
                  <a:lnTo>
                    <a:pt x="1" y="73"/>
                  </a:lnTo>
                  <a:lnTo>
                    <a:pt x="2" y="81"/>
                  </a:lnTo>
                  <a:lnTo>
                    <a:pt x="8" y="73"/>
                  </a:lnTo>
                  <a:lnTo>
                    <a:pt x="13" y="62"/>
                  </a:lnTo>
                  <a:lnTo>
                    <a:pt x="17" y="57"/>
                  </a:lnTo>
                  <a:lnTo>
                    <a:pt x="20" y="53"/>
                  </a:lnTo>
                  <a:lnTo>
                    <a:pt x="24" y="49"/>
                  </a:lnTo>
                  <a:lnTo>
                    <a:pt x="29" y="46"/>
                  </a:lnTo>
                  <a:lnTo>
                    <a:pt x="44" y="48"/>
                  </a:lnTo>
                  <a:lnTo>
                    <a:pt x="55" y="49"/>
                  </a:lnTo>
                  <a:lnTo>
                    <a:pt x="69" y="54"/>
                  </a:lnTo>
                  <a:lnTo>
                    <a:pt x="81" y="60"/>
                  </a:lnTo>
                  <a:lnTo>
                    <a:pt x="86" y="69"/>
                  </a:lnTo>
                  <a:lnTo>
                    <a:pt x="90" y="78"/>
                  </a:lnTo>
                  <a:lnTo>
                    <a:pt x="93" y="87"/>
                  </a:lnTo>
                  <a:lnTo>
                    <a:pt x="95" y="97"/>
                  </a:lnTo>
                  <a:lnTo>
                    <a:pt x="107" y="109"/>
                  </a:lnTo>
                  <a:lnTo>
                    <a:pt x="119" y="119"/>
                  </a:lnTo>
                  <a:lnTo>
                    <a:pt x="124" y="126"/>
                  </a:lnTo>
                  <a:lnTo>
                    <a:pt x="128" y="132"/>
                  </a:lnTo>
                  <a:lnTo>
                    <a:pt x="130" y="139"/>
                  </a:lnTo>
                  <a:lnTo>
                    <a:pt x="128" y="146"/>
                  </a:lnTo>
                  <a:lnTo>
                    <a:pt x="118" y="154"/>
                  </a:lnTo>
                  <a:lnTo>
                    <a:pt x="107" y="160"/>
                  </a:lnTo>
                  <a:lnTo>
                    <a:pt x="94" y="166"/>
                  </a:lnTo>
                  <a:lnTo>
                    <a:pt x="82" y="171"/>
                  </a:lnTo>
                  <a:lnTo>
                    <a:pt x="69" y="173"/>
                  </a:lnTo>
                  <a:lnTo>
                    <a:pt x="54" y="173"/>
                  </a:lnTo>
                  <a:lnTo>
                    <a:pt x="41" y="172"/>
                  </a:lnTo>
                  <a:lnTo>
                    <a:pt x="28" y="169"/>
                  </a:lnTo>
                  <a:lnTo>
                    <a:pt x="24" y="171"/>
                  </a:lnTo>
                  <a:lnTo>
                    <a:pt x="20" y="175"/>
                  </a:lnTo>
                  <a:lnTo>
                    <a:pt x="18" y="177"/>
                  </a:lnTo>
                  <a:lnTo>
                    <a:pt x="17" y="183"/>
                  </a:lnTo>
                  <a:lnTo>
                    <a:pt x="16" y="192"/>
                  </a:lnTo>
                  <a:lnTo>
                    <a:pt x="14" y="201"/>
                  </a:lnTo>
                  <a:lnTo>
                    <a:pt x="16" y="205"/>
                  </a:lnTo>
                  <a:lnTo>
                    <a:pt x="18" y="207"/>
                  </a:lnTo>
                  <a:lnTo>
                    <a:pt x="21" y="208"/>
                  </a:lnTo>
                  <a:lnTo>
                    <a:pt x="22" y="209"/>
                  </a:lnTo>
                  <a:lnTo>
                    <a:pt x="28" y="208"/>
                  </a:lnTo>
                  <a:lnTo>
                    <a:pt x="33" y="207"/>
                  </a:lnTo>
                  <a:lnTo>
                    <a:pt x="38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9" y="205"/>
                  </a:lnTo>
                  <a:lnTo>
                    <a:pt x="51" y="207"/>
                  </a:lnTo>
                  <a:lnTo>
                    <a:pt x="54" y="209"/>
                  </a:lnTo>
                  <a:lnTo>
                    <a:pt x="61" y="218"/>
                  </a:lnTo>
                  <a:lnTo>
                    <a:pt x="65" y="228"/>
                  </a:lnTo>
                  <a:lnTo>
                    <a:pt x="65" y="233"/>
                  </a:lnTo>
                  <a:lnTo>
                    <a:pt x="65" y="237"/>
                  </a:lnTo>
                  <a:lnTo>
                    <a:pt x="63" y="242"/>
                  </a:lnTo>
                  <a:lnTo>
                    <a:pt x="62" y="246"/>
                  </a:lnTo>
                  <a:lnTo>
                    <a:pt x="55" y="249"/>
                  </a:lnTo>
                  <a:lnTo>
                    <a:pt x="50" y="249"/>
                  </a:lnTo>
                  <a:lnTo>
                    <a:pt x="48" y="249"/>
                  </a:lnTo>
                  <a:lnTo>
                    <a:pt x="45" y="250"/>
                  </a:lnTo>
                  <a:lnTo>
                    <a:pt x="44" y="252"/>
                  </a:lnTo>
                  <a:lnTo>
                    <a:pt x="44" y="254"/>
                  </a:lnTo>
                  <a:lnTo>
                    <a:pt x="53" y="262"/>
                  </a:lnTo>
                  <a:lnTo>
                    <a:pt x="65" y="271"/>
                  </a:lnTo>
                  <a:lnTo>
                    <a:pt x="71" y="275"/>
                  </a:lnTo>
                  <a:lnTo>
                    <a:pt x="77" y="281"/>
                  </a:lnTo>
                  <a:lnTo>
                    <a:pt x="81" y="286"/>
                  </a:lnTo>
                  <a:lnTo>
                    <a:pt x="83" y="293"/>
                  </a:lnTo>
                  <a:lnTo>
                    <a:pt x="87" y="408"/>
                  </a:lnTo>
                  <a:lnTo>
                    <a:pt x="152" y="416"/>
                  </a:lnTo>
                  <a:lnTo>
                    <a:pt x="181" y="358"/>
                  </a:lnTo>
                  <a:lnTo>
                    <a:pt x="324" y="375"/>
                  </a:lnTo>
                  <a:lnTo>
                    <a:pt x="346" y="395"/>
                  </a:lnTo>
                  <a:lnTo>
                    <a:pt x="392" y="400"/>
                  </a:lnTo>
                  <a:lnTo>
                    <a:pt x="502" y="475"/>
                  </a:lnTo>
                  <a:lnTo>
                    <a:pt x="510" y="538"/>
                  </a:lnTo>
                  <a:lnTo>
                    <a:pt x="560" y="551"/>
                  </a:lnTo>
                  <a:lnTo>
                    <a:pt x="595" y="576"/>
                  </a:lnTo>
                  <a:lnTo>
                    <a:pt x="607" y="538"/>
                  </a:lnTo>
                  <a:lnTo>
                    <a:pt x="720" y="471"/>
                  </a:lnTo>
                  <a:lnTo>
                    <a:pt x="746" y="412"/>
                  </a:lnTo>
                  <a:lnTo>
                    <a:pt x="817" y="407"/>
                  </a:lnTo>
                  <a:lnTo>
                    <a:pt x="795" y="373"/>
                  </a:lnTo>
                  <a:lnTo>
                    <a:pt x="756" y="364"/>
                  </a:lnTo>
                  <a:lnTo>
                    <a:pt x="702" y="336"/>
                  </a:lnTo>
                  <a:lnTo>
                    <a:pt x="649" y="314"/>
                  </a:lnTo>
                  <a:lnTo>
                    <a:pt x="601" y="258"/>
                  </a:lnTo>
                  <a:lnTo>
                    <a:pt x="579" y="179"/>
                  </a:lnTo>
                  <a:lnTo>
                    <a:pt x="546" y="138"/>
                  </a:lnTo>
                  <a:lnTo>
                    <a:pt x="503" y="126"/>
                  </a:lnTo>
                  <a:lnTo>
                    <a:pt x="421" y="93"/>
                  </a:lnTo>
                  <a:lnTo>
                    <a:pt x="430" y="67"/>
                  </a:lnTo>
                  <a:lnTo>
                    <a:pt x="424" y="36"/>
                  </a:lnTo>
                  <a:lnTo>
                    <a:pt x="407" y="17"/>
                  </a:lnTo>
                  <a:lnTo>
                    <a:pt x="372" y="0"/>
                  </a:lnTo>
                  <a:lnTo>
                    <a:pt x="354" y="0"/>
                  </a:lnTo>
                  <a:lnTo>
                    <a:pt x="347" y="13"/>
                  </a:lnTo>
                  <a:lnTo>
                    <a:pt x="331" y="11"/>
                  </a:lnTo>
                  <a:lnTo>
                    <a:pt x="294" y="30"/>
                  </a:lnTo>
                  <a:lnTo>
                    <a:pt x="277" y="93"/>
                  </a:lnTo>
                  <a:lnTo>
                    <a:pt x="180" y="7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591"/>
            <p:cNvSpPr>
              <a:spLocks/>
            </p:cNvSpPr>
            <p:nvPr/>
          </p:nvSpPr>
          <p:spPr bwMode="auto">
            <a:xfrm>
              <a:off x="5505866" y="2760121"/>
              <a:ext cx="972873" cy="520486"/>
            </a:xfrm>
            <a:custGeom>
              <a:avLst/>
              <a:gdLst/>
              <a:ahLst/>
              <a:cxnLst>
                <a:cxn ang="0">
                  <a:pos x="1426" y="1161"/>
                </a:cxn>
                <a:cxn ang="0">
                  <a:pos x="1586" y="1149"/>
                </a:cxn>
                <a:cxn ang="0">
                  <a:pos x="1689" y="1126"/>
                </a:cxn>
                <a:cxn ang="0">
                  <a:pos x="1980" y="1162"/>
                </a:cxn>
                <a:cxn ang="0">
                  <a:pos x="1946" y="959"/>
                </a:cxn>
                <a:cxn ang="0">
                  <a:pos x="2115" y="892"/>
                </a:cxn>
                <a:cxn ang="0">
                  <a:pos x="2312" y="766"/>
                </a:cxn>
                <a:cxn ang="0">
                  <a:pos x="2275" y="534"/>
                </a:cxn>
                <a:cxn ang="0">
                  <a:pos x="1908" y="328"/>
                </a:cxn>
                <a:cxn ang="0">
                  <a:pos x="1769" y="97"/>
                </a:cxn>
                <a:cxn ang="0">
                  <a:pos x="1575" y="173"/>
                </a:cxn>
                <a:cxn ang="0">
                  <a:pos x="1415" y="26"/>
                </a:cxn>
                <a:cxn ang="0">
                  <a:pos x="1150" y="63"/>
                </a:cxn>
                <a:cxn ang="0">
                  <a:pos x="822" y="215"/>
                </a:cxn>
                <a:cxn ang="0">
                  <a:pos x="818" y="269"/>
                </a:cxn>
                <a:cxn ang="0">
                  <a:pos x="797" y="366"/>
                </a:cxn>
                <a:cxn ang="0">
                  <a:pos x="787" y="426"/>
                </a:cxn>
                <a:cxn ang="0">
                  <a:pos x="657" y="420"/>
                </a:cxn>
                <a:cxn ang="0">
                  <a:pos x="472" y="430"/>
                </a:cxn>
                <a:cxn ang="0">
                  <a:pos x="325" y="370"/>
                </a:cxn>
                <a:cxn ang="0">
                  <a:pos x="109" y="484"/>
                </a:cxn>
                <a:cxn ang="0">
                  <a:pos x="0" y="706"/>
                </a:cxn>
                <a:cxn ang="0">
                  <a:pos x="135" y="846"/>
                </a:cxn>
                <a:cxn ang="0">
                  <a:pos x="211" y="820"/>
                </a:cxn>
                <a:cxn ang="0">
                  <a:pos x="226" y="816"/>
                </a:cxn>
                <a:cxn ang="0">
                  <a:pos x="241" y="791"/>
                </a:cxn>
                <a:cxn ang="0">
                  <a:pos x="273" y="782"/>
                </a:cxn>
                <a:cxn ang="0">
                  <a:pos x="309" y="794"/>
                </a:cxn>
                <a:cxn ang="0">
                  <a:pos x="341" y="799"/>
                </a:cxn>
                <a:cxn ang="0">
                  <a:pos x="370" y="808"/>
                </a:cxn>
                <a:cxn ang="0">
                  <a:pos x="378" y="834"/>
                </a:cxn>
                <a:cxn ang="0">
                  <a:pos x="370" y="859"/>
                </a:cxn>
                <a:cxn ang="0">
                  <a:pos x="370" y="904"/>
                </a:cxn>
                <a:cxn ang="0">
                  <a:pos x="358" y="928"/>
                </a:cxn>
                <a:cxn ang="0">
                  <a:pos x="283" y="938"/>
                </a:cxn>
                <a:cxn ang="0">
                  <a:pos x="256" y="965"/>
                </a:cxn>
                <a:cxn ang="0">
                  <a:pos x="264" y="986"/>
                </a:cxn>
                <a:cxn ang="0">
                  <a:pos x="256" y="999"/>
                </a:cxn>
                <a:cxn ang="0">
                  <a:pos x="236" y="993"/>
                </a:cxn>
                <a:cxn ang="0">
                  <a:pos x="208" y="981"/>
                </a:cxn>
                <a:cxn ang="0">
                  <a:pos x="211" y="1002"/>
                </a:cxn>
                <a:cxn ang="0">
                  <a:pos x="252" y="1055"/>
                </a:cxn>
                <a:cxn ang="0">
                  <a:pos x="269" y="1105"/>
                </a:cxn>
                <a:cxn ang="0">
                  <a:pos x="292" y="1114"/>
                </a:cxn>
                <a:cxn ang="0">
                  <a:pos x="314" y="1124"/>
                </a:cxn>
                <a:cxn ang="0">
                  <a:pos x="343" y="1138"/>
                </a:cxn>
                <a:cxn ang="0">
                  <a:pos x="346" y="1163"/>
                </a:cxn>
                <a:cxn ang="0">
                  <a:pos x="392" y="1163"/>
                </a:cxn>
                <a:cxn ang="0">
                  <a:pos x="510" y="991"/>
                </a:cxn>
                <a:cxn ang="0">
                  <a:pos x="928" y="1059"/>
                </a:cxn>
                <a:cxn ang="0">
                  <a:pos x="1091" y="1154"/>
                </a:cxn>
                <a:cxn ang="0">
                  <a:pos x="1223" y="1284"/>
                </a:cxn>
              </a:cxnLst>
              <a:rect l="0" t="0" r="r" b="b"/>
              <a:pathLst>
                <a:path w="2401" h="1284">
                  <a:moveTo>
                    <a:pt x="1303" y="1250"/>
                  </a:moveTo>
                  <a:lnTo>
                    <a:pt x="1311" y="1216"/>
                  </a:lnTo>
                  <a:lnTo>
                    <a:pt x="1349" y="1177"/>
                  </a:lnTo>
                  <a:lnTo>
                    <a:pt x="1426" y="1161"/>
                  </a:lnTo>
                  <a:lnTo>
                    <a:pt x="1448" y="1132"/>
                  </a:lnTo>
                  <a:lnTo>
                    <a:pt x="1489" y="1132"/>
                  </a:lnTo>
                  <a:lnTo>
                    <a:pt x="1519" y="1157"/>
                  </a:lnTo>
                  <a:lnTo>
                    <a:pt x="1586" y="1149"/>
                  </a:lnTo>
                  <a:lnTo>
                    <a:pt x="1572" y="1113"/>
                  </a:lnTo>
                  <a:lnTo>
                    <a:pt x="1634" y="1076"/>
                  </a:lnTo>
                  <a:lnTo>
                    <a:pt x="1664" y="1091"/>
                  </a:lnTo>
                  <a:lnTo>
                    <a:pt x="1689" y="1126"/>
                  </a:lnTo>
                  <a:lnTo>
                    <a:pt x="1773" y="1099"/>
                  </a:lnTo>
                  <a:lnTo>
                    <a:pt x="1872" y="1116"/>
                  </a:lnTo>
                  <a:lnTo>
                    <a:pt x="1950" y="1138"/>
                  </a:lnTo>
                  <a:lnTo>
                    <a:pt x="1980" y="1162"/>
                  </a:lnTo>
                  <a:lnTo>
                    <a:pt x="2001" y="1103"/>
                  </a:lnTo>
                  <a:lnTo>
                    <a:pt x="1989" y="1065"/>
                  </a:lnTo>
                  <a:lnTo>
                    <a:pt x="1984" y="1002"/>
                  </a:lnTo>
                  <a:lnTo>
                    <a:pt x="1946" y="959"/>
                  </a:lnTo>
                  <a:lnTo>
                    <a:pt x="2064" y="917"/>
                  </a:lnTo>
                  <a:lnTo>
                    <a:pt x="2093" y="955"/>
                  </a:lnTo>
                  <a:lnTo>
                    <a:pt x="2120" y="928"/>
                  </a:lnTo>
                  <a:lnTo>
                    <a:pt x="2115" y="892"/>
                  </a:lnTo>
                  <a:lnTo>
                    <a:pt x="2161" y="783"/>
                  </a:lnTo>
                  <a:lnTo>
                    <a:pt x="2233" y="778"/>
                  </a:lnTo>
                  <a:lnTo>
                    <a:pt x="2279" y="799"/>
                  </a:lnTo>
                  <a:lnTo>
                    <a:pt x="2312" y="766"/>
                  </a:lnTo>
                  <a:lnTo>
                    <a:pt x="2292" y="687"/>
                  </a:lnTo>
                  <a:lnTo>
                    <a:pt x="2401" y="598"/>
                  </a:lnTo>
                  <a:lnTo>
                    <a:pt x="2393" y="569"/>
                  </a:lnTo>
                  <a:lnTo>
                    <a:pt x="2275" y="534"/>
                  </a:lnTo>
                  <a:lnTo>
                    <a:pt x="2182" y="426"/>
                  </a:lnTo>
                  <a:lnTo>
                    <a:pt x="2115" y="426"/>
                  </a:lnTo>
                  <a:lnTo>
                    <a:pt x="1964" y="426"/>
                  </a:lnTo>
                  <a:lnTo>
                    <a:pt x="1908" y="328"/>
                  </a:lnTo>
                  <a:lnTo>
                    <a:pt x="1879" y="256"/>
                  </a:lnTo>
                  <a:lnTo>
                    <a:pt x="1790" y="202"/>
                  </a:lnTo>
                  <a:lnTo>
                    <a:pt x="1769" y="138"/>
                  </a:lnTo>
                  <a:lnTo>
                    <a:pt x="1769" y="97"/>
                  </a:lnTo>
                  <a:lnTo>
                    <a:pt x="1693" y="88"/>
                  </a:lnTo>
                  <a:lnTo>
                    <a:pt x="1664" y="122"/>
                  </a:lnTo>
                  <a:lnTo>
                    <a:pt x="1647" y="159"/>
                  </a:lnTo>
                  <a:lnTo>
                    <a:pt x="1575" y="173"/>
                  </a:lnTo>
                  <a:lnTo>
                    <a:pt x="1568" y="122"/>
                  </a:lnTo>
                  <a:lnTo>
                    <a:pt x="1487" y="88"/>
                  </a:lnTo>
                  <a:lnTo>
                    <a:pt x="1440" y="101"/>
                  </a:lnTo>
                  <a:lnTo>
                    <a:pt x="1415" y="26"/>
                  </a:lnTo>
                  <a:lnTo>
                    <a:pt x="1373" y="8"/>
                  </a:lnTo>
                  <a:lnTo>
                    <a:pt x="1293" y="0"/>
                  </a:lnTo>
                  <a:lnTo>
                    <a:pt x="1218" y="8"/>
                  </a:lnTo>
                  <a:lnTo>
                    <a:pt x="1150" y="63"/>
                  </a:lnTo>
                  <a:lnTo>
                    <a:pt x="990" y="130"/>
                  </a:lnTo>
                  <a:lnTo>
                    <a:pt x="897" y="155"/>
                  </a:lnTo>
                  <a:lnTo>
                    <a:pt x="822" y="169"/>
                  </a:lnTo>
                  <a:lnTo>
                    <a:pt x="822" y="215"/>
                  </a:lnTo>
                  <a:lnTo>
                    <a:pt x="876" y="210"/>
                  </a:lnTo>
                  <a:lnTo>
                    <a:pt x="876" y="227"/>
                  </a:lnTo>
                  <a:lnTo>
                    <a:pt x="826" y="244"/>
                  </a:lnTo>
                  <a:lnTo>
                    <a:pt x="818" y="269"/>
                  </a:lnTo>
                  <a:lnTo>
                    <a:pt x="843" y="291"/>
                  </a:lnTo>
                  <a:lnTo>
                    <a:pt x="834" y="316"/>
                  </a:lnTo>
                  <a:lnTo>
                    <a:pt x="801" y="324"/>
                  </a:lnTo>
                  <a:lnTo>
                    <a:pt x="797" y="366"/>
                  </a:lnTo>
                  <a:lnTo>
                    <a:pt x="839" y="395"/>
                  </a:lnTo>
                  <a:lnTo>
                    <a:pt x="843" y="442"/>
                  </a:lnTo>
                  <a:lnTo>
                    <a:pt x="814" y="463"/>
                  </a:lnTo>
                  <a:lnTo>
                    <a:pt x="787" y="426"/>
                  </a:lnTo>
                  <a:lnTo>
                    <a:pt x="771" y="430"/>
                  </a:lnTo>
                  <a:lnTo>
                    <a:pt x="767" y="463"/>
                  </a:lnTo>
                  <a:lnTo>
                    <a:pt x="687" y="446"/>
                  </a:lnTo>
                  <a:lnTo>
                    <a:pt x="657" y="420"/>
                  </a:lnTo>
                  <a:lnTo>
                    <a:pt x="551" y="420"/>
                  </a:lnTo>
                  <a:lnTo>
                    <a:pt x="518" y="455"/>
                  </a:lnTo>
                  <a:lnTo>
                    <a:pt x="497" y="455"/>
                  </a:lnTo>
                  <a:lnTo>
                    <a:pt x="472" y="430"/>
                  </a:lnTo>
                  <a:lnTo>
                    <a:pt x="438" y="434"/>
                  </a:lnTo>
                  <a:lnTo>
                    <a:pt x="404" y="387"/>
                  </a:lnTo>
                  <a:lnTo>
                    <a:pt x="350" y="391"/>
                  </a:lnTo>
                  <a:lnTo>
                    <a:pt x="325" y="370"/>
                  </a:lnTo>
                  <a:lnTo>
                    <a:pt x="265" y="370"/>
                  </a:lnTo>
                  <a:lnTo>
                    <a:pt x="236" y="337"/>
                  </a:lnTo>
                  <a:lnTo>
                    <a:pt x="109" y="420"/>
                  </a:lnTo>
                  <a:lnTo>
                    <a:pt x="109" y="484"/>
                  </a:lnTo>
                  <a:lnTo>
                    <a:pt x="72" y="488"/>
                  </a:lnTo>
                  <a:lnTo>
                    <a:pt x="51" y="459"/>
                  </a:lnTo>
                  <a:lnTo>
                    <a:pt x="18" y="467"/>
                  </a:lnTo>
                  <a:lnTo>
                    <a:pt x="0" y="706"/>
                  </a:lnTo>
                  <a:lnTo>
                    <a:pt x="80" y="724"/>
                  </a:lnTo>
                  <a:lnTo>
                    <a:pt x="118" y="770"/>
                  </a:lnTo>
                  <a:lnTo>
                    <a:pt x="105" y="830"/>
                  </a:lnTo>
                  <a:lnTo>
                    <a:pt x="135" y="846"/>
                  </a:lnTo>
                  <a:lnTo>
                    <a:pt x="154" y="842"/>
                  </a:lnTo>
                  <a:lnTo>
                    <a:pt x="171" y="836"/>
                  </a:lnTo>
                  <a:lnTo>
                    <a:pt x="190" y="830"/>
                  </a:lnTo>
                  <a:lnTo>
                    <a:pt x="211" y="820"/>
                  </a:lnTo>
                  <a:lnTo>
                    <a:pt x="216" y="822"/>
                  </a:lnTo>
                  <a:lnTo>
                    <a:pt x="220" y="820"/>
                  </a:lnTo>
                  <a:lnTo>
                    <a:pt x="223" y="819"/>
                  </a:lnTo>
                  <a:lnTo>
                    <a:pt x="226" y="816"/>
                  </a:lnTo>
                  <a:lnTo>
                    <a:pt x="230" y="808"/>
                  </a:lnTo>
                  <a:lnTo>
                    <a:pt x="234" y="799"/>
                  </a:lnTo>
                  <a:lnTo>
                    <a:pt x="237" y="795"/>
                  </a:lnTo>
                  <a:lnTo>
                    <a:pt x="241" y="791"/>
                  </a:lnTo>
                  <a:lnTo>
                    <a:pt x="247" y="787"/>
                  </a:lnTo>
                  <a:lnTo>
                    <a:pt x="253" y="785"/>
                  </a:lnTo>
                  <a:lnTo>
                    <a:pt x="263" y="782"/>
                  </a:lnTo>
                  <a:lnTo>
                    <a:pt x="273" y="782"/>
                  </a:lnTo>
                  <a:lnTo>
                    <a:pt x="286" y="782"/>
                  </a:lnTo>
                  <a:lnTo>
                    <a:pt x="302" y="783"/>
                  </a:lnTo>
                  <a:lnTo>
                    <a:pt x="306" y="789"/>
                  </a:lnTo>
                  <a:lnTo>
                    <a:pt x="309" y="794"/>
                  </a:lnTo>
                  <a:lnTo>
                    <a:pt x="314" y="797"/>
                  </a:lnTo>
                  <a:lnTo>
                    <a:pt x="318" y="798"/>
                  </a:lnTo>
                  <a:lnTo>
                    <a:pt x="329" y="799"/>
                  </a:lnTo>
                  <a:lnTo>
                    <a:pt x="341" y="799"/>
                  </a:lnTo>
                  <a:lnTo>
                    <a:pt x="351" y="799"/>
                  </a:lnTo>
                  <a:lnTo>
                    <a:pt x="362" y="802"/>
                  </a:lnTo>
                  <a:lnTo>
                    <a:pt x="366" y="804"/>
                  </a:lnTo>
                  <a:lnTo>
                    <a:pt x="370" y="808"/>
                  </a:lnTo>
                  <a:lnTo>
                    <a:pt x="373" y="814"/>
                  </a:lnTo>
                  <a:lnTo>
                    <a:pt x="374" y="820"/>
                  </a:lnTo>
                  <a:lnTo>
                    <a:pt x="378" y="827"/>
                  </a:lnTo>
                  <a:lnTo>
                    <a:pt x="378" y="834"/>
                  </a:lnTo>
                  <a:lnTo>
                    <a:pt x="377" y="840"/>
                  </a:lnTo>
                  <a:lnTo>
                    <a:pt x="375" y="847"/>
                  </a:lnTo>
                  <a:lnTo>
                    <a:pt x="373" y="853"/>
                  </a:lnTo>
                  <a:lnTo>
                    <a:pt x="370" y="859"/>
                  </a:lnTo>
                  <a:lnTo>
                    <a:pt x="369" y="865"/>
                  </a:lnTo>
                  <a:lnTo>
                    <a:pt x="369" y="873"/>
                  </a:lnTo>
                  <a:lnTo>
                    <a:pt x="369" y="888"/>
                  </a:lnTo>
                  <a:lnTo>
                    <a:pt x="370" y="904"/>
                  </a:lnTo>
                  <a:lnTo>
                    <a:pt x="369" y="912"/>
                  </a:lnTo>
                  <a:lnTo>
                    <a:pt x="367" y="918"/>
                  </a:lnTo>
                  <a:lnTo>
                    <a:pt x="365" y="924"/>
                  </a:lnTo>
                  <a:lnTo>
                    <a:pt x="358" y="928"/>
                  </a:lnTo>
                  <a:lnTo>
                    <a:pt x="333" y="929"/>
                  </a:lnTo>
                  <a:lnTo>
                    <a:pt x="308" y="932"/>
                  </a:lnTo>
                  <a:lnTo>
                    <a:pt x="294" y="934"/>
                  </a:lnTo>
                  <a:lnTo>
                    <a:pt x="283" y="938"/>
                  </a:lnTo>
                  <a:lnTo>
                    <a:pt x="272" y="942"/>
                  </a:lnTo>
                  <a:lnTo>
                    <a:pt x="261" y="949"/>
                  </a:lnTo>
                  <a:lnTo>
                    <a:pt x="259" y="957"/>
                  </a:lnTo>
                  <a:lnTo>
                    <a:pt x="256" y="965"/>
                  </a:lnTo>
                  <a:lnTo>
                    <a:pt x="256" y="971"/>
                  </a:lnTo>
                  <a:lnTo>
                    <a:pt x="257" y="979"/>
                  </a:lnTo>
                  <a:lnTo>
                    <a:pt x="261" y="982"/>
                  </a:lnTo>
                  <a:lnTo>
                    <a:pt x="264" y="986"/>
                  </a:lnTo>
                  <a:lnTo>
                    <a:pt x="264" y="991"/>
                  </a:lnTo>
                  <a:lnTo>
                    <a:pt x="263" y="995"/>
                  </a:lnTo>
                  <a:lnTo>
                    <a:pt x="259" y="998"/>
                  </a:lnTo>
                  <a:lnTo>
                    <a:pt x="256" y="999"/>
                  </a:lnTo>
                  <a:lnTo>
                    <a:pt x="252" y="999"/>
                  </a:lnTo>
                  <a:lnTo>
                    <a:pt x="248" y="999"/>
                  </a:lnTo>
                  <a:lnTo>
                    <a:pt x="243" y="997"/>
                  </a:lnTo>
                  <a:lnTo>
                    <a:pt x="236" y="993"/>
                  </a:lnTo>
                  <a:lnTo>
                    <a:pt x="230" y="987"/>
                  </a:lnTo>
                  <a:lnTo>
                    <a:pt x="223" y="983"/>
                  </a:lnTo>
                  <a:lnTo>
                    <a:pt x="216" y="981"/>
                  </a:lnTo>
                  <a:lnTo>
                    <a:pt x="208" y="981"/>
                  </a:lnTo>
                  <a:lnTo>
                    <a:pt x="208" y="986"/>
                  </a:lnTo>
                  <a:lnTo>
                    <a:pt x="208" y="991"/>
                  </a:lnTo>
                  <a:lnTo>
                    <a:pt x="210" y="997"/>
                  </a:lnTo>
                  <a:lnTo>
                    <a:pt x="211" y="1002"/>
                  </a:lnTo>
                  <a:lnTo>
                    <a:pt x="216" y="1011"/>
                  </a:lnTo>
                  <a:lnTo>
                    <a:pt x="223" y="1020"/>
                  </a:lnTo>
                  <a:lnTo>
                    <a:pt x="239" y="1038"/>
                  </a:lnTo>
                  <a:lnTo>
                    <a:pt x="252" y="1055"/>
                  </a:lnTo>
                  <a:lnTo>
                    <a:pt x="257" y="1072"/>
                  </a:lnTo>
                  <a:lnTo>
                    <a:pt x="263" y="1089"/>
                  </a:lnTo>
                  <a:lnTo>
                    <a:pt x="265" y="1097"/>
                  </a:lnTo>
                  <a:lnTo>
                    <a:pt x="269" y="1105"/>
                  </a:lnTo>
                  <a:lnTo>
                    <a:pt x="276" y="1112"/>
                  </a:lnTo>
                  <a:lnTo>
                    <a:pt x="283" y="1117"/>
                  </a:lnTo>
                  <a:lnTo>
                    <a:pt x="288" y="1116"/>
                  </a:lnTo>
                  <a:lnTo>
                    <a:pt x="292" y="1114"/>
                  </a:lnTo>
                  <a:lnTo>
                    <a:pt x="296" y="1114"/>
                  </a:lnTo>
                  <a:lnTo>
                    <a:pt x="300" y="1116"/>
                  </a:lnTo>
                  <a:lnTo>
                    <a:pt x="308" y="1118"/>
                  </a:lnTo>
                  <a:lnTo>
                    <a:pt x="314" y="1124"/>
                  </a:lnTo>
                  <a:lnTo>
                    <a:pt x="321" y="1129"/>
                  </a:lnTo>
                  <a:lnTo>
                    <a:pt x="328" y="1133"/>
                  </a:lnTo>
                  <a:lnTo>
                    <a:pt x="336" y="1137"/>
                  </a:lnTo>
                  <a:lnTo>
                    <a:pt x="343" y="1138"/>
                  </a:lnTo>
                  <a:lnTo>
                    <a:pt x="345" y="1145"/>
                  </a:lnTo>
                  <a:lnTo>
                    <a:pt x="346" y="1150"/>
                  </a:lnTo>
                  <a:lnTo>
                    <a:pt x="346" y="1157"/>
                  </a:lnTo>
                  <a:lnTo>
                    <a:pt x="346" y="1163"/>
                  </a:lnTo>
                  <a:lnTo>
                    <a:pt x="345" y="1175"/>
                  </a:lnTo>
                  <a:lnTo>
                    <a:pt x="342" y="1187"/>
                  </a:lnTo>
                  <a:lnTo>
                    <a:pt x="363" y="1169"/>
                  </a:lnTo>
                  <a:lnTo>
                    <a:pt x="392" y="1163"/>
                  </a:lnTo>
                  <a:lnTo>
                    <a:pt x="428" y="1179"/>
                  </a:lnTo>
                  <a:lnTo>
                    <a:pt x="465" y="1216"/>
                  </a:lnTo>
                  <a:lnTo>
                    <a:pt x="521" y="1211"/>
                  </a:lnTo>
                  <a:lnTo>
                    <a:pt x="510" y="991"/>
                  </a:lnTo>
                  <a:lnTo>
                    <a:pt x="680" y="901"/>
                  </a:lnTo>
                  <a:lnTo>
                    <a:pt x="844" y="1012"/>
                  </a:lnTo>
                  <a:lnTo>
                    <a:pt x="889" y="1065"/>
                  </a:lnTo>
                  <a:lnTo>
                    <a:pt x="928" y="1059"/>
                  </a:lnTo>
                  <a:lnTo>
                    <a:pt x="987" y="1065"/>
                  </a:lnTo>
                  <a:lnTo>
                    <a:pt x="1015" y="1061"/>
                  </a:lnTo>
                  <a:lnTo>
                    <a:pt x="1063" y="1093"/>
                  </a:lnTo>
                  <a:lnTo>
                    <a:pt x="1091" y="1154"/>
                  </a:lnTo>
                  <a:lnTo>
                    <a:pt x="1128" y="1144"/>
                  </a:lnTo>
                  <a:lnTo>
                    <a:pt x="1167" y="1244"/>
                  </a:lnTo>
                  <a:lnTo>
                    <a:pt x="1190" y="1247"/>
                  </a:lnTo>
                  <a:lnTo>
                    <a:pt x="1223" y="1284"/>
                  </a:lnTo>
                  <a:lnTo>
                    <a:pt x="1246" y="1281"/>
                  </a:lnTo>
                  <a:lnTo>
                    <a:pt x="1273" y="1259"/>
                  </a:lnTo>
                  <a:lnTo>
                    <a:pt x="1303" y="125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592"/>
            <p:cNvSpPr>
              <a:spLocks/>
            </p:cNvSpPr>
            <p:nvPr/>
          </p:nvSpPr>
          <p:spPr bwMode="auto">
            <a:xfrm>
              <a:off x="5466950" y="3249798"/>
              <a:ext cx="113502" cy="118366"/>
            </a:xfrm>
            <a:custGeom>
              <a:avLst/>
              <a:gdLst/>
              <a:ahLst/>
              <a:cxnLst>
                <a:cxn ang="0">
                  <a:pos x="164" y="190"/>
                </a:cxn>
                <a:cxn ang="0">
                  <a:pos x="172" y="206"/>
                </a:cxn>
                <a:cxn ang="0">
                  <a:pos x="168" y="265"/>
                </a:cxn>
                <a:cxn ang="0">
                  <a:pos x="205" y="293"/>
                </a:cxn>
                <a:cxn ang="0">
                  <a:pos x="204" y="269"/>
                </a:cxn>
                <a:cxn ang="0">
                  <a:pos x="200" y="247"/>
                </a:cxn>
                <a:cxn ang="0">
                  <a:pos x="200" y="236"/>
                </a:cxn>
                <a:cxn ang="0">
                  <a:pos x="201" y="226"/>
                </a:cxn>
                <a:cxn ang="0">
                  <a:pos x="202" y="220"/>
                </a:cxn>
                <a:cxn ang="0">
                  <a:pos x="205" y="215"/>
                </a:cxn>
                <a:cxn ang="0">
                  <a:pos x="208" y="210"/>
                </a:cxn>
                <a:cxn ang="0">
                  <a:pos x="212" y="206"/>
                </a:cxn>
                <a:cxn ang="0">
                  <a:pos x="225" y="195"/>
                </a:cxn>
                <a:cxn ang="0">
                  <a:pos x="246" y="178"/>
                </a:cxn>
                <a:cxn ang="0">
                  <a:pos x="257" y="169"/>
                </a:cxn>
                <a:cxn ang="0">
                  <a:pos x="267" y="159"/>
                </a:cxn>
                <a:cxn ang="0">
                  <a:pos x="274" y="153"/>
                </a:cxn>
                <a:cxn ang="0">
                  <a:pos x="278" y="148"/>
                </a:cxn>
                <a:cxn ang="0">
                  <a:pos x="279" y="134"/>
                </a:cxn>
                <a:cxn ang="0">
                  <a:pos x="279" y="125"/>
                </a:cxn>
                <a:cxn ang="0">
                  <a:pos x="278" y="116"/>
                </a:cxn>
                <a:cxn ang="0">
                  <a:pos x="275" y="108"/>
                </a:cxn>
                <a:cxn ang="0">
                  <a:pos x="271" y="101"/>
                </a:cxn>
                <a:cxn ang="0">
                  <a:pos x="265" y="93"/>
                </a:cxn>
                <a:cxn ang="0">
                  <a:pos x="257" y="85"/>
                </a:cxn>
                <a:cxn ang="0">
                  <a:pos x="247" y="76"/>
                </a:cxn>
                <a:cxn ang="0">
                  <a:pos x="247" y="69"/>
                </a:cxn>
                <a:cxn ang="0">
                  <a:pos x="246" y="64"/>
                </a:cxn>
                <a:cxn ang="0">
                  <a:pos x="245" y="59"/>
                </a:cxn>
                <a:cxn ang="0">
                  <a:pos x="242" y="53"/>
                </a:cxn>
                <a:cxn ang="0">
                  <a:pos x="234" y="43"/>
                </a:cxn>
                <a:cxn ang="0">
                  <a:pos x="226" y="34"/>
                </a:cxn>
                <a:cxn ang="0">
                  <a:pos x="206" y="18"/>
                </a:cxn>
                <a:cxn ang="0">
                  <a:pos x="185" y="0"/>
                </a:cxn>
                <a:cxn ang="0">
                  <a:pos x="185" y="47"/>
                </a:cxn>
                <a:cxn ang="0">
                  <a:pos x="147" y="59"/>
                </a:cxn>
                <a:cxn ang="0">
                  <a:pos x="71" y="20"/>
                </a:cxn>
                <a:cxn ang="0">
                  <a:pos x="92" y="67"/>
                </a:cxn>
                <a:cxn ang="0">
                  <a:pos x="87" y="84"/>
                </a:cxn>
                <a:cxn ang="0">
                  <a:pos x="0" y="80"/>
                </a:cxn>
                <a:cxn ang="0">
                  <a:pos x="21" y="113"/>
                </a:cxn>
                <a:cxn ang="0">
                  <a:pos x="42" y="151"/>
                </a:cxn>
                <a:cxn ang="0">
                  <a:pos x="100" y="211"/>
                </a:cxn>
                <a:cxn ang="0">
                  <a:pos x="164" y="190"/>
                </a:cxn>
              </a:cxnLst>
              <a:rect l="0" t="0" r="r" b="b"/>
              <a:pathLst>
                <a:path w="279" h="293">
                  <a:moveTo>
                    <a:pt x="164" y="190"/>
                  </a:moveTo>
                  <a:lnTo>
                    <a:pt x="172" y="206"/>
                  </a:lnTo>
                  <a:lnTo>
                    <a:pt x="168" y="265"/>
                  </a:lnTo>
                  <a:lnTo>
                    <a:pt x="205" y="293"/>
                  </a:lnTo>
                  <a:lnTo>
                    <a:pt x="204" y="269"/>
                  </a:lnTo>
                  <a:lnTo>
                    <a:pt x="200" y="247"/>
                  </a:lnTo>
                  <a:lnTo>
                    <a:pt x="200" y="236"/>
                  </a:lnTo>
                  <a:lnTo>
                    <a:pt x="201" y="226"/>
                  </a:lnTo>
                  <a:lnTo>
                    <a:pt x="202" y="220"/>
                  </a:lnTo>
                  <a:lnTo>
                    <a:pt x="205" y="215"/>
                  </a:lnTo>
                  <a:lnTo>
                    <a:pt x="208" y="210"/>
                  </a:lnTo>
                  <a:lnTo>
                    <a:pt x="212" y="206"/>
                  </a:lnTo>
                  <a:lnTo>
                    <a:pt x="225" y="195"/>
                  </a:lnTo>
                  <a:lnTo>
                    <a:pt x="246" y="178"/>
                  </a:lnTo>
                  <a:lnTo>
                    <a:pt x="257" y="169"/>
                  </a:lnTo>
                  <a:lnTo>
                    <a:pt x="267" y="159"/>
                  </a:lnTo>
                  <a:lnTo>
                    <a:pt x="274" y="153"/>
                  </a:lnTo>
                  <a:lnTo>
                    <a:pt x="278" y="148"/>
                  </a:lnTo>
                  <a:lnTo>
                    <a:pt x="279" y="134"/>
                  </a:lnTo>
                  <a:lnTo>
                    <a:pt x="279" y="125"/>
                  </a:lnTo>
                  <a:lnTo>
                    <a:pt x="278" y="116"/>
                  </a:lnTo>
                  <a:lnTo>
                    <a:pt x="275" y="108"/>
                  </a:lnTo>
                  <a:lnTo>
                    <a:pt x="271" y="101"/>
                  </a:lnTo>
                  <a:lnTo>
                    <a:pt x="265" y="93"/>
                  </a:lnTo>
                  <a:lnTo>
                    <a:pt x="257" y="85"/>
                  </a:lnTo>
                  <a:lnTo>
                    <a:pt x="247" y="76"/>
                  </a:lnTo>
                  <a:lnTo>
                    <a:pt x="247" y="69"/>
                  </a:lnTo>
                  <a:lnTo>
                    <a:pt x="246" y="64"/>
                  </a:lnTo>
                  <a:lnTo>
                    <a:pt x="245" y="59"/>
                  </a:lnTo>
                  <a:lnTo>
                    <a:pt x="242" y="53"/>
                  </a:lnTo>
                  <a:lnTo>
                    <a:pt x="234" y="43"/>
                  </a:lnTo>
                  <a:lnTo>
                    <a:pt x="226" y="34"/>
                  </a:lnTo>
                  <a:lnTo>
                    <a:pt x="206" y="18"/>
                  </a:lnTo>
                  <a:lnTo>
                    <a:pt x="185" y="0"/>
                  </a:lnTo>
                  <a:lnTo>
                    <a:pt x="185" y="47"/>
                  </a:lnTo>
                  <a:lnTo>
                    <a:pt x="147" y="59"/>
                  </a:lnTo>
                  <a:lnTo>
                    <a:pt x="71" y="20"/>
                  </a:lnTo>
                  <a:lnTo>
                    <a:pt x="92" y="67"/>
                  </a:lnTo>
                  <a:lnTo>
                    <a:pt x="87" y="84"/>
                  </a:lnTo>
                  <a:lnTo>
                    <a:pt x="0" y="80"/>
                  </a:lnTo>
                  <a:lnTo>
                    <a:pt x="21" y="113"/>
                  </a:lnTo>
                  <a:lnTo>
                    <a:pt x="42" y="151"/>
                  </a:lnTo>
                  <a:lnTo>
                    <a:pt x="100" y="211"/>
                  </a:lnTo>
                  <a:lnTo>
                    <a:pt x="164" y="19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593"/>
            <p:cNvSpPr>
              <a:spLocks/>
            </p:cNvSpPr>
            <p:nvPr/>
          </p:nvSpPr>
          <p:spPr bwMode="auto">
            <a:xfrm>
              <a:off x="5400471" y="3893516"/>
              <a:ext cx="269161" cy="158903"/>
            </a:xfrm>
            <a:custGeom>
              <a:avLst/>
              <a:gdLst/>
              <a:ahLst/>
              <a:cxnLst>
                <a:cxn ang="0">
                  <a:pos x="662" y="126"/>
                </a:cxn>
                <a:cxn ang="0">
                  <a:pos x="640" y="103"/>
                </a:cxn>
                <a:cxn ang="0">
                  <a:pos x="609" y="86"/>
                </a:cxn>
                <a:cxn ang="0">
                  <a:pos x="592" y="73"/>
                </a:cxn>
                <a:cxn ang="0">
                  <a:pos x="604" y="61"/>
                </a:cxn>
                <a:cxn ang="0">
                  <a:pos x="575" y="0"/>
                </a:cxn>
                <a:cxn ang="0">
                  <a:pos x="361" y="44"/>
                </a:cxn>
                <a:cxn ang="0">
                  <a:pos x="233" y="191"/>
                </a:cxn>
                <a:cxn ang="0">
                  <a:pos x="183" y="129"/>
                </a:cxn>
                <a:cxn ang="0">
                  <a:pos x="53" y="98"/>
                </a:cxn>
                <a:cxn ang="0">
                  <a:pos x="0" y="129"/>
                </a:cxn>
                <a:cxn ang="0">
                  <a:pos x="0" y="162"/>
                </a:cxn>
                <a:cxn ang="0">
                  <a:pos x="8" y="219"/>
                </a:cxn>
                <a:cxn ang="0">
                  <a:pos x="5" y="244"/>
                </a:cxn>
                <a:cxn ang="0">
                  <a:pos x="35" y="305"/>
                </a:cxn>
                <a:cxn ang="0">
                  <a:pos x="38" y="362"/>
                </a:cxn>
                <a:cxn ang="0">
                  <a:pos x="67" y="378"/>
                </a:cxn>
                <a:cxn ang="0">
                  <a:pos x="78" y="392"/>
                </a:cxn>
                <a:cxn ang="0">
                  <a:pos x="160" y="375"/>
                </a:cxn>
                <a:cxn ang="0">
                  <a:pos x="183" y="347"/>
                </a:cxn>
                <a:cxn ang="0">
                  <a:pos x="226" y="347"/>
                </a:cxn>
                <a:cxn ang="0">
                  <a:pos x="255" y="334"/>
                </a:cxn>
                <a:cxn ang="0">
                  <a:pos x="364" y="299"/>
                </a:cxn>
                <a:cxn ang="0">
                  <a:pos x="373" y="280"/>
                </a:cxn>
                <a:cxn ang="0">
                  <a:pos x="404" y="266"/>
                </a:cxn>
                <a:cxn ang="0">
                  <a:pos x="424" y="254"/>
                </a:cxn>
                <a:cxn ang="0">
                  <a:pos x="474" y="246"/>
                </a:cxn>
                <a:cxn ang="0">
                  <a:pos x="507" y="229"/>
                </a:cxn>
                <a:cxn ang="0">
                  <a:pos x="556" y="219"/>
                </a:cxn>
                <a:cxn ang="0">
                  <a:pos x="577" y="196"/>
                </a:cxn>
                <a:cxn ang="0">
                  <a:pos x="577" y="184"/>
                </a:cxn>
                <a:cxn ang="0">
                  <a:pos x="613" y="143"/>
                </a:cxn>
                <a:cxn ang="0">
                  <a:pos x="662" y="126"/>
                </a:cxn>
              </a:cxnLst>
              <a:rect l="0" t="0" r="r" b="b"/>
              <a:pathLst>
                <a:path w="662" h="392">
                  <a:moveTo>
                    <a:pt x="662" y="126"/>
                  </a:moveTo>
                  <a:lnTo>
                    <a:pt x="640" y="103"/>
                  </a:lnTo>
                  <a:lnTo>
                    <a:pt x="609" y="86"/>
                  </a:lnTo>
                  <a:lnTo>
                    <a:pt x="592" y="73"/>
                  </a:lnTo>
                  <a:lnTo>
                    <a:pt x="604" y="61"/>
                  </a:lnTo>
                  <a:lnTo>
                    <a:pt x="575" y="0"/>
                  </a:lnTo>
                  <a:lnTo>
                    <a:pt x="361" y="44"/>
                  </a:lnTo>
                  <a:lnTo>
                    <a:pt x="233" y="191"/>
                  </a:lnTo>
                  <a:lnTo>
                    <a:pt x="183" y="129"/>
                  </a:lnTo>
                  <a:lnTo>
                    <a:pt x="53" y="98"/>
                  </a:lnTo>
                  <a:lnTo>
                    <a:pt x="0" y="129"/>
                  </a:lnTo>
                  <a:lnTo>
                    <a:pt x="0" y="162"/>
                  </a:lnTo>
                  <a:lnTo>
                    <a:pt x="8" y="219"/>
                  </a:lnTo>
                  <a:lnTo>
                    <a:pt x="5" y="244"/>
                  </a:lnTo>
                  <a:lnTo>
                    <a:pt x="35" y="305"/>
                  </a:lnTo>
                  <a:lnTo>
                    <a:pt x="38" y="362"/>
                  </a:lnTo>
                  <a:lnTo>
                    <a:pt x="67" y="378"/>
                  </a:lnTo>
                  <a:lnTo>
                    <a:pt x="78" y="392"/>
                  </a:lnTo>
                  <a:lnTo>
                    <a:pt x="160" y="375"/>
                  </a:lnTo>
                  <a:lnTo>
                    <a:pt x="183" y="347"/>
                  </a:lnTo>
                  <a:lnTo>
                    <a:pt x="226" y="347"/>
                  </a:lnTo>
                  <a:lnTo>
                    <a:pt x="255" y="334"/>
                  </a:lnTo>
                  <a:lnTo>
                    <a:pt x="364" y="299"/>
                  </a:lnTo>
                  <a:lnTo>
                    <a:pt x="373" y="280"/>
                  </a:lnTo>
                  <a:lnTo>
                    <a:pt x="404" y="266"/>
                  </a:lnTo>
                  <a:lnTo>
                    <a:pt x="424" y="254"/>
                  </a:lnTo>
                  <a:lnTo>
                    <a:pt x="474" y="246"/>
                  </a:lnTo>
                  <a:lnTo>
                    <a:pt x="507" y="229"/>
                  </a:lnTo>
                  <a:lnTo>
                    <a:pt x="556" y="219"/>
                  </a:lnTo>
                  <a:lnTo>
                    <a:pt x="577" y="196"/>
                  </a:lnTo>
                  <a:lnTo>
                    <a:pt x="577" y="184"/>
                  </a:lnTo>
                  <a:lnTo>
                    <a:pt x="613" y="143"/>
                  </a:lnTo>
                  <a:lnTo>
                    <a:pt x="662" y="12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594"/>
            <p:cNvSpPr>
              <a:spLocks/>
            </p:cNvSpPr>
            <p:nvPr/>
          </p:nvSpPr>
          <p:spPr bwMode="auto">
            <a:xfrm>
              <a:off x="7135426" y="4229156"/>
              <a:ext cx="24322" cy="19457"/>
            </a:xfrm>
            <a:custGeom>
              <a:avLst/>
              <a:gdLst/>
              <a:ahLst/>
              <a:cxnLst>
                <a:cxn ang="0">
                  <a:pos x="61" y="2"/>
                </a:cxn>
                <a:cxn ang="0">
                  <a:pos x="23" y="0"/>
                </a:cxn>
                <a:cxn ang="0">
                  <a:pos x="3" y="8"/>
                </a:cxn>
                <a:cxn ang="0">
                  <a:pos x="0" y="45"/>
                </a:cxn>
                <a:cxn ang="0">
                  <a:pos x="16" y="47"/>
                </a:cxn>
                <a:cxn ang="0">
                  <a:pos x="23" y="25"/>
                </a:cxn>
                <a:cxn ang="0">
                  <a:pos x="48" y="42"/>
                </a:cxn>
                <a:cxn ang="0">
                  <a:pos x="56" y="27"/>
                </a:cxn>
                <a:cxn ang="0">
                  <a:pos x="61" y="2"/>
                </a:cxn>
              </a:cxnLst>
              <a:rect l="0" t="0" r="r" b="b"/>
              <a:pathLst>
                <a:path w="61" h="47">
                  <a:moveTo>
                    <a:pt x="61" y="2"/>
                  </a:moveTo>
                  <a:lnTo>
                    <a:pt x="23" y="0"/>
                  </a:lnTo>
                  <a:lnTo>
                    <a:pt x="3" y="8"/>
                  </a:lnTo>
                  <a:lnTo>
                    <a:pt x="0" y="45"/>
                  </a:lnTo>
                  <a:lnTo>
                    <a:pt x="16" y="47"/>
                  </a:lnTo>
                  <a:lnTo>
                    <a:pt x="23" y="25"/>
                  </a:lnTo>
                  <a:lnTo>
                    <a:pt x="48" y="42"/>
                  </a:lnTo>
                  <a:lnTo>
                    <a:pt x="56" y="27"/>
                  </a:lnTo>
                  <a:lnTo>
                    <a:pt x="61" y="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595"/>
            <p:cNvSpPr>
              <a:spLocks/>
            </p:cNvSpPr>
            <p:nvPr/>
          </p:nvSpPr>
          <p:spPr bwMode="auto">
            <a:xfrm>
              <a:off x="2373217" y="3792985"/>
              <a:ext cx="225381" cy="85935"/>
            </a:xfrm>
            <a:custGeom>
              <a:avLst/>
              <a:gdLst/>
              <a:ahLst/>
              <a:cxnLst>
                <a:cxn ang="0">
                  <a:pos x="6" y="34"/>
                </a:cxn>
                <a:cxn ang="0">
                  <a:pos x="59" y="7"/>
                </a:cxn>
                <a:cxn ang="0">
                  <a:pos x="95" y="0"/>
                </a:cxn>
                <a:cxn ang="0">
                  <a:pos x="132" y="7"/>
                </a:cxn>
                <a:cxn ang="0">
                  <a:pos x="220" y="9"/>
                </a:cxn>
                <a:cxn ang="0">
                  <a:pos x="255" y="29"/>
                </a:cxn>
                <a:cxn ang="0">
                  <a:pos x="267" y="52"/>
                </a:cxn>
                <a:cxn ang="0">
                  <a:pos x="312" y="52"/>
                </a:cxn>
                <a:cxn ang="0">
                  <a:pos x="408" y="105"/>
                </a:cxn>
                <a:cxn ang="0">
                  <a:pos x="426" y="125"/>
                </a:cxn>
                <a:cxn ang="0">
                  <a:pos x="449" y="127"/>
                </a:cxn>
                <a:cxn ang="0">
                  <a:pos x="486" y="155"/>
                </a:cxn>
                <a:cxn ang="0">
                  <a:pos x="542" y="163"/>
                </a:cxn>
                <a:cxn ang="0">
                  <a:pos x="556" y="185"/>
                </a:cxn>
                <a:cxn ang="0">
                  <a:pos x="475" y="197"/>
                </a:cxn>
                <a:cxn ang="0">
                  <a:pos x="449" y="195"/>
                </a:cxn>
                <a:cxn ang="0">
                  <a:pos x="379" y="211"/>
                </a:cxn>
                <a:cxn ang="0">
                  <a:pos x="357" y="200"/>
                </a:cxn>
                <a:cxn ang="0">
                  <a:pos x="360" y="180"/>
                </a:cxn>
                <a:cxn ang="0">
                  <a:pos x="383" y="158"/>
                </a:cxn>
                <a:cxn ang="0">
                  <a:pos x="373" y="143"/>
                </a:cxn>
                <a:cxn ang="0">
                  <a:pos x="331" y="138"/>
                </a:cxn>
                <a:cxn ang="0">
                  <a:pos x="290" y="102"/>
                </a:cxn>
                <a:cxn ang="0">
                  <a:pos x="236" y="93"/>
                </a:cxn>
                <a:cxn ang="0">
                  <a:pos x="213" y="68"/>
                </a:cxn>
                <a:cxn ang="0">
                  <a:pos x="172" y="68"/>
                </a:cxn>
                <a:cxn ang="0">
                  <a:pos x="124" y="40"/>
                </a:cxn>
                <a:cxn ang="0">
                  <a:pos x="124" y="26"/>
                </a:cxn>
                <a:cxn ang="0">
                  <a:pos x="85" y="29"/>
                </a:cxn>
                <a:cxn ang="0">
                  <a:pos x="34" y="60"/>
                </a:cxn>
                <a:cxn ang="0">
                  <a:pos x="0" y="54"/>
                </a:cxn>
                <a:cxn ang="0">
                  <a:pos x="6" y="34"/>
                </a:cxn>
              </a:cxnLst>
              <a:rect l="0" t="0" r="r" b="b"/>
              <a:pathLst>
                <a:path w="556" h="211">
                  <a:moveTo>
                    <a:pt x="6" y="34"/>
                  </a:moveTo>
                  <a:lnTo>
                    <a:pt x="59" y="7"/>
                  </a:lnTo>
                  <a:lnTo>
                    <a:pt x="95" y="0"/>
                  </a:lnTo>
                  <a:lnTo>
                    <a:pt x="132" y="7"/>
                  </a:lnTo>
                  <a:lnTo>
                    <a:pt x="220" y="9"/>
                  </a:lnTo>
                  <a:lnTo>
                    <a:pt x="255" y="29"/>
                  </a:lnTo>
                  <a:lnTo>
                    <a:pt x="267" y="52"/>
                  </a:lnTo>
                  <a:lnTo>
                    <a:pt x="312" y="52"/>
                  </a:lnTo>
                  <a:lnTo>
                    <a:pt x="408" y="105"/>
                  </a:lnTo>
                  <a:lnTo>
                    <a:pt x="426" y="125"/>
                  </a:lnTo>
                  <a:lnTo>
                    <a:pt x="449" y="127"/>
                  </a:lnTo>
                  <a:lnTo>
                    <a:pt x="486" y="155"/>
                  </a:lnTo>
                  <a:lnTo>
                    <a:pt x="542" y="163"/>
                  </a:lnTo>
                  <a:lnTo>
                    <a:pt x="556" y="185"/>
                  </a:lnTo>
                  <a:lnTo>
                    <a:pt x="475" y="197"/>
                  </a:lnTo>
                  <a:lnTo>
                    <a:pt x="449" y="195"/>
                  </a:lnTo>
                  <a:lnTo>
                    <a:pt x="379" y="211"/>
                  </a:lnTo>
                  <a:lnTo>
                    <a:pt x="357" y="200"/>
                  </a:lnTo>
                  <a:lnTo>
                    <a:pt x="360" y="180"/>
                  </a:lnTo>
                  <a:lnTo>
                    <a:pt x="383" y="158"/>
                  </a:lnTo>
                  <a:lnTo>
                    <a:pt x="373" y="143"/>
                  </a:lnTo>
                  <a:lnTo>
                    <a:pt x="331" y="138"/>
                  </a:lnTo>
                  <a:lnTo>
                    <a:pt x="290" y="102"/>
                  </a:lnTo>
                  <a:lnTo>
                    <a:pt x="236" y="93"/>
                  </a:lnTo>
                  <a:lnTo>
                    <a:pt x="213" y="68"/>
                  </a:lnTo>
                  <a:lnTo>
                    <a:pt x="172" y="68"/>
                  </a:lnTo>
                  <a:lnTo>
                    <a:pt x="124" y="40"/>
                  </a:lnTo>
                  <a:lnTo>
                    <a:pt x="124" y="26"/>
                  </a:lnTo>
                  <a:lnTo>
                    <a:pt x="85" y="29"/>
                  </a:lnTo>
                  <a:lnTo>
                    <a:pt x="34" y="60"/>
                  </a:lnTo>
                  <a:lnTo>
                    <a:pt x="0" y="54"/>
                  </a:lnTo>
                  <a:lnTo>
                    <a:pt x="6" y="3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596"/>
            <p:cNvSpPr>
              <a:spLocks/>
            </p:cNvSpPr>
            <p:nvPr/>
          </p:nvSpPr>
          <p:spPr bwMode="auto">
            <a:xfrm>
              <a:off x="2405646" y="3814064"/>
              <a:ext cx="6485" cy="4865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3" y="0"/>
                </a:cxn>
                <a:cxn ang="0">
                  <a:pos x="16" y="10"/>
                </a:cxn>
                <a:cxn ang="0">
                  <a:pos x="0" y="13"/>
                </a:cxn>
                <a:cxn ang="0">
                  <a:pos x="3" y="5"/>
                </a:cxn>
              </a:cxnLst>
              <a:rect l="0" t="0" r="r" b="b"/>
              <a:pathLst>
                <a:path w="16" h="13">
                  <a:moveTo>
                    <a:pt x="3" y="5"/>
                  </a:moveTo>
                  <a:lnTo>
                    <a:pt x="13" y="0"/>
                  </a:lnTo>
                  <a:lnTo>
                    <a:pt x="16" y="10"/>
                  </a:lnTo>
                  <a:lnTo>
                    <a:pt x="0" y="13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597"/>
            <p:cNvSpPr>
              <a:spLocks/>
            </p:cNvSpPr>
            <p:nvPr/>
          </p:nvSpPr>
          <p:spPr bwMode="auto">
            <a:xfrm>
              <a:off x="2507798" y="3911351"/>
              <a:ext cx="43779" cy="21078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32" y="0"/>
                </a:cxn>
                <a:cxn ang="0">
                  <a:pos x="110" y="33"/>
                </a:cxn>
                <a:cxn ang="0">
                  <a:pos x="107" y="50"/>
                </a:cxn>
                <a:cxn ang="0">
                  <a:pos x="37" y="47"/>
                </a:cxn>
                <a:cxn ang="0">
                  <a:pos x="12" y="33"/>
                </a:cxn>
                <a:cxn ang="0">
                  <a:pos x="0" y="13"/>
                </a:cxn>
              </a:cxnLst>
              <a:rect l="0" t="0" r="r" b="b"/>
              <a:pathLst>
                <a:path w="110" h="50">
                  <a:moveTo>
                    <a:pt x="0" y="13"/>
                  </a:moveTo>
                  <a:lnTo>
                    <a:pt x="32" y="0"/>
                  </a:lnTo>
                  <a:lnTo>
                    <a:pt x="110" y="33"/>
                  </a:lnTo>
                  <a:lnTo>
                    <a:pt x="107" y="50"/>
                  </a:lnTo>
                  <a:lnTo>
                    <a:pt x="37" y="47"/>
                  </a:lnTo>
                  <a:lnTo>
                    <a:pt x="12" y="3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598"/>
            <p:cNvSpPr>
              <a:spLocks/>
            </p:cNvSpPr>
            <p:nvPr/>
          </p:nvSpPr>
          <p:spPr bwMode="auto">
            <a:xfrm>
              <a:off x="2519148" y="3700562"/>
              <a:ext cx="12972" cy="2918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4" y="38"/>
                </a:cxn>
                <a:cxn ang="0">
                  <a:pos x="18" y="71"/>
                </a:cxn>
                <a:cxn ang="0">
                  <a:pos x="32" y="74"/>
                </a:cxn>
                <a:cxn ang="0">
                  <a:pos x="34" y="23"/>
                </a:cxn>
                <a:cxn ang="0">
                  <a:pos x="17" y="0"/>
                </a:cxn>
                <a:cxn ang="0">
                  <a:pos x="0" y="2"/>
                </a:cxn>
              </a:cxnLst>
              <a:rect l="0" t="0" r="r" b="b"/>
              <a:pathLst>
                <a:path w="34" h="74">
                  <a:moveTo>
                    <a:pt x="0" y="2"/>
                  </a:moveTo>
                  <a:lnTo>
                    <a:pt x="24" y="38"/>
                  </a:lnTo>
                  <a:lnTo>
                    <a:pt x="18" y="71"/>
                  </a:lnTo>
                  <a:lnTo>
                    <a:pt x="32" y="74"/>
                  </a:lnTo>
                  <a:lnTo>
                    <a:pt x="34" y="23"/>
                  </a:lnTo>
                  <a:lnTo>
                    <a:pt x="17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599"/>
            <p:cNvSpPr>
              <a:spLocks/>
            </p:cNvSpPr>
            <p:nvPr/>
          </p:nvSpPr>
          <p:spPr bwMode="auto">
            <a:xfrm>
              <a:off x="2545090" y="3736234"/>
              <a:ext cx="16214" cy="25944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24" y="29"/>
                </a:cxn>
                <a:cxn ang="0">
                  <a:pos x="24" y="64"/>
                </a:cxn>
                <a:cxn ang="0">
                  <a:pos x="38" y="65"/>
                </a:cxn>
                <a:cxn ang="0">
                  <a:pos x="31" y="23"/>
                </a:cxn>
                <a:cxn ang="0">
                  <a:pos x="9" y="0"/>
                </a:cxn>
                <a:cxn ang="0">
                  <a:pos x="0" y="4"/>
                </a:cxn>
              </a:cxnLst>
              <a:rect l="0" t="0" r="r" b="b"/>
              <a:pathLst>
                <a:path w="38" h="65">
                  <a:moveTo>
                    <a:pt x="0" y="4"/>
                  </a:moveTo>
                  <a:lnTo>
                    <a:pt x="24" y="29"/>
                  </a:lnTo>
                  <a:lnTo>
                    <a:pt x="24" y="64"/>
                  </a:lnTo>
                  <a:lnTo>
                    <a:pt x="38" y="65"/>
                  </a:lnTo>
                  <a:lnTo>
                    <a:pt x="31" y="23"/>
                  </a:lnTo>
                  <a:lnTo>
                    <a:pt x="9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600"/>
            <p:cNvSpPr>
              <a:spLocks/>
            </p:cNvSpPr>
            <p:nvPr/>
          </p:nvSpPr>
          <p:spPr bwMode="auto">
            <a:xfrm>
              <a:off x="2566170" y="3758934"/>
              <a:ext cx="11350" cy="1783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38"/>
                </a:cxn>
                <a:cxn ang="0">
                  <a:pos x="31" y="41"/>
                </a:cxn>
                <a:cxn ang="0">
                  <a:pos x="15" y="5"/>
                </a:cxn>
                <a:cxn ang="0">
                  <a:pos x="0" y="0"/>
                </a:cxn>
              </a:cxnLst>
              <a:rect l="0" t="0" r="r" b="b"/>
              <a:pathLst>
                <a:path w="31" h="41">
                  <a:moveTo>
                    <a:pt x="0" y="0"/>
                  </a:moveTo>
                  <a:lnTo>
                    <a:pt x="15" y="38"/>
                  </a:lnTo>
                  <a:lnTo>
                    <a:pt x="31" y="41"/>
                  </a:lnTo>
                  <a:lnTo>
                    <a:pt x="15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601"/>
            <p:cNvSpPr>
              <a:spLocks/>
            </p:cNvSpPr>
            <p:nvPr/>
          </p:nvSpPr>
          <p:spPr bwMode="auto">
            <a:xfrm>
              <a:off x="2575899" y="3786499"/>
              <a:ext cx="11350" cy="243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56"/>
                </a:cxn>
                <a:cxn ang="0">
                  <a:pos x="25" y="57"/>
                </a:cxn>
                <a:cxn ang="0">
                  <a:pos x="17" y="20"/>
                </a:cxn>
                <a:cxn ang="0">
                  <a:pos x="10" y="0"/>
                </a:cxn>
                <a:cxn ang="0">
                  <a:pos x="0" y="0"/>
                </a:cxn>
              </a:cxnLst>
              <a:rect l="0" t="0" r="r" b="b"/>
              <a:pathLst>
                <a:path w="25" h="57">
                  <a:moveTo>
                    <a:pt x="0" y="0"/>
                  </a:moveTo>
                  <a:lnTo>
                    <a:pt x="14" y="56"/>
                  </a:lnTo>
                  <a:lnTo>
                    <a:pt x="25" y="57"/>
                  </a:lnTo>
                  <a:lnTo>
                    <a:pt x="17" y="20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602"/>
            <p:cNvSpPr>
              <a:spLocks/>
            </p:cNvSpPr>
            <p:nvPr/>
          </p:nvSpPr>
          <p:spPr bwMode="auto">
            <a:xfrm>
              <a:off x="2598600" y="3807578"/>
              <a:ext cx="11350" cy="2270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8" y="16"/>
                </a:cxn>
                <a:cxn ang="0">
                  <a:pos x="18" y="29"/>
                </a:cxn>
                <a:cxn ang="0">
                  <a:pos x="2" y="44"/>
                </a:cxn>
                <a:cxn ang="0">
                  <a:pos x="8" y="57"/>
                </a:cxn>
                <a:cxn ang="0">
                  <a:pos x="29" y="27"/>
                </a:cxn>
                <a:cxn ang="0">
                  <a:pos x="25" y="12"/>
                </a:cxn>
                <a:cxn ang="0">
                  <a:pos x="10" y="0"/>
                </a:cxn>
                <a:cxn ang="0">
                  <a:pos x="0" y="4"/>
                </a:cxn>
              </a:cxnLst>
              <a:rect l="0" t="0" r="r" b="b"/>
              <a:pathLst>
                <a:path w="29" h="57">
                  <a:moveTo>
                    <a:pt x="0" y="4"/>
                  </a:moveTo>
                  <a:lnTo>
                    <a:pt x="18" y="16"/>
                  </a:lnTo>
                  <a:lnTo>
                    <a:pt x="18" y="29"/>
                  </a:lnTo>
                  <a:lnTo>
                    <a:pt x="2" y="44"/>
                  </a:lnTo>
                  <a:lnTo>
                    <a:pt x="8" y="57"/>
                  </a:lnTo>
                  <a:lnTo>
                    <a:pt x="29" y="27"/>
                  </a:lnTo>
                  <a:lnTo>
                    <a:pt x="25" y="12"/>
                  </a:lnTo>
                  <a:lnTo>
                    <a:pt x="1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603"/>
            <p:cNvSpPr>
              <a:spLocks/>
            </p:cNvSpPr>
            <p:nvPr/>
          </p:nvSpPr>
          <p:spPr bwMode="auto">
            <a:xfrm>
              <a:off x="2614814" y="3844872"/>
              <a:ext cx="14593" cy="8107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23" y="0"/>
                </a:cxn>
                <a:cxn ang="0">
                  <a:pos x="38" y="9"/>
                </a:cxn>
                <a:cxn ang="0">
                  <a:pos x="27" y="21"/>
                </a:cxn>
                <a:cxn ang="0">
                  <a:pos x="0" y="15"/>
                </a:cxn>
              </a:cxnLst>
              <a:rect l="0" t="0" r="r" b="b"/>
              <a:pathLst>
                <a:path w="38" h="21">
                  <a:moveTo>
                    <a:pt x="0" y="15"/>
                  </a:moveTo>
                  <a:lnTo>
                    <a:pt x="23" y="0"/>
                  </a:lnTo>
                  <a:lnTo>
                    <a:pt x="38" y="9"/>
                  </a:lnTo>
                  <a:lnTo>
                    <a:pt x="27" y="21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604"/>
            <p:cNvSpPr>
              <a:spLocks/>
            </p:cNvSpPr>
            <p:nvPr/>
          </p:nvSpPr>
          <p:spPr bwMode="auto">
            <a:xfrm>
              <a:off x="2629407" y="3815685"/>
              <a:ext cx="4865" cy="64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2"/>
                </a:cxn>
                <a:cxn ang="0">
                  <a:pos x="11" y="14"/>
                </a:cxn>
                <a:cxn ang="0">
                  <a:pos x="0" y="10"/>
                </a:cxn>
                <a:cxn ang="0">
                  <a:pos x="0" y="0"/>
                </a:cxn>
              </a:cxnLst>
              <a:rect l="0" t="0" r="r" b="b"/>
              <a:pathLst>
                <a:path w="12" h="14">
                  <a:moveTo>
                    <a:pt x="0" y="0"/>
                  </a:moveTo>
                  <a:lnTo>
                    <a:pt x="12" y="2"/>
                  </a:lnTo>
                  <a:lnTo>
                    <a:pt x="11" y="14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605"/>
            <p:cNvSpPr>
              <a:spLocks/>
            </p:cNvSpPr>
            <p:nvPr/>
          </p:nvSpPr>
          <p:spPr bwMode="auto">
            <a:xfrm>
              <a:off x="2656972" y="3831899"/>
              <a:ext cx="11350" cy="648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5" y="7"/>
                </a:cxn>
                <a:cxn ang="0">
                  <a:pos x="17" y="17"/>
                </a:cxn>
                <a:cxn ang="0">
                  <a:pos x="0" y="11"/>
                </a:cxn>
                <a:cxn ang="0">
                  <a:pos x="3" y="0"/>
                </a:cxn>
              </a:cxnLst>
              <a:rect l="0" t="0" r="r" b="b"/>
              <a:pathLst>
                <a:path w="25" h="17">
                  <a:moveTo>
                    <a:pt x="3" y="0"/>
                  </a:moveTo>
                  <a:lnTo>
                    <a:pt x="25" y="7"/>
                  </a:lnTo>
                  <a:lnTo>
                    <a:pt x="17" y="17"/>
                  </a:lnTo>
                  <a:lnTo>
                    <a:pt x="0" y="11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606"/>
            <p:cNvSpPr>
              <a:spLocks/>
            </p:cNvSpPr>
            <p:nvPr/>
          </p:nvSpPr>
          <p:spPr bwMode="auto">
            <a:xfrm>
              <a:off x="2507798" y="3749206"/>
              <a:ext cx="12972" cy="19457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18"/>
                </a:cxn>
                <a:cxn ang="0">
                  <a:pos x="7" y="47"/>
                </a:cxn>
                <a:cxn ang="0">
                  <a:pos x="34" y="41"/>
                </a:cxn>
                <a:cxn ang="0">
                  <a:pos x="28" y="20"/>
                </a:cxn>
                <a:cxn ang="0">
                  <a:pos x="16" y="0"/>
                </a:cxn>
              </a:cxnLst>
              <a:rect l="0" t="0" r="r" b="b"/>
              <a:pathLst>
                <a:path w="34" h="47">
                  <a:moveTo>
                    <a:pt x="16" y="0"/>
                  </a:moveTo>
                  <a:lnTo>
                    <a:pt x="0" y="18"/>
                  </a:lnTo>
                  <a:lnTo>
                    <a:pt x="7" y="47"/>
                  </a:lnTo>
                  <a:lnTo>
                    <a:pt x="34" y="41"/>
                  </a:lnTo>
                  <a:lnTo>
                    <a:pt x="28" y="2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 607"/>
            <p:cNvSpPr>
              <a:spLocks/>
            </p:cNvSpPr>
            <p:nvPr/>
          </p:nvSpPr>
          <p:spPr bwMode="auto">
            <a:xfrm>
              <a:off x="2498070" y="3703806"/>
              <a:ext cx="12972" cy="6485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0" y="16"/>
                </a:cxn>
                <a:cxn ang="0">
                  <a:pos x="0" y="16"/>
                </a:cxn>
                <a:cxn ang="0">
                  <a:pos x="3" y="0"/>
                </a:cxn>
                <a:cxn ang="0">
                  <a:pos x="32" y="3"/>
                </a:cxn>
              </a:cxnLst>
              <a:rect l="0" t="0" r="r" b="b"/>
              <a:pathLst>
                <a:path w="32" h="16">
                  <a:moveTo>
                    <a:pt x="32" y="3"/>
                  </a:moveTo>
                  <a:lnTo>
                    <a:pt x="30" y="16"/>
                  </a:lnTo>
                  <a:lnTo>
                    <a:pt x="0" y="16"/>
                  </a:lnTo>
                  <a:lnTo>
                    <a:pt x="3" y="0"/>
                  </a:lnTo>
                  <a:lnTo>
                    <a:pt x="32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 608"/>
            <p:cNvSpPr>
              <a:spLocks/>
            </p:cNvSpPr>
            <p:nvPr/>
          </p:nvSpPr>
          <p:spPr bwMode="auto">
            <a:xfrm>
              <a:off x="2517527" y="3773528"/>
              <a:ext cx="4865" cy="8107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4" y="0"/>
                </a:cxn>
                <a:cxn ang="0">
                  <a:pos x="14" y="19"/>
                </a:cxn>
                <a:cxn ang="0">
                  <a:pos x="0" y="11"/>
                </a:cxn>
              </a:cxnLst>
              <a:rect l="0" t="0" r="r" b="b"/>
              <a:pathLst>
                <a:path w="14" h="19">
                  <a:moveTo>
                    <a:pt x="0" y="11"/>
                  </a:moveTo>
                  <a:lnTo>
                    <a:pt x="14" y="0"/>
                  </a:lnTo>
                  <a:lnTo>
                    <a:pt x="14" y="1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 609"/>
            <p:cNvSpPr>
              <a:spLocks/>
            </p:cNvSpPr>
            <p:nvPr/>
          </p:nvSpPr>
          <p:spPr bwMode="auto">
            <a:xfrm>
              <a:off x="2598600" y="3875679"/>
              <a:ext cx="61615" cy="47023"/>
            </a:xfrm>
            <a:custGeom>
              <a:avLst/>
              <a:gdLst/>
              <a:ahLst/>
              <a:cxnLst>
                <a:cxn ang="0">
                  <a:pos x="152" y="72"/>
                </a:cxn>
                <a:cxn ang="0">
                  <a:pos x="152" y="15"/>
                </a:cxn>
                <a:cxn ang="0">
                  <a:pos x="108" y="8"/>
                </a:cxn>
                <a:cxn ang="0">
                  <a:pos x="84" y="0"/>
                </a:cxn>
                <a:cxn ang="0">
                  <a:pos x="51" y="15"/>
                </a:cxn>
                <a:cxn ang="0">
                  <a:pos x="56" y="32"/>
                </a:cxn>
                <a:cxn ang="0">
                  <a:pos x="84" y="36"/>
                </a:cxn>
                <a:cxn ang="0">
                  <a:pos x="84" y="59"/>
                </a:cxn>
                <a:cxn ang="0">
                  <a:pos x="108" y="69"/>
                </a:cxn>
                <a:cxn ang="0">
                  <a:pos x="99" y="86"/>
                </a:cxn>
                <a:cxn ang="0">
                  <a:pos x="48" y="78"/>
                </a:cxn>
                <a:cxn ang="0">
                  <a:pos x="2" y="82"/>
                </a:cxn>
                <a:cxn ang="0">
                  <a:pos x="0" y="100"/>
                </a:cxn>
                <a:cxn ang="0">
                  <a:pos x="38" y="114"/>
                </a:cxn>
                <a:cxn ang="0">
                  <a:pos x="76" y="118"/>
                </a:cxn>
                <a:cxn ang="0">
                  <a:pos x="141" y="114"/>
                </a:cxn>
                <a:cxn ang="0">
                  <a:pos x="152" y="72"/>
                </a:cxn>
              </a:cxnLst>
              <a:rect l="0" t="0" r="r" b="b"/>
              <a:pathLst>
                <a:path w="152" h="118">
                  <a:moveTo>
                    <a:pt x="152" y="72"/>
                  </a:moveTo>
                  <a:lnTo>
                    <a:pt x="152" y="15"/>
                  </a:lnTo>
                  <a:lnTo>
                    <a:pt x="108" y="8"/>
                  </a:lnTo>
                  <a:lnTo>
                    <a:pt x="84" y="0"/>
                  </a:lnTo>
                  <a:lnTo>
                    <a:pt x="51" y="15"/>
                  </a:lnTo>
                  <a:lnTo>
                    <a:pt x="56" y="32"/>
                  </a:lnTo>
                  <a:lnTo>
                    <a:pt x="84" y="36"/>
                  </a:lnTo>
                  <a:lnTo>
                    <a:pt x="84" y="59"/>
                  </a:lnTo>
                  <a:lnTo>
                    <a:pt x="108" y="69"/>
                  </a:lnTo>
                  <a:lnTo>
                    <a:pt x="99" y="86"/>
                  </a:lnTo>
                  <a:lnTo>
                    <a:pt x="48" y="78"/>
                  </a:lnTo>
                  <a:lnTo>
                    <a:pt x="2" y="82"/>
                  </a:lnTo>
                  <a:lnTo>
                    <a:pt x="0" y="100"/>
                  </a:lnTo>
                  <a:lnTo>
                    <a:pt x="38" y="114"/>
                  </a:lnTo>
                  <a:lnTo>
                    <a:pt x="76" y="118"/>
                  </a:lnTo>
                  <a:lnTo>
                    <a:pt x="141" y="114"/>
                  </a:lnTo>
                  <a:lnTo>
                    <a:pt x="152" y="7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 610"/>
            <p:cNvSpPr>
              <a:spLocks/>
            </p:cNvSpPr>
            <p:nvPr/>
          </p:nvSpPr>
          <p:spPr bwMode="auto">
            <a:xfrm>
              <a:off x="2655349" y="3875679"/>
              <a:ext cx="81074" cy="55128"/>
            </a:xfrm>
            <a:custGeom>
              <a:avLst/>
              <a:gdLst/>
              <a:ahLst/>
              <a:cxnLst>
                <a:cxn ang="0">
                  <a:pos x="11" y="70"/>
                </a:cxn>
                <a:cxn ang="0">
                  <a:pos x="0" y="112"/>
                </a:cxn>
                <a:cxn ang="0">
                  <a:pos x="4" y="131"/>
                </a:cxn>
                <a:cxn ang="0">
                  <a:pos x="21" y="137"/>
                </a:cxn>
                <a:cxn ang="0">
                  <a:pos x="57" y="112"/>
                </a:cxn>
                <a:cxn ang="0">
                  <a:pos x="65" y="95"/>
                </a:cxn>
                <a:cxn ang="0">
                  <a:pos x="114" y="99"/>
                </a:cxn>
                <a:cxn ang="0">
                  <a:pos x="154" y="99"/>
                </a:cxn>
                <a:cxn ang="0">
                  <a:pos x="179" y="114"/>
                </a:cxn>
                <a:cxn ang="0">
                  <a:pos x="200" y="98"/>
                </a:cxn>
                <a:cxn ang="0">
                  <a:pos x="196" y="74"/>
                </a:cxn>
                <a:cxn ang="0">
                  <a:pos x="158" y="42"/>
                </a:cxn>
                <a:cxn ang="0">
                  <a:pos x="126" y="41"/>
                </a:cxn>
                <a:cxn ang="0">
                  <a:pos x="75" y="6"/>
                </a:cxn>
                <a:cxn ang="0">
                  <a:pos x="21" y="0"/>
                </a:cxn>
                <a:cxn ang="0">
                  <a:pos x="11" y="13"/>
                </a:cxn>
                <a:cxn ang="0">
                  <a:pos x="11" y="70"/>
                </a:cxn>
              </a:cxnLst>
              <a:rect l="0" t="0" r="r" b="b"/>
              <a:pathLst>
                <a:path w="200" h="137">
                  <a:moveTo>
                    <a:pt x="11" y="70"/>
                  </a:moveTo>
                  <a:lnTo>
                    <a:pt x="0" y="112"/>
                  </a:lnTo>
                  <a:lnTo>
                    <a:pt x="4" y="131"/>
                  </a:lnTo>
                  <a:lnTo>
                    <a:pt x="21" y="137"/>
                  </a:lnTo>
                  <a:lnTo>
                    <a:pt x="57" y="112"/>
                  </a:lnTo>
                  <a:lnTo>
                    <a:pt x="65" y="95"/>
                  </a:lnTo>
                  <a:lnTo>
                    <a:pt x="114" y="99"/>
                  </a:lnTo>
                  <a:lnTo>
                    <a:pt x="154" y="99"/>
                  </a:lnTo>
                  <a:lnTo>
                    <a:pt x="179" y="114"/>
                  </a:lnTo>
                  <a:lnTo>
                    <a:pt x="200" y="98"/>
                  </a:lnTo>
                  <a:lnTo>
                    <a:pt x="196" y="74"/>
                  </a:lnTo>
                  <a:lnTo>
                    <a:pt x="158" y="42"/>
                  </a:lnTo>
                  <a:lnTo>
                    <a:pt x="126" y="41"/>
                  </a:lnTo>
                  <a:lnTo>
                    <a:pt x="75" y="6"/>
                  </a:lnTo>
                  <a:lnTo>
                    <a:pt x="21" y="0"/>
                  </a:lnTo>
                  <a:lnTo>
                    <a:pt x="11" y="13"/>
                  </a:lnTo>
                  <a:lnTo>
                    <a:pt x="11" y="7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 611"/>
            <p:cNvSpPr>
              <a:spLocks/>
            </p:cNvSpPr>
            <p:nvPr/>
          </p:nvSpPr>
          <p:spPr bwMode="auto">
            <a:xfrm>
              <a:off x="2770474" y="3911351"/>
              <a:ext cx="32428" cy="12972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0" y="0"/>
                </a:cxn>
                <a:cxn ang="0">
                  <a:pos x="73" y="4"/>
                </a:cxn>
                <a:cxn ang="0">
                  <a:pos x="79" y="15"/>
                </a:cxn>
                <a:cxn ang="0">
                  <a:pos x="71" y="32"/>
                </a:cxn>
                <a:cxn ang="0">
                  <a:pos x="0" y="32"/>
                </a:cxn>
                <a:cxn ang="0">
                  <a:pos x="0" y="11"/>
                </a:cxn>
              </a:cxnLst>
              <a:rect l="0" t="0" r="r" b="b"/>
              <a:pathLst>
                <a:path w="79" h="32">
                  <a:moveTo>
                    <a:pt x="0" y="11"/>
                  </a:moveTo>
                  <a:lnTo>
                    <a:pt x="10" y="0"/>
                  </a:lnTo>
                  <a:lnTo>
                    <a:pt x="73" y="4"/>
                  </a:lnTo>
                  <a:lnTo>
                    <a:pt x="79" y="15"/>
                  </a:lnTo>
                  <a:lnTo>
                    <a:pt x="71" y="32"/>
                  </a:lnTo>
                  <a:lnTo>
                    <a:pt x="0" y="32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 612"/>
            <p:cNvSpPr>
              <a:spLocks/>
            </p:cNvSpPr>
            <p:nvPr/>
          </p:nvSpPr>
          <p:spPr bwMode="auto">
            <a:xfrm>
              <a:off x="2822360" y="3925944"/>
              <a:ext cx="9728" cy="648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0" y="0"/>
                </a:cxn>
                <a:cxn ang="0">
                  <a:pos x="23" y="10"/>
                </a:cxn>
                <a:cxn ang="0">
                  <a:pos x="10" y="16"/>
                </a:cxn>
                <a:cxn ang="0">
                  <a:pos x="0" y="4"/>
                </a:cxn>
              </a:cxnLst>
              <a:rect l="0" t="0" r="r" b="b"/>
              <a:pathLst>
                <a:path w="23" h="16">
                  <a:moveTo>
                    <a:pt x="0" y="4"/>
                  </a:moveTo>
                  <a:lnTo>
                    <a:pt x="10" y="0"/>
                  </a:lnTo>
                  <a:lnTo>
                    <a:pt x="23" y="10"/>
                  </a:lnTo>
                  <a:lnTo>
                    <a:pt x="10" y="16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 613"/>
            <p:cNvSpPr>
              <a:spLocks/>
            </p:cNvSpPr>
            <p:nvPr/>
          </p:nvSpPr>
          <p:spPr bwMode="auto">
            <a:xfrm>
              <a:off x="2898567" y="4097818"/>
              <a:ext cx="17835" cy="19457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" y="44"/>
                </a:cxn>
                <a:cxn ang="0">
                  <a:pos x="39" y="46"/>
                </a:cxn>
                <a:cxn ang="0">
                  <a:pos x="43" y="15"/>
                </a:cxn>
                <a:cxn ang="0">
                  <a:pos x="33" y="12"/>
                </a:cxn>
                <a:cxn ang="0">
                  <a:pos x="43" y="0"/>
                </a:cxn>
                <a:cxn ang="0">
                  <a:pos x="0" y="12"/>
                </a:cxn>
              </a:cxnLst>
              <a:rect l="0" t="0" r="r" b="b"/>
              <a:pathLst>
                <a:path w="43" h="46">
                  <a:moveTo>
                    <a:pt x="0" y="12"/>
                  </a:moveTo>
                  <a:lnTo>
                    <a:pt x="1" y="44"/>
                  </a:lnTo>
                  <a:lnTo>
                    <a:pt x="39" y="46"/>
                  </a:lnTo>
                  <a:lnTo>
                    <a:pt x="43" y="15"/>
                  </a:lnTo>
                  <a:lnTo>
                    <a:pt x="33" y="12"/>
                  </a:lnTo>
                  <a:lnTo>
                    <a:pt x="43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 614"/>
            <p:cNvSpPr>
              <a:spLocks/>
            </p:cNvSpPr>
            <p:nvPr/>
          </p:nvSpPr>
          <p:spPr bwMode="auto">
            <a:xfrm>
              <a:off x="2921267" y="4089710"/>
              <a:ext cx="8107" cy="648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1" y="0"/>
                </a:cxn>
                <a:cxn ang="0">
                  <a:pos x="23" y="14"/>
                </a:cxn>
                <a:cxn ang="0">
                  <a:pos x="7" y="18"/>
                </a:cxn>
                <a:cxn ang="0">
                  <a:pos x="0" y="5"/>
                </a:cxn>
              </a:cxnLst>
              <a:rect l="0" t="0" r="r" b="b"/>
              <a:pathLst>
                <a:path w="23" h="18">
                  <a:moveTo>
                    <a:pt x="0" y="5"/>
                  </a:moveTo>
                  <a:lnTo>
                    <a:pt x="21" y="0"/>
                  </a:lnTo>
                  <a:lnTo>
                    <a:pt x="23" y="14"/>
                  </a:lnTo>
                  <a:lnTo>
                    <a:pt x="7" y="18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 615"/>
            <p:cNvSpPr>
              <a:spLocks/>
            </p:cNvSpPr>
            <p:nvPr/>
          </p:nvSpPr>
          <p:spPr bwMode="auto">
            <a:xfrm>
              <a:off x="2898567" y="3963237"/>
              <a:ext cx="12972" cy="1459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" y="24"/>
                </a:cxn>
                <a:cxn ang="0">
                  <a:pos x="15" y="34"/>
                </a:cxn>
                <a:cxn ang="0">
                  <a:pos x="19" y="18"/>
                </a:cxn>
                <a:cxn ang="0">
                  <a:pos x="33" y="18"/>
                </a:cxn>
                <a:cxn ang="0">
                  <a:pos x="33" y="0"/>
                </a:cxn>
                <a:cxn ang="0">
                  <a:pos x="15" y="9"/>
                </a:cxn>
                <a:cxn ang="0">
                  <a:pos x="0" y="4"/>
                </a:cxn>
              </a:cxnLst>
              <a:rect l="0" t="0" r="r" b="b"/>
              <a:pathLst>
                <a:path w="33" h="34">
                  <a:moveTo>
                    <a:pt x="0" y="4"/>
                  </a:moveTo>
                  <a:lnTo>
                    <a:pt x="3" y="24"/>
                  </a:lnTo>
                  <a:lnTo>
                    <a:pt x="15" y="34"/>
                  </a:lnTo>
                  <a:lnTo>
                    <a:pt x="19" y="18"/>
                  </a:lnTo>
                  <a:lnTo>
                    <a:pt x="33" y="18"/>
                  </a:lnTo>
                  <a:lnTo>
                    <a:pt x="33" y="0"/>
                  </a:lnTo>
                  <a:lnTo>
                    <a:pt x="15" y="9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 616"/>
            <p:cNvSpPr>
              <a:spLocks/>
            </p:cNvSpPr>
            <p:nvPr/>
          </p:nvSpPr>
          <p:spPr bwMode="auto">
            <a:xfrm>
              <a:off x="2909918" y="4002152"/>
              <a:ext cx="11350" cy="12972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1" y="31"/>
                </a:cxn>
                <a:cxn ang="0">
                  <a:pos x="31" y="27"/>
                </a:cxn>
                <a:cxn ang="0">
                  <a:pos x="25" y="6"/>
                </a:cxn>
                <a:cxn ang="0">
                  <a:pos x="9" y="0"/>
                </a:cxn>
                <a:cxn ang="0">
                  <a:pos x="0" y="9"/>
                </a:cxn>
              </a:cxnLst>
              <a:rect l="0" t="0" r="r" b="b"/>
              <a:pathLst>
                <a:path w="31" h="31">
                  <a:moveTo>
                    <a:pt x="0" y="9"/>
                  </a:moveTo>
                  <a:lnTo>
                    <a:pt x="21" y="31"/>
                  </a:lnTo>
                  <a:lnTo>
                    <a:pt x="31" y="27"/>
                  </a:lnTo>
                  <a:lnTo>
                    <a:pt x="25" y="6"/>
                  </a:lnTo>
                  <a:lnTo>
                    <a:pt x="9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 617"/>
            <p:cNvSpPr>
              <a:spLocks/>
            </p:cNvSpPr>
            <p:nvPr/>
          </p:nvSpPr>
          <p:spPr bwMode="auto">
            <a:xfrm>
              <a:off x="2895325" y="3942158"/>
              <a:ext cx="6485" cy="8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19" y="9"/>
                </a:cxn>
                <a:cxn ang="0">
                  <a:pos x="8" y="20"/>
                </a:cxn>
                <a:cxn ang="0">
                  <a:pos x="1" y="16"/>
                </a:cxn>
                <a:cxn ang="0">
                  <a:pos x="0" y="7"/>
                </a:cxn>
              </a:cxnLst>
              <a:rect l="0" t="0" r="r" b="b"/>
              <a:pathLst>
                <a:path w="19" h="20">
                  <a:moveTo>
                    <a:pt x="0" y="7"/>
                  </a:moveTo>
                  <a:lnTo>
                    <a:pt x="8" y="0"/>
                  </a:lnTo>
                  <a:lnTo>
                    <a:pt x="19" y="9"/>
                  </a:lnTo>
                  <a:lnTo>
                    <a:pt x="8" y="20"/>
                  </a:lnTo>
                  <a:lnTo>
                    <a:pt x="1" y="16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 618"/>
            <p:cNvSpPr>
              <a:spLocks/>
            </p:cNvSpPr>
            <p:nvPr/>
          </p:nvSpPr>
          <p:spPr bwMode="auto">
            <a:xfrm>
              <a:off x="2905055" y="3984316"/>
              <a:ext cx="9728" cy="9728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0" y="0"/>
                </a:cxn>
                <a:cxn ang="0">
                  <a:pos x="25" y="12"/>
                </a:cxn>
                <a:cxn ang="0">
                  <a:pos x="9" y="21"/>
                </a:cxn>
                <a:cxn ang="0">
                  <a:pos x="0" y="6"/>
                </a:cxn>
              </a:cxnLst>
              <a:rect l="0" t="0" r="r" b="b"/>
              <a:pathLst>
                <a:path w="25" h="21">
                  <a:moveTo>
                    <a:pt x="0" y="6"/>
                  </a:moveTo>
                  <a:lnTo>
                    <a:pt x="10" y="0"/>
                  </a:lnTo>
                  <a:lnTo>
                    <a:pt x="25" y="12"/>
                  </a:lnTo>
                  <a:lnTo>
                    <a:pt x="9" y="21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 619"/>
            <p:cNvSpPr>
              <a:spLocks/>
            </p:cNvSpPr>
            <p:nvPr/>
          </p:nvSpPr>
          <p:spPr bwMode="auto">
            <a:xfrm>
              <a:off x="2908296" y="4041067"/>
              <a:ext cx="6485" cy="972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2" y="0"/>
                </a:cxn>
                <a:cxn ang="0">
                  <a:pos x="16" y="11"/>
                </a:cxn>
                <a:cxn ang="0">
                  <a:pos x="0" y="21"/>
                </a:cxn>
                <a:cxn ang="0">
                  <a:pos x="0" y="1"/>
                </a:cxn>
              </a:cxnLst>
              <a:rect l="0" t="0" r="r" b="b"/>
              <a:pathLst>
                <a:path w="16" h="21">
                  <a:moveTo>
                    <a:pt x="0" y="1"/>
                  </a:moveTo>
                  <a:lnTo>
                    <a:pt x="12" y="0"/>
                  </a:lnTo>
                  <a:lnTo>
                    <a:pt x="16" y="11"/>
                  </a:lnTo>
                  <a:lnTo>
                    <a:pt x="0" y="2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 620"/>
            <p:cNvSpPr>
              <a:spLocks/>
            </p:cNvSpPr>
            <p:nvPr/>
          </p:nvSpPr>
          <p:spPr bwMode="auto">
            <a:xfrm>
              <a:off x="2898567" y="4062147"/>
              <a:ext cx="9728" cy="8107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8" y="0"/>
                </a:cxn>
                <a:cxn ang="0">
                  <a:pos x="25" y="8"/>
                </a:cxn>
                <a:cxn ang="0">
                  <a:pos x="15" y="23"/>
                </a:cxn>
                <a:cxn ang="0">
                  <a:pos x="0" y="12"/>
                </a:cxn>
              </a:cxnLst>
              <a:rect l="0" t="0" r="r" b="b"/>
              <a:pathLst>
                <a:path w="25" h="23">
                  <a:moveTo>
                    <a:pt x="0" y="12"/>
                  </a:moveTo>
                  <a:lnTo>
                    <a:pt x="8" y="0"/>
                  </a:lnTo>
                  <a:lnTo>
                    <a:pt x="25" y="8"/>
                  </a:lnTo>
                  <a:lnTo>
                    <a:pt x="15" y="23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 621"/>
            <p:cNvSpPr>
              <a:spLocks/>
            </p:cNvSpPr>
            <p:nvPr/>
          </p:nvSpPr>
          <p:spPr bwMode="auto">
            <a:xfrm>
              <a:off x="2874247" y="4829094"/>
              <a:ext cx="201061" cy="209167"/>
            </a:xfrm>
            <a:custGeom>
              <a:avLst/>
              <a:gdLst/>
              <a:ahLst/>
              <a:cxnLst>
                <a:cxn ang="0">
                  <a:pos x="0" y="191"/>
                </a:cxn>
                <a:cxn ang="0">
                  <a:pos x="17" y="141"/>
                </a:cxn>
                <a:cxn ang="0">
                  <a:pos x="28" y="65"/>
                </a:cxn>
                <a:cxn ang="0">
                  <a:pos x="42" y="32"/>
                </a:cxn>
                <a:cxn ang="0">
                  <a:pos x="110" y="4"/>
                </a:cxn>
                <a:cxn ang="0">
                  <a:pos x="244" y="0"/>
                </a:cxn>
                <a:cxn ang="0">
                  <a:pos x="289" y="38"/>
                </a:cxn>
                <a:cxn ang="0">
                  <a:pos x="298" y="181"/>
                </a:cxn>
                <a:cxn ang="0">
                  <a:pos x="343" y="203"/>
                </a:cxn>
                <a:cxn ang="0">
                  <a:pos x="421" y="236"/>
                </a:cxn>
                <a:cxn ang="0">
                  <a:pos x="424" y="296"/>
                </a:cxn>
                <a:cxn ang="0">
                  <a:pos x="458" y="281"/>
                </a:cxn>
                <a:cxn ang="0">
                  <a:pos x="494" y="296"/>
                </a:cxn>
                <a:cxn ang="0">
                  <a:pos x="497" y="346"/>
                </a:cxn>
                <a:cxn ang="0">
                  <a:pos x="483" y="371"/>
                </a:cxn>
                <a:cxn ang="0">
                  <a:pos x="481" y="414"/>
                </a:cxn>
                <a:cxn ang="0">
                  <a:pos x="467" y="469"/>
                </a:cxn>
                <a:cxn ang="0">
                  <a:pos x="428" y="502"/>
                </a:cxn>
                <a:cxn ang="0">
                  <a:pos x="349" y="514"/>
                </a:cxn>
                <a:cxn ang="0">
                  <a:pos x="285" y="512"/>
                </a:cxn>
                <a:cxn ang="0">
                  <a:pos x="255" y="501"/>
                </a:cxn>
                <a:cxn ang="0">
                  <a:pos x="318" y="408"/>
                </a:cxn>
                <a:cxn ang="0">
                  <a:pos x="320" y="383"/>
                </a:cxn>
                <a:cxn ang="0">
                  <a:pos x="285" y="351"/>
                </a:cxn>
                <a:cxn ang="0">
                  <a:pos x="193" y="326"/>
                </a:cxn>
                <a:cxn ang="0">
                  <a:pos x="145" y="291"/>
                </a:cxn>
                <a:cxn ang="0">
                  <a:pos x="100" y="296"/>
                </a:cxn>
                <a:cxn ang="0">
                  <a:pos x="67" y="251"/>
                </a:cxn>
                <a:cxn ang="0">
                  <a:pos x="30" y="208"/>
                </a:cxn>
                <a:cxn ang="0">
                  <a:pos x="0" y="191"/>
                </a:cxn>
              </a:cxnLst>
              <a:rect l="0" t="0" r="r" b="b"/>
              <a:pathLst>
                <a:path w="497" h="514">
                  <a:moveTo>
                    <a:pt x="0" y="191"/>
                  </a:moveTo>
                  <a:lnTo>
                    <a:pt x="17" y="141"/>
                  </a:lnTo>
                  <a:lnTo>
                    <a:pt x="28" y="65"/>
                  </a:lnTo>
                  <a:lnTo>
                    <a:pt x="42" y="32"/>
                  </a:lnTo>
                  <a:lnTo>
                    <a:pt x="110" y="4"/>
                  </a:lnTo>
                  <a:lnTo>
                    <a:pt x="244" y="0"/>
                  </a:lnTo>
                  <a:lnTo>
                    <a:pt x="289" y="38"/>
                  </a:lnTo>
                  <a:lnTo>
                    <a:pt x="298" y="181"/>
                  </a:lnTo>
                  <a:lnTo>
                    <a:pt x="343" y="203"/>
                  </a:lnTo>
                  <a:lnTo>
                    <a:pt x="421" y="236"/>
                  </a:lnTo>
                  <a:lnTo>
                    <a:pt x="424" y="296"/>
                  </a:lnTo>
                  <a:lnTo>
                    <a:pt x="458" y="281"/>
                  </a:lnTo>
                  <a:lnTo>
                    <a:pt x="494" y="296"/>
                  </a:lnTo>
                  <a:lnTo>
                    <a:pt x="497" y="346"/>
                  </a:lnTo>
                  <a:lnTo>
                    <a:pt x="483" y="371"/>
                  </a:lnTo>
                  <a:lnTo>
                    <a:pt x="481" y="414"/>
                  </a:lnTo>
                  <a:lnTo>
                    <a:pt x="467" y="469"/>
                  </a:lnTo>
                  <a:lnTo>
                    <a:pt x="428" y="502"/>
                  </a:lnTo>
                  <a:lnTo>
                    <a:pt x="349" y="514"/>
                  </a:lnTo>
                  <a:lnTo>
                    <a:pt x="285" y="512"/>
                  </a:lnTo>
                  <a:lnTo>
                    <a:pt x="255" y="501"/>
                  </a:lnTo>
                  <a:lnTo>
                    <a:pt x="318" y="408"/>
                  </a:lnTo>
                  <a:lnTo>
                    <a:pt x="320" y="383"/>
                  </a:lnTo>
                  <a:lnTo>
                    <a:pt x="285" y="351"/>
                  </a:lnTo>
                  <a:lnTo>
                    <a:pt x="193" y="326"/>
                  </a:lnTo>
                  <a:lnTo>
                    <a:pt x="145" y="291"/>
                  </a:lnTo>
                  <a:lnTo>
                    <a:pt x="100" y="296"/>
                  </a:lnTo>
                  <a:lnTo>
                    <a:pt x="67" y="251"/>
                  </a:lnTo>
                  <a:lnTo>
                    <a:pt x="30" y="208"/>
                  </a:lnTo>
                  <a:lnTo>
                    <a:pt x="0" y="19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 622"/>
            <p:cNvSpPr>
              <a:spLocks/>
            </p:cNvSpPr>
            <p:nvPr/>
          </p:nvSpPr>
          <p:spPr bwMode="auto">
            <a:xfrm>
              <a:off x="2710479" y="4593982"/>
              <a:ext cx="282132" cy="329154"/>
            </a:xfrm>
            <a:custGeom>
              <a:avLst/>
              <a:gdLst/>
              <a:ahLst/>
              <a:cxnLst>
                <a:cxn ang="0">
                  <a:pos x="406" y="773"/>
                </a:cxn>
                <a:cxn ang="0">
                  <a:pos x="423" y="723"/>
                </a:cxn>
                <a:cxn ang="0">
                  <a:pos x="434" y="647"/>
                </a:cxn>
                <a:cxn ang="0">
                  <a:pos x="448" y="614"/>
                </a:cxn>
                <a:cxn ang="0">
                  <a:pos x="516" y="586"/>
                </a:cxn>
                <a:cxn ang="0">
                  <a:pos x="650" y="582"/>
                </a:cxn>
                <a:cxn ang="0">
                  <a:pos x="695" y="620"/>
                </a:cxn>
                <a:cxn ang="0">
                  <a:pos x="697" y="541"/>
                </a:cxn>
                <a:cxn ang="0">
                  <a:pos x="672" y="504"/>
                </a:cxn>
                <a:cxn ang="0">
                  <a:pos x="679" y="457"/>
                </a:cxn>
                <a:cxn ang="0">
                  <a:pos x="653" y="442"/>
                </a:cxn>
                <a:cxn ang="0">
                  <a:pos x="650" y="394"/>
                </a:cxn>
                <a:cxn ang="0">
                  <a:pos x="521" y="376"/>
                </a:cxn>
                <a:cxn ang="0">
                  <a:pos x="516" y="233"/>
                </a:cxn>
                <a:cxn ang="0">
                  <a:pos x="456" y="221"/>
                </a:cxn>
                <a:cxn ang="0">
                  <a:pos x="336" y="151"/>
                </a:cxn>
                <a:cxn ang="0">
                  <a:pos x="293" y="145"/>
                </a:cxn>
                <a:cxn ang="0">
                  <a:pos x="263" y="128"/>
                </a:cxn>
                <a:cxn ang="0">
                  <a:pos x="257" y="30"/>
                </a:cxn>
                <a:cxn ang="0">
                  <a:pos x="210" y="0"/>
                </a:cxn>
                <a:cxn ang="0">
                  <a:pos x="142" y="21"/>
                </a:cxn>
                <a:cxn ang="0">
                  <a:pos x="110" y="75"/>
                </a:cxn>
                <a:cxn ang="0">
                  <a:pos x="2" y="92"/>
                </a:cxn>
                <a:cxn ang="0">
                  <a:pos x="61" y="168"/>
                </a:cxn>
                <a:cxn ang="0">
                  <a:pos x="64" y="189"/>
                </a:cxn>
                <a:cxn ang="0">
                  <a:pos x="33" y="204"/>
                </a:cxn>
                <a:cxn ang="0">
                  <a:pos x="48" y="291"/>
                </a:cxn>
                <a:cxn ang="0">
                  <a:pos x="8" y="304"/>
                </a:cxn>
                <a:cxn ang="0">
                  <a:pos x="31" y="412"/>
                </a:cxn>
                <a:cxn ang="0">
                  <a:pos x="0" y="487"/>
                </a:cxn>
                <a:cxn ang="0">
                  <a:pos x="22" y="499"/>
                </a:cxn>
                <a:cxn ang="0">
                  <a:pos x="47" y="569"/>
                </a:cxn>
                <a:cxn ang="0">
                  <a:pos x="55" y="655"/>
                </a:cxn>
                <a:cxn ang="0">
                  <a:pos x="98" y="792"/>
                </a:cxn>
                <a:cxn ang="0">
                  <a:pos x="118" y="808"/>
                </a:cxn>
                <a:cxn ang="0">
                  <a:pos x="171" y="751"/>
                </a:cxn>
                <a:cxn ang="0">
                  <a:pos x="199" y="753"/>
                </a:cxn>
                <a:cxn ang="0">
                  <a:pos x="248" y="777"/>
                </a:cxn>
                <a:cxn ang="0">
                  <a:pos x="271" y="813"/>
                </a:cxn>
                <a:cxn ang="0">
                  <a:pos x="302" y="813"/>
                </a:cxn>
                <a:cxn ang="0">
                  <a:pos x="310" y="796"/>
                </a:cxn>
                <a:cxn ang="0">
                  <a:pos x="310" y="773"/>
                </a:cxn>
                <a:cxn ang="0">
                  <a:pos x="330" y="765"/>
                </a:cxn>
                <a:cxn ang="0">
                  <a:pos x="363" y="777"/>
                </a:cxn>
                <a:cxn ang="0">
                  <a:pos x="406" y="773"/>
                </a:cxn>
              </a:cxnLst>
              <a:rect l="0" t="0" r="r" b="b"/>
              <a:pathLst>
                <a:path w="697" h="813">
                  <a:moveTo>
                    <a:pt x="406" y="773"/>
                  </a:moveTo>
                  <a:lnTo>
                    <a:pt x="423" y="723"/>
                  </a:lnTo>
                  <a:lnTo>
                    <a:pt x="434" y="647"/>
                  </a:lnTo>
                  <a:lnTo>
                    <a:pt x="448" y="614"/>
                  </a:lnTo>
                  <a:lnTo>
                    <a:pt x="516" y="586"/>
                  </a:lnTo>
                  <a:lnTo>
                    <a:pt x="650" y="582"/>
                  </a:lnTo>
                  <a:lnTo>
                    <a:pt x="695" y="620"/>
                  </a:lnTo>
                  <a:lnTo>
                    <a:pt x="697" y="541"/>
                  </a:lnTo>
                  <a:lnTo>
                    <a:pt x="672" y="504"/>
                  </a:lnTo>
                  <a:lnTo>
                    <a:pt x="679" y="457"/>
                  </a:lnTo>
                  <a:lnTo>
                    <a:pt x="653" y="442"/>
                  </a:lnTo>
                  <a:lnTo>
                    <a:pt x="650" y="394"/>
                  </a:lnTo>
                  <a:lnTo>
                    <a:pt x="521" y="376"/>
                  </a:lnTo>
                  <a:lnTo>
                    <a:pt x="516" y="233"/>
                  </a:lnTo>
                  <a:lnTo>
                    <a:pt x="456" y="221"/>
                  </a:lnTo>
                  <a:lnTo>
                    <a:pt x="336" y="151"/>
                  </a:lnTo>
                  <a:lnTo>
                    <a:pt x="293" y="145"/>
                  </a:lnTo>
                  <a:lnTo>
                    <a:pt x="263" y="128"/>
                  </a:lnTo>
                  <a:lnTo>
                    <a:pt x="257" y="30"/>
                  </a:lnTo>
                  <a:lnTo>
                    <a:pt x="210" y="0"/>
                  </a:lnTo>
                  <a:lnTo>
                    <a:pt x="142" y="21"/>
                  </a:lnTo>
                  <a:lnTo>
                    <a:pt x="110" y="75"/>
                  </a:lnTo>
                  <a:lnTo>
                    <a:pt x="2" y="92"/>
                  </a:lnTo>
                  <a:lnTo>
                    <a:pt x="61" y="168"/>
                  </a:lnTo>
                  <a:lnTo>
                    <a:pt x="64" y="189"/>
                  </a:lnTo>
                  <a:lnTo>
                    <a:pt x="33" y="204"/>
                  </a:lnTo>
                  <a:lnTo>
                    <a:pt x="48" y="291"/>
                  </a:lnTo>
                  <a:lnTo>
                    <a:pt x="8" y="304"/>
                  </a:lnTo>
                  <a:lnTo>
                    <a:pt x="31" y="412"/>
                  </a:lnTo>
                  <a:lnTo>
                    <a:pt x="0" y="487"/>
                  </a:lnTo>
                  <a:lnTo>
                    <a:pt x="22" y="499"/>
                  </a:lnTo>
                  <a:lnTo>
                    <a:pt x="47" y="569"/>
                  </a:lnTo>
                  <a:lnTo>
                    <a:pt x="55" y="655"/>
                  </a:lnTo>
                  <a:lnTo>
                    <a:pt x="98" y="792"/>
                  </a:lnTo>
                  <a:lnTo>
                    <a:pt x="118" y="808"/>
                  </a:lnTo>
                  <a:lnTo>
                    <a:pt x="171" y="751"/>
                  </a:lnTo>
                  <a:lnTo>
                    <a:pt x="199" y="753"/>
                  </a:lnTo>
                  <a:lnTo>
                    <a:pt x="248" y="777"/>
                  </a:lnTo>
                  <a:lnTo>
                    <a:pt x="271" y="813"/>
                  </a:lnTo>
                  <a:lnTo>
                    <a:pt x="302" y="813"/>
                  </a:lnTo>
                  <a:lnTo>
                    <a:pt x="310" y="796"/>
                  </a:lnTo>
                  <a:lnTo>
                    <a:pt x="310" y="773"/>
                  </a:lnTo>
                  <a:lnTo>
                    <a:pt x="330" y="765"/>
                  </a:lnTo>
                  <a:lnTo>
                    <a:pt x="363" y="777"/>
                  </a:lnTo>
                  <a:lnTo>
                    <a:pt x="406" y="77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 623"/>
            <p:cNvSpPr>
              <a:spLocks/>
            </p:cNvSpPr>
            <p:nvPr/>
          </p:nvSpPr>
          <p:spPr bwMode="auto">
            <a:xfrm>
              <a:off x="2249986" y="3914594"/>
              <a:ext cx="37293" cy="58373"/>
            </a:xfrm>
            <a:custGeom>
              <a:avLst/>
              <a:gdLst/>
              <a:ahLst/>
              <a:cxnLst>
                <a:cxn ang="0">
                  <a:pos x="28" y="143"/>
                </a:cxn>
                <a:cxn ang="0">
                  <a:pos x="0" y="125"/>
                </a:cxn>
                <a:cxn ang="0">
                  <a:pos x="8" y="32"/>
                </a:cxn>
                <a:cxn ang="0">
                  <a:pos x="33" y="0"/>
                </a:cxn>
                <a:cxn ang="0">
                  <a:pos x="90" y="9"/>
                </a:cxn>
                <a:cxn ang="0">
                  <a:pos x="69" y="21"/>
                </a:cxn>
                <a:cxn ang="0">
                  <a:pos x="65" y="61"/>
                </a:cxn>
                <a:cxn ang="0">
                  <a:pos x="28" y="143"/>
                </a:cxn>
              </a:cxnLst>
              <a:rect l="0" t="0" r="r" b="b"/>
              <a:pathLst>
                <a:path w="90" h="143">
                  <a:moveTo>
                    <a:pt x="28" y="143"/>
                  </a:moveTo>
                  <a:lnTo>
                    <a:pt x="0" y="125"/>
                  </a:lnTo>
                  <a:lnTo>
                    <a:pt x="8" y="32"/>
                  </a:lnTo>
                  <a:lnTo>
                    <a:pt x="33" y="0"/>
                  </a:lnTo>
                  <a:lnTo>
                    <a:pt x="90" y="9"/>
                  </a:lnTo>
                  <a:lnTo>
                    <a:pt x="69" y="21"/>
                  </a:lnTo>
                  <a:lnTo>
                    <a:pt x="65" y="61"/>
                  </a:lnTo>
                  <a:lnTo>
                    <a:pt x="28" y="14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 624"/>
            <p:cNvSpPr>
              <a:spLocks/>
            </p:cNvSpPr>
            <p:nvPr/>
          </p:nvSpPr>
          <p:spPr bwMode="auto">
            <a:xfrm>
              <a:off x="2990991" y="4216184"/>
              <a:ext cx="94045" cy="92424"/>
            </a:xfrm>
            <a:custGeom>
              <a:avLst/>
              <a:gdLst/>
              <a:ahLst/>
              <a:cxnLst>
                <a:cxn ang="0">
                  <a:pos x="53" y="228"/>
                </a:cxn>
                <a:cxn ang="0">
                  <a:pos x="54" y="174"/>
                </a:cxn>
                <a:cxn ang="0">
                  <a:pos x="2" y="149"/>
                </a:cxn>
                <a:cxn ang="0">
                  <a:pos x="0" y="101"/>
                </a:cxn>
                <a:cxn ang="0">
                  <a:pos x="37" y="64"/>
                </a:cxn>
                <a:cxn ang="0">
                  <a:pos x="41" y="14"/>
                </a:cxn>
                <a:cxn ang="0">
                  <a:pos x="75" y="0"/>
                </a:cxn>
                <a:cxn ang="0">
                  <a:pos x="201" y="6"/>
                </a:cxn>
                <a:cxn ang="0">
                  <a:pos x="230" y="18"/>
                </a:cxn>
                <a:cxn ang="0">
                  <a:pos x="230" y="39"/>
                </a:cxn>
                <a:cxn ang="0">
                  <a:pos x="217" y="49"/>
                </a:cxn>
                <a:cxn ang="0">
                  <a:pos x="200" y="104"/>
                </a:cxn>
                <a:cxn ang="0">
                  <a:pos x="225" y="171"/>
                </a:cxn>
                <a:cxn ang="0">
                  <a:pos x="206" y="220"/>
                </a:cxn>
                <a:cxn ang="0">
                  <a:pos x="143" y="222"/>
                </a:cxn>
                <a:cxn ang="0">
                  <a:pos x="132" y="210"/>
                </a:cxn>
                <a:cxn ang="0">
                  <a:pos x="115" y="207"/>
                </a:cxn>
                <a:cxn ang="0">
                  <a:pos x="104" y="230"/>
                </a:cxn>
                <a:cxn ang="0">
                  <a:pos x="53" y="228"/>
                </a:cxn>
              </a:cxnLst>
              <a:rect l="0" t="0" r="r" b="b"/>
              <a:pathLst>
                <a:path w="230" h="230">
                  <a:moveTo>
                    <a:pt x="53" y="228"/>
                  </a:moveTo>
                  <a:lnTo>
                    <a:pt x="54" y="174"/>
                  </a:lnTo>
                  <a:lnTo>
                    <a:pt x="2" y="149"/>
                  </a:lnTo>
                  <a:lnTo>
                    <a:pt x="0" y="101"/>
                  </a:lnTo>
                  <a:lnTo>
                    <a:pt x="37" y="64"/>
                  </a:lnTo>
                  <a:lnTo>
                    <a:pt x="41" y="14"/>
                  </a:lnTo>
                  <a:lnTo>
                    <a:pt x="75" y="0"/>
                  </a:lnTo>
                  <a:lnTo>
                    <a:pt x="201" y="6"/>
                  </a:lnTo>
                  <a:lnTo>
                    <a:pt x="230" y="18"/>
                  </a:lnTo>
                  <a:lnTo>
                    <a:pt x="230" y="39"/>
                  </a:lnTo>
                  <a:lnTo>
                    <a:pt x="217" y="49"/>
                  </a:lnTo>
                  <a:lnTo>
                    <a:pt x="200" y="104"/>
                  </a:lnTo>
                  <a:lnTo>
                    <a:pt x="225" y="171"/>
                  </a:lnTo>
                  <a:lnTo>
                    <a:pt x="206" y="220"/>
                  </a:lnTo>
                  <a:lnTo>
                    <a:pt x="143" y="222"/>
                  </a:lnTo>
                  <a:lnTo>
                    <a:pt x="132" y="210"/>
                  </a:lnTo>
                  <a:lnTo>
                    <a:pt x="115" y="207"/>
                  </a:lnTo>
                  <a:lnTo>
                    <a:pt x="104" y="230"/>
                  </a:lnTo>
                  <a:lnTo>
                    <a:pt x="53" y="2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 625"/>
            <p:cNvSpPr>
              <a:spLocks/>
            </p:cNvSpPr>
            <p:nvPr/>
          </p:nvSpPr>
          <p:spPr bwMode="auto">
            <a:xfrm>
              <a:off x="3072064" y="4222670"/>
              <a:ext cx="72965" cy="90801"/>
            </a:xfrm>
            <a:custGeom>
              <a:avLst/>
              <a:gdLst/>
              <a:ahLst/>
              <a:cxnLst>
                <a:cxn ang="0">
                  <a:pos x="6" y="202"/>
                </a:cxn>
                <a:cxn ang="0">
                  <a:pos x="25" y="153"/>
                </a:cxn>
                <a:cxn ang="0">
                  <a:pos x="0" y="86"/>
                </a:cxn>
                <a:cxn ang="0">
                  <a:pos x="17" y="31"/>
                </a:cxn>
                <a:cxn ang="0">
                  <a:pos x="30" y="21"/>
                </a:cxn>
                <a:cxn ang="0">
                  <a:pos x="30" y="0"/>
                </a:cxn>
                <a:cxn ang="0">
                  <a:pos x="80" y="8"/>
                </a:cxn>
                <a:cxn ang="0">
                  <a:pos x="106" y="17"/>
                </a:cxn>
                <a:cxn ang="0">
                  <a:pos x="177" y="78"/>
                </a:cxn>
                <a:cxn ang="0">
                  <a:pos x="164" y="127"/>
                </a:cxn>
                <a:cxn ang="0">
                  <a:pos x="136" y="186"/>
                </a:cxn>
                <a:cxn ang="0">
                  <a:pos x="107" y="222"/>
                </a:cxn>
                <a:cxn ang="0">
                  <a:pos x="35" y="212"/>
                </a:cxn>
                <a:cxn ang="0">
                  <a:pos x="6" y="202"/>
                </a:cxn>
              </a:cxnLst>
              <a:rect l="0" t="0" r="r" b="b"/>
              <a:pathLst>
                <a:path w="177" h="222">
                  <a:moveTo>
                    <a:pt x="6" y="202"/>
                  </a:moveTo>
                  <a:lnTo>
                    <a:pt x="25" y="153"/>
                  </a:lnTo>
                  <a:lnTo>
                    <a:pt x="0" y="86"/>
                  </a:lnTo>
                  <a:lnTo>
                    <a:pt x="17" y="31"/>
                  </a:lnTo>
                  <a:lnTo>
                    <a:pt x="30" y="21"/>
                  </a:lnTo>
                  <a:lnTo>
                    <a:pt x="30" y="0"/>
                  </a:lnTo>
                  <a:lnTo>
                    <a:pt x="80" y="8"/>
                  </a:lnTo>
                  <a:lnTo>
                    <a:pt x="106" y="17"/>
                  </a:lnTo>
                  <a:lnTo>
                    <a:pt x="177" y="78"/>
                  </a:lnTo>
                  <a:lnTo>
                    <a:pt x="164" y="127"/>
                  </a:lnTo>
                  <a:lnTo>
                    <a:pt x="136" y="186"/>
                  </a:lnTo>
                  <a:lnTo>
                    <a:pt x="107" y="222"/>
                  </a:lnTo>
                  <a:lnTo>
                    <a:pt x="35" y="212"/>
                  </a:lnTo>
                  <a:lnTo>
                    <a:pt x="6" y="20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 626"/>
            <p:cNvSpPr>
              <a:spLocks/>
            </p:cNvSpPr>
            <p:nvPr/>
          </p:nvSpPr>
          <p:spPr bwMode="auto">
            <a:xfrm>
              <a:off x="2173778" y="3919458"/>
              <a:ext cx="108637" cy="107016"/>
            </a:xfrm>
            <a:custGeom>
              <a:avLst/>
              <a:gdLst/>
              <a:ahLst/>
              <a:cxnLst>
                <a:cxn ang="0">
                  <a:pos x="135" y="261"/>
                </a:cxn>
                <a:cxn ang="0">
                  <a:pos x="29" y="241"/>
                </a:cxn>
                <a:cxn ang="0">
                  <a:pos x="0" y="213"/>
                </a:cxn>
                <a:cxn ang="0">
                  <a:pos x="23" y="132"/>
                </a:cxn>
                <a:cxn ang="0">
                  <a:pos x="105" y="131"/>
                </a:cxn>
                <a:cxn ang="0">
                  <a:pos x="133" y="117"/>
                </a:cxn>
                <a:cxn ang="0">
                  <a:pos x="130" y="96"/>
                </a:cxn>
                <a:cxn ang="0">
                  <a:pos x="82" y="57"/>
                </a:cxn>
                <a:cxn ang="0">
                  <a:pos x="105" y="39"/>
                </a:cxn>
                <a:cxn ang="0">
                  <a:pos x="105" y="0"/>
                </a:cxn>
                <a:cxn ang="0">
                  <a:pos x="166" y="2"/>
                </a:cxn>
                <a:cxn ang="0">
                  <a:pos x="198" y="17"/>
                </a:cxn>
                <a:cxn ang="0">
                  <a:pos x="190" y="110"/>
                </a:cxn>
                <a:cxn ang="0">
                  <a:pos x="218" y="128"/>
                </a:cxn>
                <a:cxn ang="0">
                  <a:pos x="268" y="149"/>
                </a:cxn>
                <a:cxn ang="0">
                  <a:pos x="261" y="149"/>
                </a:cxn>
                <a:cxn ang="0">
                  <a:pos x="248" y="174"/>
                </a:cxn>
                <a:cxn ang="0">
                  <a:pos x="165" y="231"/>
                </a:cxn>
                <a:cxn ang="0">
                  <a:pos x="135" y="261"/>
                </a:cxn>
              </a:cxnLst>
              <a:rect l="0" t="0" r="r" b="b"/>
              <a:pathLst>
                <a:path w="268" h="261">
                  <a:moveTo>
                    <a:pt x="135" y="261"/>
                  </a:moveTo>
                  <a:lnTo>
                    <a:pt x="29" y="241"/>
                  </a:lnTo>
                  <a:lnTo>
                    <a:pt x="0" y="213"/>
                  </a:lnTo>
                  <a:lnTo>
                    <a:pt x="23" y="132"/>
                  </a:lnTo>
                  <a:lnTo>
                    <a:pt x="105" y="131"/>
                  </a:lnTo>
                  <a:lnTo>
                    <a:pt x="133" y="117"/>
                  </a:lnTo>
                  <a:lnTo>
                    <a:pt x="130" y="96"/>
                  </a:lnTo>
                  <a:lnTo>
                    <a:pt x="82" y="57"/>
                  </a:lnTo>
                  <a:lnTo>
                    <a:pt x="105" y="39"/>
                  </a:lnTo>
                  <a:lnTo>
                    <a:pt x="105" y="0"/>
                  </a:lnTo>
                  <a:lnTo>
                    <a:pt x="166" y="2"/>
                  </a:lnTo>
                  <a:lnTo>
                    <a:pt x="198" y="17"/>
                  </a:lnTo>
                  <a:lnTo>
                    <a:pt x="190" y="110"/>
                  </a:lnTo>
                  <a:lnTo>
                    <a:pt x="218" y="128"/>
                  </a:lnTo>
                  <a:lnTo>
                    <a:pt x="268" y="149"/>
                  </a:lnTo>
                  <a:lnTo>
                    <a:pt x="261" y="149"/>
                  </a:lnTo>
                  <a:lnTo>
                    <a:pt x="248" y="174"/>
                  </a:lnTo>
                  <a:lnTo>
                    <a:pt x="165" y="231"/>
                  </a:lnTo>
                  <a:lnTo>
                    <a:pt x="135" y="26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 627"/>
            <p:cNvSpPr>
              <a:spLocks/>
            </p:cNvSpPr>
            <p:nvPr/>
          </p:nvSpPr>
          <p:spPr bwMode="auto">
            <a:xfrm>
              <a:off x="2240258" y="3976208"/>
              <a:ext cx="152417" cy="74586"/>
            </a:xfrm>
            <a:custGeom>
              <a:avLst/>
              <a:gdLst/>
              <a:ahLst/>
              <a:cxnLst>
                <a:cxn ang="0">
                  <a:pos x="125" y="166"/>
                </a:cxn>
                <a:cxn ang="0">
                  <a:pos x="125" y="174"/>
                </a:cxn>
                <a:cxn ang="0">
                  <a:pos x="149" y="184"/>
                </a:cxn>
                <a:cxn ang="0">
                  <a:pos x="168" y="168"/>
                </a:cxn>
                <a:cxn ang="0">
                  <a:pos x="164" y="135"/>
                </a:cxn>
                <a:cxn ang="0">
                  <a:pos x="217" y="107"/>
                </a:cxn>
                <a:cxn ang="0">
                  <a:pos x="243" y="107"/>
                </a:cxn>
                <a:cxn ang="0">
                  <a:pos x="282" y="68"/>
                </a:cxn>
                <a:cxn ang="0">
                  <a:pos x="332" y="64"/>
                </a:cxn>
                <a:cxn ang="0">
                  <a:pos x="376" y="56"/>
                </a:cxn>
                <a:cxn ang="0">
                  <a:pos x="356" y="42"/>
                </a:cxn>
                <a:cxn ang="0">
                  <a:pos x="314" y="0"/>
                </a:cxn>
                <a:cxn ang="0">
                  <a:pos x="212" y="5"/>
                </a:cxn>
                <a:cxn ang="0">
                  <a:pos x="103" y="13"/>
                </a:cxn>
                <a:cxn ang="0">
                  <a:pos x="96" y="13"/>
                </a:cxn>
                <a:cxn ang="0">
                  <a:pos x="83" y="38"/>
                </a:cxn>
                <a:cxn ang="0">
                  <a:pos x="0" y="95"/>
                </a:cxn>
                <a:cxn ang="0">
                  <a:pos x="71" y="114"/>
                </a:cxn>
                <a:cxn ang="0">
                  <a:pos x="106" y="155"/>
                </a:cxn>
                <a:cxn ang="0">
                  <a:pos x="125" y="166"/>
                </a:cxn>
              </a:cxnLst>
              <a:rect l="0" t="0" r="r" b="b"/>
              <a:pathLst>
                <a:path w="376" h="184">
                  <a:moveTo>
                    <a:pt x="125" y="166"/>
                  </a:moveTo>
                  <a:lnTo>
                    <a:pt x="125" y="174"/>
                  </a:lnTo>
                  <a:lnTo>
                    <a:pt x="149" y="184"/>
                  </a:lnTo>
                  <a:lnTo>
                    <a:pt x="168" y="168"/>
                  </a:lnTo>
                  <a:lnTo>
                    <a:pt x="164" y="135"/>
                  </a:lnTo>
                  <a:lnTo>
                    <a:pt x="217" y="107"/>
                  </a:lnTo>
                  <a:lnTo>
                    <a:pt x="243" y="107"/>
                  </a:lnTo>
                  <a:lnTo>
                    <a:pt x="282" y="68"/>
                  </a:lnTo>
                  <a:lnTo>
                    <a:pt x="332" y="64"/>
                  </a:lnTo>
                  <a:lnTo>
                    <a:pt x="376" y="56"/>
                  </a:lnTo>
                  <a:lnTo>
                    <a:pt x="356" y="42"/>
                  </a:lnTo>
                  <a:lnTo>
                    <a:pt x="314" y="0"/>
                  </a:lnTo>
                  <a:lnTo>
                    <a:pt x="212" y="5"/>
                  </a:lnTo>
                  <a:lnTo>
                    <a:pt x="103" y="13"/>
                  </a:lnTo>
                  <a:lnTo>
                    <a:pt x="96" y="13"/>
                  </a:lnTo>
                  <a:lnTo>
                    <a:pt x="83" y="38"/>
                  </a:lnTo>
                  <a:lnTo>
                    <a:pt x="0" y="95"/>
                  </a:lnTo>
                  <a:lnTo>
                    <a:pt x="71" y="114"/>
                  </a:lnTo>
                  <a:lnTo>
                    <a:pt x="106" y="155"/>
                  </a:lnTo>
                  <a:lnTo>
                    <a:pt x="125" y="16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 628"/>
            <p:cNvSpPr>
              <a:spLocks/>
            </p:cNvSpPr>
            <p:nvPr/>
          </p:nvSpPr>
          <p:spPr bwMode="auto">
            <a:xfrm>
              <a:off x="2290524" y="3997289"/>
              <a:ext cx="102151" cy="107016"/>
            </a:xfrm>
            <a:custGeom>
              <a:avLst/>
              <a:gdLst/>
              <a:ahLst/>
              <a:cxnLst>
                <a:cxn ang="0">
                  <a:pos x="253" y="0"/>
                </a:cxn>
                <a:cxn ang="0">
                  <a:pos x="209" y="8"/>
                </a:cxn>
                <a:cxn ang="0">
                  <a:pos x="159" y="12"/>
                </a:cxn>
                <a:cxn ang="0">
                  <a:pos x="120" y="51"/>
                </a:cxn>
                <a:cxn ang="0">
                  <a:pos x="94" y="51"/>
                </a:cxn>
                <a:cxn ang="0">
                  <a:pos x="41" y="79"/>
                </a:cxn>
                <a:cxn ang="0">
                  <a:pos x="45" y="112"/>
                </a:cxn>
                <a:cxn ang="0">
                  <a:pos x="26" y="128"/>
                </a:cxn>
                <a:cxn ang="0">
                  <a:pos x="2" y="118"/>
                </a:cxn>
                <a:cxn ang="0">
                  <a:pos x="0" y="132"/>
                </a:cxn>
                <a:cxn ang="0">
                  <a:pos x="33" y="152"/>
                </a:cxn>
                <a:cxn ang="0">
                  <a:pos x="73" y="194"/>
                </a:cxn>
                <a:cxn ang="0">
                  <a:pos x="106" y="242"/>
                </a:cxn>
                <a:cxn ang="0">
                  <a:pos x="165" y="246"/>
                </a:cxn>
                <a:cxn ang="0">
                  <a:pos x="209" y="250"/>
                </a:cxn>
                <a:cxn ang="0">
                  <a:pos x="241" y="263"/>
                </a:cxn>
                <a:cxn ang="0">
                  <a:pos x="241" y="218"/>
                </a:cxn>
                <a:cxn ang="0">
                  <a:pos x="233" y="168"/>
                </a:cxn>
                <a:cxn ang="0">
                  <a:pos x="237" y="118"/>
                </a:cxn>
                <a:cxn ang="0">
                  <a:pos x="253" y="54"/>
                </a:cxn>
                <a:cxn ang="0">
                  <a:pos x="253" y="0"/>
                </a:cxn>
              </a:cxnLst>
              <a:rect l="0" t="0" r="r" b="b"/>
              <a:pathLst>
                <a:path w="253" h="263">
                  <a:moveTo>
                    <a:pt x="253" y="0"/>
                  </a:moveTo>
                  <a:lnTo>
                    <a:pt x="209" y="8"/>
                  </a:lnTo>
                  <a:lnTo>
                    <a:pt x="159" y="12"/>
                  </a:lnTo>
                  <a:lnTo>
                    <a:pt x="120" y="51"/>
                  </a:lnTo>
                  <a:lnTo>
                    <a:pt x="94" y="51"/>
                  </a:lnTo>
                  <a:lnTo>
                    <a:pt x="41" y="79"/>
                  </a:lnTo>
                  <a:lnTo>
                    <a:pt x="45" y="112"/>
                  </a:lnTo>
                  <a:lnTo>
                    <a:pt x="26" y="128"/>
                  </a:lnTo>
                  <a:lnTo>
                    <a:pt x="2" y="118"/>
                  </a:lnTo>
                  <a:lnTo>
                    <a:pt x="0" y="132"/>
                  </a:lnTo>
                  <a:lnTo>
                    <a:pt x="33" y="152"/>
                  </a:lnTo>
                  <a:lnTo>
                    <a:pt x="73" y="194"/>
                  </a:lnTo>
                  <a:lnTo>
                    <a:pt x="106" y="242"/>
                  </a:lnTo>
                  <a:lnTo>
                    <a:pt x="165" y="246"/>
                  </a:lnTo>
                  <a:lnTo>
                    <a:pt x="209" y="250"/>
                  </a:lnTo>
                  <a:lnTo>
                    <a:pt x="241" y="263"/>
                  </a:lnTo>
                  <a:lnTo>
                    <a:pt x="241" y="218"/>
                  </a:lnTo>
                  <a:lnTo>
                    <a:pt x="233" y="168"/>
                  </a:lnTo>
                  <a:lnTo>
                    <a:pt x="237" y="118"/>
                  </a:lnTo>
                  <a:lnTo>
                    <a:pt x="253" y="54"/>
                  </a:lnTo>
                  <a:lnTo>
                    <a:pt x="253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 629"/>
            <p:cNvSpPr>
              <a:spLocks/>
            </p:cNvSpPr>
            <p:nvPr/>
          </p:nvSpPr>
          <p:spPr bwMode="auto">
            <a:xfrm>
              <a:off x="2228907" y="4013503"/>
              <a:ext cx="55129" cy="32428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1" y="19"/>
                </a:cxn>
                <a:cxn ang="0">
                  <a:pos x="136" y="60"/>
                </a:cxn>
                <a:cxn ang="0">
                  <a:pos x="118" y="71"/>
                </a:cxn>
                <a:cxn ang="0">
                  <a:pos x="93" y="80"/>
                </a:cxn>
                <a:cxn ang="0">
                  <a:pos x="0" y="30"/>
                </a:cxn>
                <a:cxn ang="0">
                  <a:pos x="30" y="0"/>
                </a:cxn>
              </a:cxnLst>
              <a:rect l="0" t="0" r="r" b="b"/>
              <a:pathLst>
                <a:path w="136" h="80">
                  <a:moveTo>
                    <a:pt x="30" y="0"/>
                  </a:moveTo>
                  <a:lnTo>
                    <a:pt x="101" y="19"/>
                  </a:lnTo>
                  <a:lnTo>
                    <a:pt x="136" y="60"/>
                  </a:lnTo>
                  <a:lnTo>
                    <a:pt x="118" y="71"/>
                  </a:lnTo>
                  <a:lnTo>
                    <a:pt x="93" y="80"/>
                  </a:lnTo>
                  <a:lnTo>
                    <a:pt x="0" y="3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 630"/>
            <p:cNvSpPr>
              <a:spLocks/>
            </p:cNvSpPr>
            <p:nvPr/>
          </p:nvSpPr>
          <p:spPr bwMode="auto">
            <a:xfrm>
              <a:off x="2916406" y="4156191"/>
              <a:ext cx="97287" cy="175116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61" y="43"/>
                </a:cxn>
                <a:cxn ang="0">
                  <a:pos x="24" y="57"/>
                </a:cxn>
                <a:cxn ang="0">
                  <a:pos x="23" y="87"/>
                </a:cxn>
                <a:cxn ang="0">
                  <a:pos x="40" y="94"/>
                </a:cxn>
                <a:cxn ang="0">
                  <a:pos x="36" y="110"/>
                </a:cxn>
                <a:cxn ang="0">
                  <a:pos x="2" y="120"/>
                </a:cxn>
                <a:cxn ang="0">
                  <a:pos x="2" y="150"/>
                </a:cxn>
                <a:cxn ang="0">
                  <a:pos x="0" y="186"/>
                </a:cxn>
                <a:cxn ang="0">
                  <a:pos x="12" y="196"/>
                </a:cxn>
                <a:cxn ang="0">
                  <a:pos x="31" y="200"/>
                </a:cxn>
                <a:cxn ang="0">
                  <a:pos x="76" y="236"/>
                </a:cxn>
                <a:cxn ang="0">
                  <a:pos x="79" y="281"/>
                </a:cxn>
                <a:cxn ang="0">
                  <a:pos x="64" y="326"/>
                </a:cxn>
                <a:cxn ang="0">
                  <a:pos x="64" y="389"/>
                </a:cxn>
                <a:cxn ang="0">
                  <a:pos x="101" y="422"/>
                </a:cxn>
                <a:cxn ang="0">
                  <a:pos x="146" y="432"/>
                </a:cxn>
                <a:cxn ang="0">
                  <a:pos x="179" y="430"/>
                </a:cxn>
                <a:cxn ang="0">
                  <a:pos x="196" y="404"/>
                </a:cxn>
                <a:cxn ang="0">
                  <a:pos x="230" y="394"/>
                </a:cxn>
                <a:cxn ang="0">
                  <a:pos x="238" y="375"/>
                </a:cxn>
                <a:cxn ang="0">
                  <a:pos x="239" y="321"/>
                </a:cxn>
                <a:cxn ang="0">
                  <a:pos x="187" y="296"/>
                </a:cxn>
                <a:cxn ang="0">
                  <a:pos x="185" y="248"/>
                </a:cxn>
                <a:cxn ang="0">
                  <a:pos x="222" y="211"/>
                </a:cxn>
                <a:cxn ang="0">
                  <a:pos x="226" y="161"/>
                </a:cxn>
                <a:cxn ang="0">
                  <a:pos x="214" y="128"/>
                </a:cxn>
                <a:cxn ang="0">
                  <a:pos x="200" y="97"/>
                </a:cxn>
                <a:cxn ang="0">
                  <a:pos x="167" y="93"/>
                </a:cxn>
                <a:cxn ang="0">
                  <a:pos x="146" y="47"/>
                </a:cxn>
                <a:cxn ang="0">
                  <a:pos x="108" y="22"/>
                </a:cxn>
                <a:cxn ang="0">
                  <a:pos x="65" y="0"/>
                </a:cxn>
              </a:cxnLst>
              <a:rect l="0" t="0" r="r" b="b"/>
              <a:pathLst>
                <a:path w="239" h="432">
                  <a:moveTo>
                    <a:pt x="65" y="0"/>
                  </a:moveTo>
                  <a:lnTo>
                    <a:pt x="61" y="43"/>
                  </a:lnTo>
                  <a:lnTo>
                    <a:pt x="24" y="57"/>
                  </a:lnTo>
                  <a:lnTo>
                    <a:pt x="23" y="87"/>
                  </a:lnTo>
                  <a:lnTo>
                    <a:pt x="40" y="94"/>
                  </a:lnTo>
                  <a:lnTo>
                    <a:pt x="36" y="110"/>
                  </a:lnTo>
                  <a:lnTo>
                    <a:pt x="2" y="120"/>
                  </a:lnTo>
                  <a:lnTo>
                    <a:pt x="2" y="150"/>
                  </a:lnTo>
                  <a:lnTo>
                    <a:pt x="0" y="186"/>
                  </a:lnTo>
                  <a:lnTo>
                    <a:pt x="12" y="196"/>
                  </a:lnTo>
                  <a:lnTo>
                    <a:pt x="31" y="200"/>
                  </a:lnTo>
                  <a:lnTo>
                    <a:pt x="76" y="236"/>
                  </a:lnTo>
                  <a:lnTo>
                    <a:pt x="79" y="281"/>
                  </a:lnTo>
                  <a:lnTo>
                    <a:pt x="64" y="326"/>
                  </a:lnTo>
                  <a:lnTo>
                    <a:pt x="64" y="389"/>
                  </a:lnTo>
                  <a:lnTo>
                    <a:pt x="101" y="422"/>
                  </a:lnTo>
                  <a:lnTo>
                    <a:pt x="146" y="432"/>
                  </a:lnTo>
                  <a:lnTo>
                    <a:pt x="179" y="430"/>
                  </a:lnTo>
                  <a:lnTo>
                    <a:pt x="196" y="404"/>
                  </a:lnTo>
                  <a:lnTo>
                    <a:pt x="230" y="394"/>
                  </a:lnTo>
                  <a:lnTo>
                    <a:pt x="238" y="375"/>
                  </a:lnTo>
                  <a:lnTo>
                    <a:pt x="239" y="321"/>
                  </a:lnTo>
                  <a:lnTo>
                    <a:pt x="187" y="296"/>
                  </a:lnTo>
                  <a:lnTo>
                    <a:pt x="185" y="248"/>
                  </a:lnTo>
                  <a:lnTo>
                    <a:pt x="222" y="211"/>
                  </a:lnTo>
                  <a:lnTo>
                    <a:pt x="226" y="161"/>
                  </a:lnTo>
                  <a:lnTo>
                    <a:pt x="214" y="128"/>
                  </a:lnTo>
                  <a:lnTo>
                    <a:pt x="200" y="97"/>
                  </a:lnTo>
                  <a:lnTo>
                    <a:pt x="167" y="93"/>
                  </a:lnTo>
                  <a:lnTo>
                    <a:pt x="146" y="47"/>
                  </a:lnTo>
                  <a:lnTo>
                    <a:pt x="108" y="22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 631"/>
            <p:cNvSpPr>
              <a:spLocks/>
            </p:cNvSpPr>
            <p:nvPr/>
          </p:nvSpPr>
          <p:spPr bwMode="auto">
            <a:xfrm>
              <a:off x="4189246" y="4096197"/>
              <a:ext cx="145932" cy="155659"/>
            </a:xfrm>
            <a:custGeom>
              <a:avLst/>
              <a:gdLst/>
              <a:ahLst/>
              <a:cxnLst>
                <a:cxn ang="0">
                  <a:pos x="342" y="339"/>
                </a:cxn>
                <a:cxn ang="0">
                  <a:pos x="319" y="294"/>
                </a:cxn>
                <a:cxn ang="0">
                  <a:pos x="311" y="256"/>
                </a:cxn>
                <a:cxn ang="0">
                  <a:pos x="359" y="163"/>
                </a:cxn>
                <a:cxn ang="0">
                  <a:pos x="359" y="138"/>
                </a:cxn>
                <a:cxn ang="0">
                  <a:pos x="325" y="49"/>
                </a:cxn>
                <a:cxn ang="0">
                  <a:pos x="262" y="49"/>
                </a:cxn>
                <a:cxn ang="0">
                  <a:pos x="228" y="75"/>
                </a:cxn>
                <a:cxn ang="0">
                  <a:pos x="182" y="34"/>
                </a:cxn>
                <a:cxn ang="0">
                  <a:pos x="144" y="30"/>
                </a:cxn>
                <a:cxn ang="0">
                  <a:pos x="110" y="0"/>
                </a:cxn>
                <a:cxn ang="0">
                  <a:pos x="77" y="34"/>
                </a:cxn>
                <a:cxn ang="0">
                  <a:pos x="21" y="43"/>
                </a:cxn>
                <a:cxn ang="0">
                  <a:pos x="35" y="118"/>
                </a:cxn>
                <a:cxn ang="0">
                  <a:pos x="17" y="182"/>
                </a:cxn>
                <a:cxn ang="0">
                  <a:pos x="0" y="207"/>
                </a:cxn>
                <a:cxn ang="0">
                  <a:pos x="0" y="275"/>
                </a:cxn>
                <a:cxn ang="0">
                  <a:pos x="52" y="300"/>
                </a:cxn>
                <a:cxn ang="0">
                  <a:pos x="56" y="333"/>
                </a:cxn>
                <a:cxn ang="0">
                  <a:pos x="38" y="383"/>
                </a:cxn>
                <a:cxn ang="0">
                  <a:pos x="106" y="374"/>
                </a:cxn>
                <a:cxn ang="0">
                  <a:pos x="186" y="353"/>
                </a:cxn>
                <a:cxn ang="0">
                  <a:pos x="257" y="339"/>
                </a:cxn>
                <a:cxn ang="0">
                  <a:pos x="342" y="339"/>
                </a:cxn>
              </a:cxnLst>
              <a:rect l="0" t="0" r="r" b="b"/>
              <a:pathLst>
                <a:path w="359" h="383">
                  <a:moveTo>
                    <a:pt x="342" y="339"/>
                  </a:moveTo>
                  <a:lnTo>
                    <a:pt x="319" y="294"/>
                  </a:lnTo>
                  <a:lnTo>
                    <a:pt x="311" y="256"/>
                  </a:lnTo>
                  <a:lnTo>
                    <a:pt x="359" y="163"/>
                  </a:lnTo>
                  <a:lnTo>
                    <a:pt x="359" y="138"/>
                  </a:lnTo>
                  <a:lnTo>
                    <a:pt x="325" y="49"/>
                  </a:lnTo>
                  <a:lnTo>
                    <a:pt x="262" y="49"/>
                  </a:lnTo>
                  <a:lnTo>
                    <a:pt x="228" y="75"/>
                  </a:lnTo>
                  <a:lnTo>
                    <a:pt x="182" y="34"/>
                  </a:lnTo>
                  <a:lnTo>
                    <a:pt x="144" y="30"/>
                  </a:lnTo>
                  <a:lnTo>
                    <a:pt x="110" y="0"/>
                  </a:lnTo>
                  <a:lnTo>
                    <a:pt x="77" y="34"/>
                  </a:lnTo>
                  <a:lnTo>
                    <a:pt x="21" y="43"/>
                  </a:lnTo>
                  <a:lnTo>
                    <a:pt x="35" y="118"/>
                  </a:lnTo>
                  <a:lnTo>
                    <a:pt x="17" y="182"/>
                  </a:lnTo>
                  <a:lnTo>
                    <a:pt x="0" y="207"/>
                  </a:lnTo>
                  <a:lnTo>
                    <a:pt x="0" y="275"/>
                  </a:lnTo>
                  <a:lnTo>
                    <a:pt x="52" y="300"/>
                  </a:lnTo>
                  <a:lnTo>
                    <a:pt x="56" y="333"/>
                  </a:lnTo>
                  <a:lnTo>
                    <a:pt x="38" y="383"/>
                  </a:lnTo>
                  <a:lnTo>
                    <a:pt x="106" y="374"/>
                  </a:lnTo>
                  <a:lnTo>
                    <a:pt x="186" y="353"/>
                  </a:lnTo>
                  <a:lnTo>
                    <a:pt x="257" y="339"/>
                  </a:lnTo>
                  <a:lnTo>
                    <a:pt x="342" y="3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 632"/>
            <p:cNvSpPr>
              <a:spLocks/>
            </p:cNvSpPr>
            <p:nvPr/>
          </p:nvSpPr>
          <p:spPr bwMode="auto">
            <a:xfrm>
              <a:off x="4458407" y="4019988"/>
              <a:ext cx="272403" cy="230245"/>
            </a:xfrm>
            <a:custGeom>
              <a:avLst/>
              <a:gdLst/>
              <a:ahLst/>
              <a:cxnLst>
                <a:cxn ang="0">
                  <a:pos x="636" y="13"/>
                </a:cxn>
                <a:cxn ang="0">
                  <a:pos x="661" y="38"/>
                </a:cxn>
                <a:cxn ang="0">
                  <a:pos x="665" y="68"/>
                </a:cxn>
                <a:cxn ang="0">
                  <a:pos x="673" y="160"/>
                </a:cxn>
                <a:cxn ang="0">
                  <a:pos x="644" y="177"/>
                </a:cxn>
                <a:cxn ang="0">
                  <a:pos x="598" y="261"/>
                </a:cxn>
                <a:cxn ang="0">
                  <a:pos x="561" y="299"/>
                </a:cxn>
                <a:cxn ang="0">
                  <a:pos x="534" y="408"/>
                </a:cxn>
                <a:cxn ang="0">
                  <a:pos x="501" y="442"/>
                </a:cxn>
                <a:cxn ang="0">
                  <a:pos x="468" y="404"/>
                </a:cxn>
                <a:cxn ang="0">
                  <a:pos x="426" y="404"/>
                </a:cxn>
                <a:cxn ang="0">
                  <a:pos x="354" y="493"/>
                </a:cxn>
                <a:cxn ang="0">
                  <a:pos x="333" y="568"/>
                </a:cxn>
                <a:cxn ang="0">
                  <a:pos x="202" y="564"/>
                </a:cxn>
                <a:cxn ang="0">
                  <a:pos x="169" y="556"/>
                </a:cxn>
                <a:cxn ang="0">
                  <a:pos x="151" y="518"/>
                </a:cxn>
                <a:cxn ang="0">
                  <a:pos x="76" y="454"/>
                </a:cxn>
                <a:cxn ang="0">
                  <a:pos x="8" y="454"/>
                </a:cxn>
                <a:cxn ang="0">
                  <a:pos x="0" y="301"/>
                </a:cxn>
                <a:cxn ang="0">
                  <a:pos x="42" y="253"/>
                </a:cxn>
                <a:cxn ang="0">
                  <a:pos x="48" y="168"/>
                </a:cxn>
                <a:cxn ang="0">
                  <a:pos x="22" y="114"/>
                </a:cxn>
                <a:cxn ang="0">
                  <a:pos x="42" y="110"/>
                </a:cxn>
                <a:cxn ang="0">
                  <a:pos x="72" y="33"/>
                </a:cxn>
                <a:cxn ang="0">
                  <a:pos x="113" y="0"/>
                </a:cxn>
                <a:cxn ang="0">
                  <a:pos x="206" y="8"/>
                </a:cxn>
                <a:cxn ang="0">
                  <a:pos x="252" y="60"/>
                </a:cxn>
                <a:cxn ang="0">
                  <a:pos x="312" y="60"/>
                </a:cxn>
                <a:cxn ang="0">
                  <a:pos x="362" y="71"/>
                </a:cxn>
                <a:cxn ang="0">
                  <a:pos x="404" y="64"/>
                </a:cxn>
                <a:cxn ang="0">
                  <a:pos x="434" y="25"/>
                </a:cxn>
                <a:cxn ang="0">
                  <a:pos x="548" y="46"/>
                </a:cxn>
                <a:cxn ang="0">
                  <a:pos x="636" y="13"/>
                </a:cxn>
              </a:cxnLst>
              <a:rect l="0" t="0" r="r" b="b"/>
              <a:pathLst>
                <a:path w="673" h="568">
                  <a:moveTo>
                    <a:pt x="636" y="13"/>
                  </a:moveTo>
                  <a:lnTo>
                    <a:pt x="661" y="38"/>
                  </a:lnTo>
                  <a:lnTo>
                    <a:pt x="665" y="68"/>
                  </a:lnTo>
                  <a:lnTo>
                    <a:pt x="673" y="160"/>
                  </a:lnTo>
                  <a:lnTo>
                    <a:pt x="644" y="177"/>
                  </a:lnTo>
                  <a:lnTo>
                    <a:pt x="598" y="261"/>
                  </a:lnTo>
                  <a:lnTo>
                    <a:pt x="561" y="299"/>
                  </a:lnTo>
                  <a:lnTo>
                    <a:pt x="534" y="408"/>
                  </a:lnTo>
                  <a:lnTo>
                    <a:pt x="501" y="442"/>
                  </a:lnTo>
                  <a:lnTo>
                    <a:pt x="468" y="404"/>
                  </a:lnTo>
                  <a:lnTo>
                    <a:pt x="426" y="404"/>
                  </a:lnTo>
                  <a:lnTo>
                    <a:pt x="354" y="493"/>
                  </a:lnTo>
                  <a:lnTo>
                    <a:pt x="333" y="568"/>
                  </a:lnTo>
                  <a:lnTo>
                    <a:pt x="202" y="564"/>
                  </a:lnTo>
                  <a:lnTo>
                    <a:pt x="169" y="556"/>
                  </a:lnTo>
                  <a:lnTo>
                    <a:pt x="151" y="518"/>
                  </a:lnTo>
                  <a:lnTo>
                    <a:pt x="76" y="454"/>
                  </a:lnTo>
                  <a:lnTo>
                    <a:pt x="8" y="454"/>
                  </a:lnTo>
                  <a:lnTo>
                    <a:pt x="0" y="301"/>
                  </a:lnTo>
                  <a:lnTo>
                    <a:pt x="42" y="253"/>
                  </a:lnTo>
                  <a:lnTo>
                    <a:pt x="48" y="168"/>
                  </a:lnTo>
                  <a:lnTo>
                    <a:pt x="22" y="114"/>
                  </a:lnTo>
                  <a:lnTo>
                    <a:pt x="42" y="110"/>
                  </a:lnTo>
                  <a:lnTo>
                    <a:pt x="72" y="33"/>
                  </a:lnTo>
                  <a:lnTo>
                    <a:pt x="113" y="0"/>
                  </a:lnTo>
                  <a:lnTo>
                    <a:pt x="206" y="8"/>
                  </a:lnTo>
                  <a:lnTo>
                    <a:pt x="252" y="60"/>
                  </a:lnTo>
                  <a:lnTo>
                    <a:pt x="312" y="60"/>
                  </a:lnTo>
                  <a:lnTo>
                    <a:pt x="362" y="71"/>
                  </a:lnTo>
                  <a:lnTo>
                    <a:pt x="404" y="64"/>
                  </a:lnTo>
                  <a:lnTo>
                    <a:pt x="434" y="25"/>
                  </a:lnTo>
                  <a:lnTo>
                    <a:pt x="548" y="46"/>
                  </a:lnTo>
                  <a:lnTo>
                    <a:pt x="636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 633"/>
            <p:cNvSpPr>
              <a:spLocks/>
            </p:cNvSpPr>
            <p:nvPr/>
          </p:nvSpPr>
          <p:spPr bwMode="auto">
            <a:xfrm>
              <a:off x="5192925" y="4240506"/>
              <a:ext cx="189710" cy="220518"/>
            </a:xfrm>
            <a:custGeom>
              <a:avLst/>
              <a:gdLst/>
              <a:ahLst/>
              <a:cxnLst>
                <a:cxn ang="0">
                  <a:pos x="325" y="543"/>
                </a:cxn>
                <a:cxn ang="0">
                  <a:pos x="350" y="484"/>
                </a:cxn>
                <a:cxn ang="0">
                  <a:pos x="362" y="437"/>
                </a:cxn>
                <a:cxn ang="0">
                  <a:pos x="404" y="425"/>
                </a:cxn>
                <a:cxn ang="0">
                  <a:pos x="404" y="400"/>
                </a:cxn>
                <a:cxn ang="0">
                  <a:pos x="435" y="387"/>
                </a:cxn>
                <a:cxn ang="0">
                  <a:pos x="464" y="351"/>
                </a:cxn>
                <a:cxn ang="0">
                  <a:pos x="431" y="327"/>
                </a:cxn>
                <a:cxn ang="0">
                  <a:pos x="431" y="70"/>
                </a:cxn>
                <a:cxn ang="0">
                  <a:pos x="468" y="38"/>
                </a:cxn>
                <a:cxn ang="0">
                  <a:pos x="367" y="29"/>
                </a:cxn>
                <a:cxn ang="0">
                  <a:pos x="312" y="64"/>
                </a:cxn>
                <a:cxn ang="0">
                  <a:pos x="249" y="54"/>
                </a:cxn>
                <a:cxn ang="0">
                  <a:pos x="147" y="8"/>
                </a:cxn>
                <a:cxn ang="0">
                  <a:pos x="110" y="0"/>
                </a:cxn>
                <a:cxn ang="0">
                  <a:pos x="0" y="12"/>
                </a:cxn>
                <a:cxn ang="0">
                  <a:pos x="16" y="54"/>
                </a:cxn>
                <a:cxn ang="0">
                  <a:pos x="67" y="139"/>
                </a:cxn>
                <a:cxn ang="0">
                  <a:pos x="67" y="187"/>
                </a:cxn>
                <a:cxn ang="0">
                  <a:pos x="11" y="232"/>
                </a:cxn>
                <a:cxn ang="0">
                  <a:pos x="2" y="325"/>
                </a:cxn>
                <a:cxn ang="0">
                  <a:pos x="89" y="383"/>
                </a:cxn>
                <a:cxn ang="0">
                  <a:pos x="215" y="431"/>
                </a:cxn>
                <a:cxn ang="0">
                  <a:pos x="218" y="453"/>
                </a:cxn>
                <a:cxn ang="0">
                  <a:pos x="212" y="488"/>
                </a:cxn>
                <a:cxn ang="0">
                  <a:pos x="325" y="543"/>
                </a:cxn>
              </a:cxnLst>
              <a:rect l="0" t="0" r="r" b="b"/>
              <a:pathLst>
                <a:path w="468" h="543">
                  <a:moveTo>
                    <a:pt x="325" y="543"/>
                  </a:moveTo>
                  <a:lnTo>
                    <a:pt x="350" y="484"/>
                  </a:lnTo>
                  <a:lnTo>
                    <a:pt x="362" y="437"/>
                  </a:lnTo>
                  <a:lnTo>
                    <a:pt x="404" y="425"/>
                  </a:lnTo>
                  <a:lnTo>
                    <a:pt x="404" y="400"/>
                  </a:lnTo>
                  <a:lnTo>
                    <a:pt x="435" y="387"/>
                  </a:lnTo>
                  <a:lnTo>
                    <a:pt x="464" y="351"/>
                  </a:lnTo>
                  <a:lnTo>
                    <a:pt x="431" y="327"/>
                  </a:lnTo>
                  <a:lnTo>
                    <a:pt x="431" y="70"/>
                  </a:lnTo>
                  <a:lnTo>
                    <a:pt x="468" y="38"/>
                  </a:lnTo>
                  <a:lnTo>
                    <a:pt x="367" y="29"/>
                  </a:lnTo>
                  <a:lnTo>
                    <a:pt x="312" y="64"/>
                  </a:lnTo>
                  <a:lnTo>
                    <a:pt x="249" y="54"/>
                  </a:lnTo>
                  <a:lnTo>
                    <a:pt x="147" y="8"/>
                  </a:lnTo>
                  <a:lnTo>
                    <a:pt x="110" y="0"/>
                  </a:lnTo>
                  <a:lnTo>
                    <a:pt x="0" y="12"/>
                  </a:lnTo>
                  <a:lnTo>
                    <a:pt x="16" y="54"/>
                  </a:lnTo>
                  <a:lnTo>
                    <a:pt x="67" y="139"/>
                  </a:lnTo>
                  <a:lnTo>
                    <a:pt x="67" y="187"/>
                  </a:lnTo>
                  <a:lnTo>
                    <a:pt x="11" y="232"/>
                  </a:lnTo>
                  <a:lnTo>
                    <a:pt x="2" y="325"/>
                  </a:lnTo>
                  <a:lnTo>
                    <a:pt x="89" y="383"/>
                  </a:lnTo>
                  <a:lnTo>
                    <a:pt x="215" y="431"/>
                  </a:lnTo>
                  <a:lnTo>
                    <a:pt x="218" y="453"/>
                  </a:lnTo>
                  <a:lnTo>
                    <a:pt x="212" y="488"/>
                  </a:lnTo>
                  <a:lnTo>
                    <a:pt x="325" y="54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 634"/>
            <p:cNvSpPr>
              <a:spLocks/>
            </p:cNvSpPr>
            <p:nvPr/>
          </p:nvSpPr>
          <p:spPr bwMode="auto">
            <a:xfrm>
              <a:off x="5202653" y="3502746"/>
              <a:ext cx="45401" cy="113502"/>
            </a:xfrm>
            <a:custGeom>
              <a:avLst/>
              <a:gdLst/>
              <a:ahLst/>
              <a:cxnLst>
                <a:cxn ang="0">
                  <a:pos x="11" y="154"/>
                </a:cxn>
                <a:cxn ang="0">
                  <a:pos x="28" y="121"/>
                </a:cxn>
                <a:cxn ang="0">
                  <a:pos x="35" y="97"/>
                </a:cxn>
                <a:cxn ang="0">
                  <a:pos x="52" y="67"/>
                </a:cxn>
                <a:cxn ang="0">
                  <a:pos x="60" y="41"/>
                </a:cxn>
                <a:cxn ang="0">
                  <a:pos x="68" y="14"/>
                </a:cxn>
                <a:cxn ang="0">
                  <a:pos x="69" y="15"/>
                </a:cxn>
                <a:cxn ang="0">
                  <a:pos x="86" y="22"/>
                </a:cxn>
                <a:cxn ang="0">
                  <a:pos x="96" y="0"/>
                </a:cxn>
                <a:cxn ang="0">
                  <a:pos x="113" y="3"/>
                </a:cxn>
                <a:cxn ang="0">
                  <a:pos x="88" y="85"/>
                </a:cxn>
                <a:cxn ang="0">
                  <a:pos x="86" y="96"/>
                </a:cxn>
                <a:cxn ang="0">
                  <a:pos x="57" y="85"/>
                </a:cxn>
                <a:cxn ang="0">
                  <a:pos x="49" y="117"/>
                </a:cxn>
                <a:cxn ang="0">
                  <a:pos x="62" y="138"/>
                </a:cxn>
                <a:cxn ang="0">
                  <a:pos x="47" y="151"/>
                </a:cxn>
                <a:cxn ang="0">
                  <a:pos x="65" y="171"/>
                </a:cxn>
                <a:cxn ang="0">
                  <a:pos x="57" y="220"/>
                </a:cxn>
                <a:cxn ang="0">
                  <a:pos x="35" y="281"/>
                </a:cxn>
                <a:cxn ang="0">
                  <a:pos x="27" y="280"/>
                </a:cxn>
                <a:cxn ang="0">
                  <a:pos x="11" y="230"/>
                </a:cxn>
                <a:cxn ang="0">
                  <a:pos x="0" y="192"/>
                </a:cxn>
                <a:cxn ang="0">
                  <a:pos x="19" y="171"/>
                </a:cxn>
                <a:cxn ang="0">
                  <a:pos x="11" y="154"/>
                </a:cxn>
              </a:cxnLst>
              <a:rect l="0" t="0" r="r" b="b"/>
              <a:pathLst>
                <a:path w="113" h="281">
                  <a:moveTo>
                    <a:pt x="11" y="154"/>
                  </a:moveTo>
                  <a:lnTo>
                    <a:pt x="28" y="121"/>
                  </a:lnTo>
                  <a:lnTo>
                    <a:pt x="35" y="97"/>
                  </a:lnTo>
                  <a:lnTo>
                    <a:pt x="52" y="67"/>
                  </a:lnTo>
                  <a:lnTo>
                    <a:pt x="60" y="41"/>
                  </a:lnTo>
                  <a:lnTo>
                    <a:pt x="68" y="14"/>
                  </a:lnTo>
                  <a:lnTo>
                    <a:pt x="69" y="15"/>
                  </a:lnTo>
                  <a:lnTo>
                    <a:pt x="86" y="22"/>
                  </a:lnTo>
                  <a:lnTo>
                    <a:pt x="96" y="0"/>
                  </a:lnTo>
                  <a:lnTo>
                    <a:pt x="113" y="3"/>
                  </a:lnTo>
                  <a:lnTo>
                    <a:pt x="88" y="85"/>
                  </a:lnTo>
                  <a:lnTo>
                    <a:pt x="86" y="96"/>
                  </a:lnTo>
                  <a:lnTo>
                    <a:pt x="57" y="85"/>
                  </a:lnTo>
                  <a:lnTo>
                    <a:pt x="49" y="117"/>
                  </a:lnTo>
                  <a:lnTo>
                    <a:pt x="62" y="138"/>
                  </a:lnTo>
                  <a:lnTo>
                    <a:pt x="47" y="151"/>
                  </a:lnTo>
                  <a:lnTo>
                    <a:pt x="65" y="171"/>
                  </a:lnTo>
                  <a:lnTo>
                    <a:pt x="57" y="220"/>
                  </a:lnTo>
                  <a:lnTo>
                    <a:pt x="35" y="281"/>
                  </a:lnTo>
                  <a:lnTo>
                    <a:pt x="27" y="280"/>
                  </a:lnTo>
                  <a:lnTo>
                    <a:pt x="11" y="230"/>
                  </a:lnTo>
                  <a:lnTo>
                    <a:pt x="0" y="192"/>
                  </a:lnTo>
                  <a:lnTo>
                    <a:pt x="19" y="171"/>
                  </a:lnTo>
                  <a:lnTo>
                    <a:pt x="11" y="1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 635"/>
            <p:cNvSpPr>
              <a:spLocks/>
            </p:cNvSpPr>
            <p:nvPr/>
          </p:nvSpPr>
          <p:spPr bwMode="auto">
            <a:xfrm>
              <a:off x="5004836" y="4730185"/>
              <a:ext cx="170252" cy="167010"/>
            </a:xfrm>
            <a:custGeom>
              <a:avLst/>
              <a:gdLst/>
              <a:ahLst/>
              <a:cxnLst>
                <a:cxn ang="0">
                  <a:pos x="163" y="62"/>
                </a:cxn>
                <a:cxn ang="0">
                  <a:pos x="121" y="90"/>
                </a:cxn>
                <a:cxn ang="0">
                  <a:pos x="88" y="100"/>
                </a:cxn>
                <a:cxn ang="0">
                  <a:pos x="57" y="143"/>
                </a:cxn>
                <a:cxn ang="0">
                  <a:pos x="0" y="143"/>
                </a:cxn>
                <a:cxn ang="0">
                  <a:pos x="2" y="183"/>
                </a:cxn>
                <a:cxn ang="0">
                  <a:pos x="90" y="250"/>
                </a:cxn>
                <a:cxn ang="0">
                  <a:pos x="98" y="287"/>
                </a:cxn>
                <a:cxn ang="0">
                  <a:pos x="132" y="368"/>
                </a:cxn>
                <a:cxn ang="0">
                  <a:pos x="157" y="405"/>
                </a:cxn>
                <a:cxn ang="0">
                  <a:pos x="199" y="405"/>
                </a:cxn>
                <a:cxn ang="0">
                  <a:pos x="234" y="389"/>
                </a:cxn>
                <a:cxn ang="0">
                  <a:pos x="321" y="409"/>
                </a:cxn>
                <a:cxn ang="0">
                  <a:pos x="351" y="381"/>
                </a:cxn>
                <a:cxn ang="0">
                  <a:pos x="361" y="314"/>
                </a:cxn>
                <a:cxn ang="0">
                  <a:pos x="414" y="278"/>
                </a:cxn>
                <a:cxn ang="0">
                  <a:pos x="422" y="258"/>
                </a:cxn>
                <a:cxn ang="0">
                  <a:pos x="394" y="218"/>
                </a:cxn>
                <a:cxn ang="0">
                  <a:pos x="394" y="183"/>
                </a:cxn>
                <a:cxn ang="0">
                  <a:pos x="411" y="165"/>
                </a:cxn>
                <a:cxn ang="0">
                  <a:pos x="404" y="78"/>
                </a:cxn>
                <a:cxn ang="0">
                  <a:pos x="379" y="47"/>
                </a:cxn>
                <a:cxn ang="0">
                  <a:pos x="245" y="0"/>
                </a:cxn>
                <a:cxn ang="0">
                  <a:pos x="188" y="12"/>
                </a:cxn>
                <a:cxn ang="0">
                  <a:pos x="169" y="30"/>
                </a:cxn>
                <a:cxn ang="0">
                  <a:pos x="163" y="62"/>
                </a:cxn>
              </a:cxnLst>
              <a:rect l="0" t="0" r="r" b="b"/>
              <a:pathLst>
                <a:path w="422" h="409">
                  <a:moveTo>
                    <a:pt x="163" y="62"/>
                  </a:moveTo>
                  <a:lnTo>
                    <a:pt x="121" y="90"/>
                  </a:lnTo>
                  <a:lnTo>
                    <a:pt x="88" y="100"/>
                  </a:lnTo>
                  <a:lnTo>
                    <a:pt x="57" y="143"/>
                  </a:lnTo>
                  <a:lnTo>
                    <a:pt x="0" y="143"/>
                  </a:lnTo>
                  <a:lnTo>
                    <a:pt x="2" y="183"/>
                  </a:lnTo>
                  <a:lnTo>
                    <a:pt x="90" y="250"/>
                  </a:lnTo>
                  <a:lnTo>
                    <a:pt x="98" y="287"/>
                  </a:lnTo>
                  <a:lnTo>
                    <a:pt x="132" y="368"/>
                  </a:lnTo>
                  <a:lnTo>
                    <a:pt x="157" y="405"/>
                  </a:lnTo>
                  <a:lnTo>
                    <a:pt x="199" y="405"/>
                  </a:lnTo>
                  <a:lnTo>
                    <a:pt x="234" y="389"/>
                  </a:lnTo>
                  <a:lnTo>
                    <a:pt x="321" y="409"/>
                  </a:lnTo>
                  <a:lnTo>
                    <a:pt x="351" y="381"/>
                  </a:lnTo>
                  <a:lnTo>
                    <a:pt x="361" y="314"/>
                  </a:lnTo>
                  <a:lnTo>
                    <a:pt x="414" y="278"/>
                  </a:lnTo>
                  <a:lnTo>
                    <a:pt x="422" y="258"/>
                  </a:lnTo>
                  <a:lnTo>
                    <a:pt x="394" y="218"/>
                  </a:lnTo>
                  <a:lnTo>
                    <a:pt x="394" y="183"/>
                  </a:lnTo>
                  <a:lnTo>
                    <a:pt x="411" y="165"/>
                  </a:lnTo>
                  <a:lnTo>
                    <a:pt x="404" y="78"/>
                  </a:lnTo>
                  <a:lnTo>
                    <a:pt x="379" y="47"/>
                  </a:lnTo>
                  <a:lnTo>
                    <a:pt x="245" y="0"/>
                  </a:lnTo>
                  <a:lnTo>
                    <a:pt x="188" y="12"/>
                  </a:lnTo>
                  <a:lnTo>
                    <a:pt x="169" y="30"/>
                  </a:lnTo>
                  <a:lnTo>
                    <a:pt x="163" y="6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 636"/>
            <p:cNvSpPr>
              <a:spLocks/>
            </p:cNvSpPr>
            <p:nvPr/>
          </p:nvSpPr>
          <p:spPr bwMode="auto">
            <a:xfrm>
              <a:off x="5416687" y="4642626"/>
              <a:ext cx="168633" cy="350234"/>
            </a:xfrm>
            <a:custGeom>
              <a:avLst/>
              <a:gdLst/>
              <a:ahLst/>
              <a:cxnLst>
                <a:cxn ang="0">
                  <a:pos x="348" y="6"/>
                </a:cxn>
                <a:cxn ang="0">
                  <a:pos x="361" y="0"/>
                </a:cxn>
                <a:cxn ang="0">
                  <a:pos x="376" y="22"/>
                </a:cxn>
                <a:cxn ang="0">
                  <a:pos x="381" y="84"/>
                </a:cxn>
                <a:cxn ang="0">
                  <a:pos x="416" y="194"/>
                </a:cxn>
                <a:cxn ang="0">
                  <a:pos x="409" y="230"/>
                </a:cxn>
                <a:cxn ang="0">
                  <a:pos x="379" y="235"/>
                </a:cxn>
                <a:cxn ang="0">
                  <a:pos x="376" y="320"/>
                </a:cxn>
                <a:cxn ang="0">
                  <a:pos x="364" y="340"/>
                </a:cxn>
                <a:cxn ang="0">
                  <a:pos x="320" y="494"/>
                </a:cxn>
                <a:cxn ang="0">
                  <a:pos x="294" y="581"/>
                </a:cxn>
                <a:cxn ang="0">
                  <a:pos x="266" y="651"/>
                </a:cxn>
                <a:cxn ang="0">
                  <a:pos x="246" y="774"/>
                </a:cxn>
                <a:cxn ang="0">
                  <a:pos x="210" y="825"/>
                </a:cxn>
                <a:cxn ang="0">
                  <a:pos x="163" y="831"/>
                </a:cxn>
                <a:cxn ang="0">
                  <a:pos x="120" y="862"/>
                </a:cxn>
                <a:cxn ang="0">
                  <a:pos x="75" y="842"/>
                </a:cxn>
                <a:cxn ang="0">
                  <a:pos x="42" y="802"/>
                </a:cxn>
                <a:cxn ang="0">
                  <a:pos x="28" y="716"/>
                </a:cxn>
                <a:cxn ang="0">
                  <a:pos x="0" y="679"/>
                </a:cxn>
                <a:cxn ang="0">
                  <a:pos x="0" y="617"/>
                </a:cxn>
                <a:cxn ang="0">
                  <a:pos x="50" y="541"/>
                </a:cxn>
                <a:cxn ang="0">
                  <a:pos x="65" y="435"/>
                </a:cxn>
                <a:cxn ang="0">
                  <a:pos x="42" y="396"/>
                </a:cxn>
                <a:cxn ang="0">
                  <a:pos x="58" y="298"/>
                </a:cxn>
                <a:cxn ang="0">
                  <a:pos x="78" y="270"/>
                </a:cxn>
                <a:cxn ang="0">
                  <a:pos x="110" y="255"/>
                </a:cxn>
                <a:cxn ang="0">
                  <a:pos x="123" y="242"/>
                </a:cxn>
                <a:cxn ang="0">
                  <a:pos x="153" y="235"/>
                </a:cxn>
                <a:cxn ang="0">
                  <a:pos x="193" y="207"/>
                </a:cxn>
                <a:cxn ang="0">
                  <a:pos x="230" y="197"/>
                </a:cxn>
                <a:cxn ang="0">
                  <a:pos x="246" y="172"/>
                </a:cxn>
                <a:cxn ang="0">
                  <a:pos x="273" y="152"/>
                </a:cxn>
                <a:cxn ang="0">
                  <a:pos x="273" y="115"/>
                </a:cxn>
                <a:cxn ang="0">
                  <a:pos x="303" y="102"/>
                </a:cxn>
                <a:cxn ang="0">
                  <a:pos x="334" y="42"/>
                </a:cxn>
                <a:cxn ang="0">
                  <a:pos x="348" y="6"/>
                </a:cxn>
              </a:cxnLst>
              <a:rect l="0" t="0" r="r" b="b"/>
              <a:pathLst>
                <a:path w="416" h="862">
                  <a:moveTo>
                    <a:pt x="348" y="6"/>
                  </a:moveTo>
                  <a:lnTo>
                    <a:pt x="361" y="0"/>
                  </a:lnTo>
                  <a:lnTo>
                    <a:pt x="376" y="22"/>
                  </a:lnTo>
                  <a:lnTo>
                    <a:pt x="381" y="84"/>
                  </a:lnTo>
                  <a:lnTo>
                    <a:pt x="416" y="194"/>
                  </a:lnTo>
                  <a:lnTo>
                    <a:pt x="409" y="230"/>
                  </a:lnTo>
                  <a:lnTo>
                    <a:pt x="379" y="235"/>
                  </a:lnTo>
                  <a:lnTo>
                    <a:pt x="376" y="320"/>
                  </a:lnTo>
                  <a:lnTo>
                    <a:pt x="364" y="340"/>
                  </a:lnTo>
                  <a:lnTo>
                    <a:pt x="320" y="494"/>
                  </a:lnTo>
                  <a:lnTo>
                    <a:pt x="294" y="581"/>
                  </a:lnTo>
                  <a:lnTo>
                    <a:pt x="266" y="651"/>
                  </a:lnTo>
                  <a:lnTo>
                    <a:pt x="246" y="774"/>
                  </a:lnTo>
                  <a:lnTo>
                    <a:pt x="210" y="825"/>
                  </a:lnTo>
                  <a:lnTo>
                    <a:pt x="163" y="831"/>
                  </a:lnTo>
                  <a:lnTo>
                    <a:pt x="120" y="862"/>
                  </a:lnTo>
                  <a:lnTo>
                    <a:pt x="75" y="842"/>
                  </a:lnTo>
                  <a:lnTo>
                    <a:pt x="42" y="802"/>
                  </a:lnTo>
                  <a:lnTo>
                    <a:pt x="28" y="716"/>
                  </a:lnTo>
                  <a:lnTo>
                    <a:pt x="0" y="679"/>
                  </a:lnTo>
                  <a:lnTo>
                    <a:pt x="0" y="617"/>
                  </a:lnTo>
                  <a:lnTo>
                    <a:pt x="50" y="541"/>
                  </a:lnTo>
                  <a:lnTo>
                    <a:pt x="65" y="435"/>
                  </a:lnTo>
                  <a:lnTo>
                    <a:pt x="42" y="396"/>
                  </a:lnTo>
                  <a:lnTo>
                    <a:pt x="58" y="298"/>
                  </a:lnTo>
                  <a:lnTo>
                    <a:pt x="78" y="270"/>
                  </a:lnTo>
                  <a:lnTo>
                    <a:pt x="110" y="255"/>
                  </a:lnTo>
                  <a:lnTo>
                    <a:pt x="123" y="242"/>
                  </a:lnTo>
                  <a:lnTo>
                    <a:pt x="153" y="235"/>
                  </a:lnTo>
                  <a:lnTo>
                    <a:pt x="193" y="207"/>
                  </a:lnTo>
                  <a:lnTo>
                    <a:pt x="230" y="197"/>
                  </a:lnTo>
                  <a:lnTo>
                    <a:pt x="246" y="172"/>
                  </a:lnTo>
                  <a:lnTo>
                    <a:pt x="273" y="152"/>
                  </a:lnTo>
                  <a:lnTo>
                    <a:pt x="273" y="115"/>
                  </a:lnTo>
                  <a:lnTo>
                    <a:pt x="303" y="102"/>
                  </a:lnTo>
                  <a:lnTo>
                    <a:pt x="334" y="42"/>
                  </a:lnTo>
                  <a:lnTo>
                    <a:pt x="348" y="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 637"/>
            <p:cNvSpPr>
              <a:spLocks/>
            </p:cNvSpPr>
            <p:nvPr/>
          </p:nvSpPr>
          <p:spPr bwMode="auto">
            <a:xfrm>
              <a:off x="7767792" y="4404273"/>
              <a:ext cx="236732" cy="19295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67" y="27"/>
                </a:cxn>
                <a:cxn ang="0">
                  <a:pos x="160" y="54"/>
                </a:cxn>
                <a:cxn ang="0">
                  <a:pos x="197" y="69"/>
                </a:cxn>
                <a:cxn ang="0">
                  <a:pos x="248" y="109"/>
                </a:cxn>
                <a:cxn ang="0">
                  <a:pos x="286" y="125"/>
                </a:cxn>
                <a:cxn ang="0">
                  <a:pos x="295" y="176"/>
                </a:cxn>
                <a:cxn ang="0">
                  <a:pos x="391" y="212"/>
                </a:cxn>
                <a:cxn ang="0">
                  <a:pos x="411" y="227"/>
                </a:cxn>
                <a:cxn ang="0">
                  <a:pos x="404" y="249"/>
                </a:cxn>
                <a:cxn ang="0">
                  <a:pos x="368" y="257"/>
                </a:cxn>
                <a:cxn ang="0">
                  <a:pos x="368" y="272"/>
                </a:cxn>
                <a:cxn ang="0">
                  <a:pos x="399" y="313"/>
                </a:cxn>
                <a:cxn ang="0">
                  <a:pos x="436" y="315"/>
                </a:cxn>
                <a:cxn ang="0">
                  <a:pos x="433" y="347"/>
                </a:cxn>
                <a:cxn ang="0">
                  <a:pos x="461" y="389"/>
                </a:cxn>
                <a:cxn ang="0">
                  <a:pos x="506" y="405"/>
                </a:cxn>
                <a:cxn ang="0">
                  <a:pos x="579" y="448"/>
                </a:cxn>
                <a:cxn ang="0">
                  <a:pos x="587" y="476"/>
                </a:cxn>
                <a:cxn ang="0">
                  <a:pos x="570" y="478"/>
                </a:cxn>
                <a:cxn ang="0">
                  <a:pos x="522" y="465"/>
                </a:cxn>
                <a:cxn ang="0">
                  <a:pos x="471" y="448"/>
                </a:cxn>
                <a:cxn ang="0">
                  <a:pos x="418" y="448"/>
                </a:cxn>
                <a:cxn ang="0">
                  <a:pos x="381" y="428"/>
                </a:cxn>
                <a:cxn ang="0">
                  <a:pos x="368" y="389"/>
                </a:cxn>
                <a:cxn ang="0">
                  <a:pos x="340" y="375"/>
                </a:cxn>
                <a:cxn ang="0">
                  <a:pos x="318" y="333"/>
                </a:cxn>
                <a:cxn ang="0">
                  <a:pos x="286" y="327"/>
                </a:cxn>
                <a:cxn ang="0">
                  <a:pos x="225" y="299"/>
                </a:cxn>
                <a:cxn ang="0">
                  <a:pos x="185" y="305"/>
                </a:cxn>
                <a:cxn ang="0">
                  <a:pos x="193" y="335"/>
                </a:cxn>
                <a:cxn ang="0">
                  <a:pos x="140" y="335"/>
                </a:cxn>
                <a:cxn ang="0">
                  <a:pos x="132" y="352"/>
                </a:cxn>
                <a:cxn ang="0">
                  <a:pos x="163" y="378"/>
                </a:cxn>
                <a:cxn ang="0">
                  <a:pos x="138" y="395"/>
                </a:cxn>
                <a:cxn ang="0">
                  <a:pos x="28" y="395"/>
                </a:cxn>
                <a:cxn ang="0">
                  <a:pos x="20" y="274"/>
                </a:cxn>
                <a:cxn ang="0">
                  <a:pos x="3" y="249"/>
                </a:cxn>
                <a:cxn ang="0">
                  <a:pos x="0" y="227"/>
                </a:cxn>
                <a:cxn ang="0">
                  <a:pos x="20" y="201"/>
                </a:cxn>
                <a:cxn ang="0">
                  <a:pos x="9" y="0"/>
                </a:cxn>
              </a:cxnLst>
              <a:rect l="0" t="0" r="r" b="b"/>
              <a:pathLst>
                <a:path w="587" h="478">
                  <a:moveTo>
                    <a:pt x="9" y="0"/>
                  </a:moveTo>
                  <a:lnTo>
                    <a:pt x="67" y="27"/>
                  </a:lnTo>
                  <a:lnTo>
                    <a:pt x="160" y="54"/>
                  </a:lnTo>
                  <a:lnTo>
                    <a:pt x="197" y="69"/>
                  </a:lnTo>
                  <a:lnTo>
                    <a:pt x="248" y="109"/>
                  </a:lnTo>
                  <a:lnTo>
                    <a:pt x="286" y="125"/>
                  </a:lnTo>
                  <a:lnTo>
                    <a:pt x="295" y="176"/>
                  </a:lnTo>
                  <a:lnTo>
                    <a:pt x="391" y="212"/>
                  </a:lnTo>
                  <a:lnTo>
                    <a:pt x="411" y="227"/>
                  </a:lnTo>
                  <a:lnTo>
                    <a:pt x="404" y="249"/>
                  </a:lnTo>
                  <a:lnTo>
                    <a:pt x="368" y="257"/>
                  </a:lnTo>
                  <a:lnTo>
                    <a:pt x="368" y="272"/>
                  </a:lnTo>
                  <a:lnTo>
                    <a:pt x="399" y="313"/>
                  </a:lnTo>
                  <a:lnTo>
                    <a:pt x="436" y="315"/>
                  </a:lnTo>
                  <a:lnTo>
                    <a:pt x="433" y="347"/>
                  </a:lnTo>
                  <a:lnTo>
                    <a:pt x="461" y="389"/>
                  </a:lnTo>
                  <a:lnTo>
                    <a:pt x="506" y="405"/>
                  </a:lnTo>
                  <a:lnTo>
                    <a:pt x="579" y="448"/>
                  </a:lnTo>
                  <a:lnTo>
                    <a:pt x="587" y="476"/>
                  </a:lnTo>
                  <a:lnTo>
                    <a:pt x="570" y="478"/>
                  </a:lnTo>
                  <a:lnTo>
                    <a:pt x="522" y="465"/>
                  </a:lnTo>
                  <a:lnTo>
                    <a:pt x="471" y="448"/>
                  </a:lnTo>
                  <a:lnTo>
                    <a:pt x="418" y="448"/>
                  </a:lnTo>
                  <a:lnTo>
                    <a:pt x="381" y="428"/>
                  </a:lnTo>
                  <a:lnTo>
                    <a:pt x="368" y="389"/>
                  </a:lnTo>
                  <a:lnTo>
                    <a:pt x="340" y="375"/>
                  </a:lnTo>
                  <a:lnTo>
                    <a:pt x="318" y="333"/>
                  </a:lnTo>
                  <a:lnTo>
                    <a:pt x="286" y="327"/>
                  </a:lnTo>
                  <a:lnTo>
                    <a:pt x="225" y="299"/>
                  </a:lnTo>
                  <a:lnTo>
                    <a:pt x="185" y="305"/>
                  </a:lnTo>
                  <a:lnTo>
                    <a:pt x="193" y="335"/>
                  </a:lnTo>
                  <a:lnTo>
                    <a:pt x="140" y="335"/>
                  </a:lnTo>
                  <a:lnTo>
                    <a:pt x="132" y="352"/>
                  </a:lnTo>
                  <a:lnTo>
                    <a:pt x="163" y="378"/>
                  </a:lnTo>
                  <a:lnTo>
                    <a:pt x="138" y="395"/>
                  </a:lnTo>
                  <a:lnTo>
                    <a:pt x="28" y="395"/>
                  </a:lnTo>
                  <a:lnTo>
                    <a:pt x="20" y="274"/>
                  </a:lnTo>
                  <a:lnTo>
                    <a:pt x="3" y="249"/>
                  </a:lnTo>
                  <a:lnTo>
                    <a:pt x="0" y="227"/>
                  </a:lnTo>
                  <a:lnTo>
                    <a:pt x="20" y="201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 638"/>
            <p:cNvSpPr>
              <a:spLocks/>
            </p:cNvSpPr>
            <p:nvPr/>
          </p:nvSpPr>
          <p:spPr bwMode="auto">
            <a:xfrm>
              <a:off x="7944532" y="4438323"/>
              <a:ext cx="98908" cy="51886"/>
            </a:xfrm>
            <a:custGeom>
              <a:avLst/>
              <a:gdLst/>
              <a:ahLst/>
              <a:cxnLst>
                <a:cxn ang="0">
                  <a:pos x="206" y="13"/>
                </a:cxn>
                <a:cxn ang="0">
                  <a:pos x="199" y="41"/>
                </a:cxn>
                <a:cxn ang="0">
                  <a:pos x="143" y="88"/>
                </a:cxn>
                <a:cxn ang="0">
                  <a:pos x="88" y="88"/>
                </a:cxn>
                <a:cxn ang="0">
                  <a:pos x="83" y="88"/>
                </a:cxn>
                <a:cxn ang="0">
                  <a:pos x="71" y="87"/>
                </a:cxn>
                <a:cxn ang="0">
                  <a:pos x="56" y="84"/>
                </a:cxn>
                <a:cxn ang="0">
                  <a:pos x="43" y="80"/>
                </a:cxn>
                <a:cxn ang="0">
                  <a:pos x="28" y="78"/>
                </a:cxn>
                <a:cxn ang="0">
                  <a:pos x="15" y="76"/>
                </a:cxn>
                <a:cxn ang="0">
                  <a:pos x="4" y="78"/>
                </a:cxn>
                <a:cxn ang="0">
                  <a:pos x="0" y="78"/>
                </a:cxn>
                <a:cxn ang="0">
                  <a:pos x="11" y="103"/>
                </a:cxn>
                <a:cxn ang="0">
                  <a:pos x="53" y="128"/>
                </a:cxn>
                <a:cxn ang="0">
                  <a:pos x="118" y="125"/>
                </a:cxn>
                <a:cxn ang="0">
                  <a:pos x="222" y="86"/>
                </a:cxn>
                <a:cxn ang="0">
                  <a:pos x="236" y="88"/>
                </a:cxn>
                <a:cxn ang="0">
                  <a:pos x="234" y="38"/>
                </a:cxn>
                <a:cxn ang="0">
                  <a:pos x="241" y="22"/>
                </a:cxn>
                <a:cxn ang="0">
                  <a:pos x="219" y="0"/>
                </a:cxn>
                <a:cxn ang="0">
                  <a:pos x="206" y="13"/>
                </a:cxn>
              </a:cxnLst>
              <a:rect l="0" t="0" r="r" b="b"/>
              <a:pathLst>
                <a:path w="241" h="128">
                  <a:moveTo>
                    <a:pt x="206" y="13"/>
                  </a:moveTo>
                  <a:lnTo>
                    <a:pt x="199" y="41"/>
                  </a:lnTo>
                  <a:lnTo>
                    <a:pt x="143" y="88"/>
                  </a:lnTo>
                  <a:lnTo>
                    <a:pt x="88" y="88"/>
                  </a:lnTo>
                  <a:lnTo>
                    <a:pt x="83" y="88"/>
                  </a:lnTo>
                  <a:lnTo>
                    <a:pt x="71" y="87"/>
                  </a:lnTo>
                  <a:lnTo>
                    <a:pt x="56" y="84"/>
                  </a:lnTo>
                  <a:lnTo>
                    <a:pt x="43" y="80"/>
                  </a:lnTo>
                  <a:lnTo>
                    <a:pt x="28" y="78"/>
                  </a:lnTo>
                  <a:lnTo>
                    <a:pt x="15" y="76"/>
                  </a:lnTo>
                  <a:lnTo>
                    <a:pt x="4" y="78"/>
                  </a:lnTo>
                  <a:lnTo>
                    <a:pt x="0" y="78"/>
                  </a:lnTo>
                  <a:lnTo>
                    <a:pt x="11" y="103"/>
                  </a:lnTo>
                  <a:lnTo>
                    <a:pt x="53" y="128"/>
                  </a:lnTo>
                  <a:lnTo>
                    <a:pt x="118" y="125"/>
                  </a:lnTo>
                  <a:lnTo>
                    <a:pt x="222" y="86"/>
                  </a:lnTo>
                  <a:lnTo>
                    <a:pt x="236" y="88"/>
                  </a:lnTo>
                  <a:lnTo>
                    <a:pt x="234" y="38"/>
                  </a:lnTo>
                  <a:lnTo>
                    <a:pt x="241" y="22"/>
                  </a:lnTo>
                  <a:lnTo>
                    <a:pt x="219" y="0"/>
                  </a:lnTo>
                  <a:lnTo>
                    <a:pt x="206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 639"/>
            <p:cNvSpPr>
              <a:spLocks/>
            </p:cNvSpPr>
            <p:nvPr/>
          </p:nvSpPr>
          <p:spPr bwMode="auto">
            <a:xfrm>
              <a:off x="7098132" y="4598846"/>
              <a:ext cx="980980" cy="758839"/>
            </a:xfrm>
            <a:custGeom>
              <a:avLst/>
              <a:gdLst/>
              <a:ahLst/>
              <a:cxnLst>
                <a:cxn ang="0">
                  <a:pos x="2201" y="1746"/>
                </a:cxn>
                <a:cxn ang="0">
                  <a:pos x="2244" y="1543"/>
                </a:cxn>
                <a:cxn ang="0">
                  <a:pos x="2367" y="1350"/>
                </a:cxn>
                <a:cxn ang="0">
                  <a:pos x="2387" y="1234"/>
                </a:cxn>
                <a:cxn ang="0">
                  <a:pos x="2389" y="1036"/>
                </a:cxn>
                <a:cxn ang="0">
                  <a:pos x="2370" y="920"/>
                </a:cxn>
                <a:cxn ang="0">
                  <a:pos x="2244" y="769"/>
                </a:cxn>
                <a:cxn ang="0">
                  <a:pos x="2156" y="705"/>
                </a:cxn>
                <a:cxn ang="0">
                  <a:pos x="2115" y="564"/>
                </a:cxn>
                <a:cxn ang="0">
                  <a:pos x="1991" y="474"/>
                </a:cxn>
                <a:cxn ang="0">
                  <a:pos x="1927" y="238"/>
                </a:cxn>
                <a:cxn ang="0">
                  <a:pos x="1848" y="228"/>
                </a:cxn>
                <a:cxn ang="0">
                  <a:pos x="1783" y="57"/>
                </a:cxn>
                <a:cxn ang="0">
                  <a:pos x="1742" y="48"/>
                </a:cxn>
                <a:cxn ang="0">
                  <a:pos x="1724" y="130"/>
                </a:cxn>
                <a:cxn ang="0">
                  <a:pos x="1716" y="213"/>
                </a:cxn>
                <a:cxn ang="0">
                  <a:pos x="1642" y="424"/>
                </a:cxn>
                <a:cxn ang="0">
                  <a:pos x="1491" y="359"/>
                </a:cxn>
                <a:cxn ang="0">
                  <a:pos x="1396" y="293"/>
                </a:cxn>
                <a:cxn ang="0">
                  <a:pos x="1371" y="225"/>
                </a:cxn>
                <a:cxn ang="0">
                  <a:pos x="1421" y="118"/>
                </a:cxn>
                <a:cxn ang="0">
                  <a:pos x="1368" y="85"/>
                </a:cxn>
                <a:cxn ang="0">
                  <a:pos x="1188" y="42"/>
                </a:cxn>
                <a:cxn ang="0">
                  <a:pos x="1168" y="105"/>
                </a:cxn>
                <a:cxn ang="0">
                  <a:pos x="1028" y="160"/>
                </a:cxn>
                <a:cxn ang="0">
                  <a:pos x="1020" y="286"/>
                </a:cxn>
                <a:cxn ang="0">
                  <a:pos x="957" y="278"/>
                </a:cxn>
                <a:cxn ang="0">
                  <a:pos x="879" y="188"/>
                </a:cxn>
                <a:cxn ang="0">
                  <a:pos x="789" y="233"/>
                </a:cxn>
                <a:cxn ang="0">
                  <a:pos x="699" y="286"/>
                </a:cxn>
                <a:cxn ang="0">
                  <a:pos x="641" y="368"/>
                </a:cxn>
                <a:cxn ang="0">
                  <a:pos x="571" y="379"/>
                </a:cxn>
                <a:cxn ang="0">
                  <a:pos x="531" y="506"/>
                </a:cxn>
                <a:cxn ang="0">
                  <a:pos x="382" y="572"/>
                </a:cxn>
                <a:cxn ang="0">
                  <a:pos x="267" y="632"/>
                </a:cxn>
                <a:cxn ang="0">
                  <a:pos x="163" y="674"/>
                </a:cxn>
                <a:cxn ang="0">
                  <a:pos x="79" y="697"/>
                </a:cxn>
                <a:cxn ang="0">
                  <a:pos x="84" y="960"/>
                </a:cxn>
                <a:cxn ang="0">
                  <a:pos x="42" y="951"/>
                </a:cxn>
                <a:cxn ang="0">
                  <a:pos x="11" y="943"/>
                </a:cxn>
                <a:cxn ang="0">
                  <a:pos x="59" y="1061"/>
                </a:cxn>
                <a:cxn ang="0">
                  <a:pos x="121" y="1176"/>
                </a:cxn>
                <a:cxn ang="0">
                  <a:pos x="174" y="1392"/>
                </a:cxn>
                <a:cxn ang="0">
                  <a:pos x="124" y="1515"/>
                </a:cxn>
                <a:cxn ang="0">
                  <a:pos x="267" y="1595"/>
                </a:cxn>
                <a:cxn ang="0">
                  <a:pos x="385" y="1550"/>
                </a:cxn>
                <a:cxn ang="0">
                  <a:pos x="571" y="1502"/>
                </a:cxn>
                <a:cxn ang="0">
                  <a:pos x="657" y="1468"/>
                </a:cxn>
                <a:cxn ang="0">
                  <a:pos x="874" y="1389"/>
                </a:cxn>
                <a:cxn ang="0">
                  <a:pos x="1188" y="1381"/>
                </a:cxn>
                <a:cxn ang="0">
                  <a:pos x="1318" y="1530"/>
                </a:cxn>
                <a:cxn ang="0">
                  <a:pos x="1393" y="1560"/>
                </a:cxn>
                <a:cxn ang="0">
                  <a:pos x="1461" y="1437"/>
                </a:cxn>
                <a:cxn ang="0">
                  <a:pos x="1458" y="1558"/>
                </a:cxn>
                <a:cxn ang="0">
                  <a:pos x="1458" y="1611"/>
                </a:cxn>
                <a:cxn ang="0">
                  <a:pos x="1534" y="1588"/>
                </a:cxn>
                <a:cxn ang="0">
                  <a:pos x="1572" y="1670"/>
                </a:cxn>
                <a:cxn ang="0">
                  <a:pos x="1624" y="1791"/>
                </a:cxn>
                <a:cxn ang="0">
                  <a:pos x="1705" y="1832"/>
                </a:cxn>
                <a:cxn ang="0">
                  <a:pos x="1746" y="1837"/>
                </a:cxn>
                <a:cxn ang="0">
                  <a:pos x="1832" y="1838"/>
                </a:cxn>
                <a:cxn ang="0">
                  <a:pos x="1927" y="1827"/>
                </a:cxn>
                <a:cxn ang="0">
                  <a:pos x="2048" y="1808"/>
                </a:cxn>
              </a:cxnLst>
              <a:rect l="0" t="0" r="r" b="b"/>
              <a:pathLst>
                <a:path w="2417" h="1872">
                  <a:moveTo>
                    <a:pt x="2048" y="1808"/>
                  </a:moveTo>
                  <a:lnTo>
                    <a:pt x="2070" y="1779"/>
                  </a:lnTo>
                  <a:lnTo>
                    <a:pt x="2106" y="1771"/>
                  </a:lnTo>
                  <a:lnTo>
                    <a:pt x="2201" y="1746"/>
                  </a:lnTo>
                  <a:lnTo>
                    <a:pt x="2204" y="1715"/>
                  </a:lnTo>
                  <a:lnTo>
                    <a:pt x="2201" y="1658"/>
                  </a:lnTo>
                  <a:lnTo>
                    <a:pt x="2249" y="1566"/>
                  </a:lnTo>
                  <a:lnTo>
                    <a:pt x="2244" y="1543"/>
                  </a:lnTo>
                  <a:lnTo>
                    <a:pt x="2286" y="1479"/>
                  </a:lnTo>
                  <a:lnTo>
                    <a:pt x="2286" y="1454"/>
                  </a:lnTo>
                  <a:lnTo>
                    <a:pt x="2348" y="1377"/>
                  </a:lnTo>
                  <a:lnTo>
                    <a:pt x="2367" y="1350"/>
                  </a:lnTo>
                  <a:lnTo>
                    <a:pt x="2367" y="1327"/>
                  </a:lnTo>
                  <a:lnTo>
                    <a:pt x="2392" y="1294"/>
                  </a:lnTo>
                  <a:lnTo>
                    <a:pt x="2392" y="1277"/>
                  </a:lnTo>
                  <a:lnTo>
                    <a:pt x="2387" y="1234"/>
                  </a:lnTo>
                  <a:lnTo>
                    <a:pt x="2404" y="1184"/>
                  </a:lnTo>
                  <a:lnTo>
                    <a:pt x="2404" y="1109"/>
                  </a:lnTo>
                  <a:lnTo>
                    <a:pt x="2417" y="1069"/>
                  </a:lnTo>
                  <a:lnTo>
                    <a:pt x="2389" y="1036"/>
                  </a:lnTo>
                  <a:lnTo>
                    <a:pt x="2381" y="999"/>
                  </a:lnTo>
                  <a:lnTo>
                    <a:pt x="2392" y="910"/>
                  </a:lnTo>
                  <a:lnTo>
                    <a:pt x="2387" y="898"/>
                  </a:lnTo>
                  <a:lnTo>
                    <a:pt x="2370" y="920"/>
                  </a:lnTo>
                  <a:lnTo>
                    <a:pt x="2342" y="878"/>
                  </a:lnTo>
                  <a:lnTo>
                    <a:pt x="2311" y="825"/>
                  </a:lnTo>
                  <a:lnTo>
                    <a:pt x="2283" y="808"/>
                  </a:lnTo>
                  <a:lnTo>
                    <a:pt x="2244" y="769"/>
                  </a:lnTo>
                  <a:lnTo>
                    <a:pt x="2238" y="730"/>
                  </a:lnTo>
                  <a:lnTo>
                    <a:pt x="2219" y="732"/>
                  </a:lnTo>
                  <a:lnTo>
                    <a:pt x="2193" y="738"/>
                  </a:lnTo>
                  <a:lnTo>
                    <a:pt x="2156" y="705"/>
                  </a:lnTo>
                  <a:lnTo>
                    <a:pt x="2159" y="649"/>
                  </a:lnTo>
                  <a:lnTo>
                    <a:pt x="2131" y="612"/>
                  </a:lnTo>
                  <a:lnTo>
                    <a:pt x="2126" y="581"/>
                  </a:lnTo>
                  <a:lnTo>
                    <a:pt x="2115" y="564"/>
                  </a:lnTo>
                  <a:lnTo>
                    <a:pt x="2073" y="559"/>
                  </a:lnTo>
                  <a:lnTo>
                    <a:pt x="2048" y="524"/>
                  </a:lnTo>
                  <a:lnTo>
                    <a:pt x="2000" y="519"/>
                  </a:lnTo>
                  <a:lnTo>
                    <a:pt x="1991" y="474"/>
                  </a:lnTo>
                  <a:lnTo>
                    <a:pt x="1977" y="449"/>
                  </a:lnTo>
                  <a:lnTo>
                    <a:pt x="1963" y="376"/>
                  </a:lnTo>
                  <a:lnTo>
                    <a:pt x="1932" y="343"/>
                  </a:lnTo>
                  <a:lnTo>
                    <a:pt x="1927" y="238"/>
                  </a:lnTo>
                  <a:lnTo>
                    <a:pt x="1905" y="230"/>
                  </a:lnTo>
                  <a:lnTo>
                    <a:pt x="1875" y="211"/>
                  </a:lnTo>
                  <a:lnTo>
                    <a:pt x="1860" y="208"/>
                  </a:lnTo>
                  <a:lnTo>
                    <a:pt x="1848" y="228"/>
                  </a:lnTo>
                  <a:lnTo>
                    <a:pt x="1837" y="175"/>
                  </a:lnTo>
                  <a:lnTo>
                    <a:pt x="1805" y="115"/>
                  </a:lnTo>
                  <a:lnTo>
                    <a:pt x="1803" y="78"/>
                  </a:lnTo>
                  <a:lnTo>
                    <a:pt x="1783" y="57"/>
                  </a:lnTo>
                  <a:lnTo>
                    <a:pt x="1780" y="17"/>
                  </a:lnTo>
                  <a:lnTo>
                    <a:pt x="1760" y="0"/>
                  </a:lnTo>
                  <a:lnTo>
                    <a:pt x="1750" y="9"/>
                  </a:lnTo>
                  <a:lnTo>
                    <a:pt x="1742" y="48"/>
                  </a:lnTo>
                  <a:lnTo>
                    <a:pt x="1732" y="70"/>
                  </a:lnTo>
                  <a:lnTo>
                    <a:pt x="1712" y="85"/>
                  </a:lnTo>
                  <a:lnTo>
                    <a:pt x="1705" y="107"/>
                  </a:lnTo>
                  <a:lnTo>
                    <a:pt x="1724" y="130"/>
                  </a:lnTo>
                  <a:lnTo>
                    <a:pt x="1712" y="140"/>
                  </a:lnTo>
                  <a:lnTo>
                    <a:pt x="1699" y="158"/>
                  </a:lnTo>
                  <a:lnTo>
                    <a:pt x="1699" y="191"/>
                  </a:lnTo>
                  <a:lnTo>
                    <a:pt x="1716" y="213"/>
                  </a:lnTo>
                  <a:lnTo>
                    <a:pt x="1710" y="238"/>
                  </a:lnTo>
                  <a:lnTo>
                    <a:pt x="1694" y="301"/>
                  </a:lnTo>
                  <a:lnTo>
                    <a:pt x="1677" y="393"/>
                  </a:lnTo>
                  <a:lnTo>
                    <a:pt x="1642" y="424"/>
                  </a:lnTo>
                  <a:lnTo>
                    <a:pt x="1592" y="421"/>
                  </a:lnTo>
                  <a:lnTo>
                    <a:pt x="1559" y="393"/>
                  </a:lnTo>
                  <a:lnTo>
                    <a:pt x="1539" y="376"/>
                  </a:lnTo>
                  <a:lnTo>
                    <a:pt x="1491" y="359"/>
                  </a:lnTo>
                  <a:lnTo>
                    <a:pt x="1446" y="323"/>
                  </a:lnTo>
                  <a:lnTo>
                    <a:pt x="1441" y="309"/>
                  </a:lnTo>
                  <a:lnTo>
                    <a:pt x="1404" y="306"/>
                  </a:lnTo>
                  <a:lnTo>
                    <a:pt x="1396" y="293"/>
                  </a:lnTo>
                  <a:lnTo>
                    <a:pt x="1368" y="275"/>
                  </a:lnTo>
                  <a:lnTo>
                    <a:pt x="1346" y="263"/>
                  </a:lnTo>
                  <a:lnTo>
                    <a:pt x="1353" y="238"/>
                  </a:lnTo>
                  <a:lnTo>
                    <a:pt x="1371" y="225"/>
                  </a:lnTo>
                  <a:lnTo>
                    <a:pt x="1371" y="175"/>
                  </a:lnTo>
                  <a:lnTo>
                    <a:pt x="1404" y="160"/>
                  </a:lnTo>
                  <a:lnTo>
                    <a:pt x="1418" y="146"/>
                  </a:lnTo>
                  <a:lnTo>
                    <a:pt x="1421" y="118"/>
                  </a:lnTo>
                  <a:lnTo>
                    <a:pt x="1421" y="90"/>
                  </a:lnTo>
                  <a:lnTo>
                    <a:pt x="1404" y="87"/>
                  </a:lnTo>
                  <a:lnTo>
                    <a:pt x="1381" y="95"/>
                  </a:lnTo>
                  <a:lnTo>
                    <a:pt x="1368" y="85"/>
                  </a:lnTo>
                  <a:lnTo>
                    <a:pt x="1314" y="85"/>
                  </a:lnTo>
                  <a:lnTo>
                    <a:pt x="1281" y="67"/>
                  </a:lnTo>
                  <a:lnTo>
                    <a:pt x="1218" y="65"/>
                  </a:lnTo>
                  <a:lnTo>
                    <a:pt x="1188" y="42"/>
                  </a:lnTo>
                  <a:lnTo>
                    <a:pt x="1132" y="40"/>
                  </a:lnTo>
                  <a:lnTo>
                    <a:pt x="1132" y="53"/>
                  </a:lnTo>
                  <a:lnTo>
                    <a:pt x="1177" y="78"/>
                  </a:lnTo>
                  <a:lnTo>
                    <a:pt x="1168" y="105"/>
                  </a:lnTo>
                  <a:lnTo>
                    <a:pt x="1092" y="101"/>
                  </a:lnTo>
                  <a:lnTo>
                    <a:pt x="1058" y="105"/>
                  </a:lnTo>
                  <a:lnTo>
                    <a:pt x="1028" y="138"/>
                  </a:lnTo>
                  <a:lnTo>
                    <a:pt x="1028" y="160"/>
                  </a:lnTo>
                  <a:lnTo>
                    <a:pt x="1012" y="168"/>
                  </a:lnTo>
                  <a:lnTo>
                    <a:pt x="985" y="230"/>
                  </a:lnTo>
                  <a:lnTo>
                    <a:pt x="1017" y="261"/>
                  </a:lnTo>
                  <a:lnTo>
                    <a:pt x="1020" y="286"/>
                  </a:lnTo>
                  <a:lnTo>
                    <a:pt x="1012" y="298"/>
                  </a:lnTo>
                  <a:lnTo>
                    <a:pt x="997" y="275"/>
                  </a:lnTo>
                  <a:lnTo>
                    <a:pt x="972" y="278"/>
                  </a:lnTo>
                  <a:lnTo>
                    <a:pt x="957" y="278"/>
                  </a:lnTo>
                  <a:lnTo>
                    <a:pt x="955" y="258"/>
                  </a:lnTo>
                  <a:lnTo>
                    <a:pt x="941" y="258"/>
                  </a:lnTo>
                  <a:lnTo>
                    <a:pt x="922" y="278"/>
                  </a:lnTo>
                  <a:lnTo>
                    <a:pt x="879" y="188"/>
                  </a:lnTo>
                  <a:lnTo>
                    <a:pt x="854" y="193"/>
                  </a:lnTo>
                  <a:lnTo>
                    <a:pt x="834" y="208"/>
                  </a:lnTo>
                  <a:lnTo>
                    <a:pt x="812" y="208"/>
                  </a:lnTo>
                  <a:lnTo>
                    <a:pt x="789" y="233"/>
                  </a:lnTo>
                  <a:lnTo>
                    <a:pt x="767" y="228"/>
                  </a:lnTo>
                  <a:lnTo>
                    <a:pt x="736" y="253"/>
                  </a:lnTo>
                  <a:lnTo>
                    <a:pt x="736" y="283"/>
                  </a:lnTo>
                  <a:lnTo>
                    <a:pt x="699" y="286"/>
                  </a:lnTo>
                  <a:lnTo>
                    <a:pt x="688" y="354"/>
                  </a:lnTo>
                  <a:lnTo>
                    <a:pt x="666" y="354"/>
                  </a:lnTo>
                  <a:lnTo>
                    <a:pt x="646" y="356"/>
                  </a:lnTo>
                  <a:lnTo>
                    <a:pt x="641" y="368"/>
                  </a:lnTo>
                  <a:lnTo>
                    <a:pt x="654" y="384"/>
                  </a:lnTo>
                  <a:lnTo>
                    <a:pt x="624" y="388"/>
                  </a:lnTo>
                  <a:lnTo>
                    <a:pt x="590" y="354"/>
                  </a:lnTo>
                  <a:lnTo>
                    <a:pt x="571" y="379"/>
                  </a:lnTo>
                  <a:lnTo>
                    <a:pt x="556" y="418"/>
                  </a:lnTo>
                  <a:lnTo>
                    <a:pt x="548" y="449"/>
                  </a:lnTo>
                  <a:lnTo>
                    <a:pt x="568" y="461"/>
                  </a:lnTo>
                  <a:lnTo>
                    <a:pt x="531" y="506"/>
                  </a:lnTo>
                  <a:lnTo>
                    <a:pt x="516" y="522"/>
                  </a:lnTo>
                  <a:lnTo>
                    <a:pt x="461" y="559"/>
                  </a:lnTo>
                  <a:lnTo>
                    <a:pt x="443" y="569"/>
                  </a:lnTo>
                  <a:lnTo>
                    <a:pt x="382" y="572"/>
                  </a:lnTo>
                  <a:lnTo>
                    <a:pt x="365" y="592"/>
                  </a:lnTo>
                  <a:lnTo>
                    <a:pt x="328" y="597"/>
                  </a:lnTo>
                  <a:lnTo>
                    <a:pt x="295" y="629"/>
                  </a:lnTo>
                  <a:lnTo>
                    <a:pt x="267" y="632"/>
                  </a:lnTo>
                  <a:lnTo>
                    <a:pt x="250" y="617"/>
                  </a:lnTo>
                  <a:lnTo>
                    <a:pt x="222" y="624"/>
                  </a:lnTo>
                  <a:lnTo>
                    <a:pt x="174" y="667"/>
                  </a:lnTo>
                  <a:lnTo>
                    <a:pt x="163" y="674"/>
                  </a:lnTo>
                  <a:lnTo>
                    <a:pt x="127" y="687"/>
                  </a:lnTo>
                  <a:lnTo>
                    <a:pt x="99" y="724"/>
                  </a:lnTo>
                  <a:lnTo>
                    <a:pt x="90" y="705"/>
                  </a:lnTo>
                  <a:lnTo>
                    <a:pt x="79" y="697"/>
                  </a:lnTo>
                  <a:lnTo>
                    <a:pt x="70" y="710"/>
                  </a:lnTo>
                  <a:lnTo>
                    <a:pt x="42" y="845"/>
                  </a:lnTo>
                  <a:lnTo>
                    <a:pt x="57" y="890"/>
                  </a:lnTo>
                  <a:lnTo>
                    <a:pt x="84" y="960"/>
                  </a:lnTo>
                  <a:lnTo>
                    <a:pt x="82" y="983"/>
                  </a:lnTo>
                  <a:lnTo>
                    <a:pt x="74" y="985"/>
                  </a:lnTo>
                  <a:lnTo>
                    <a:pt x="54" y="951"/>
                  </a:lnTo>
                  <a:lnTo>
                    <a:pt x="42" y="951"/>
                  </a:lnTo>
                  <a:lnTo>
                    <a:pt x="47" y="968"/>
                  </a:lnTo>
                  <a:lnTo>
                    <a:pt x="64" y="1003"/>
                  </a:lnTo>
                  <a:lnTo>
                    <a:pt x="54" y="1011"/>
                  </a:lnTo>
                  <a:lnTo>
                    <a:pt x="11" y="943"/>
                  </a:lnTo>
                  <a:lnTo>
                    <a:pt x="0" y="940"/>
                  </a:lnTo>
                  <a:lnTo>
                    <a:pt x="0" y="951"/>
                  </a:lnTo>
                  <a:lnTo>
                    <a:pt x="54" y="1036"/>
                  </a:lnTo>
                  <a:lnTo>
                    <a:pt x="59" y="1061"/>
                  </a:lnTo>
                  <a:lnTo>
                    <a:pt x="79" y="1091"/>
                  </a:lnTo>
                  <a:lnTo>
                    <a:pt x="82" y="1111"/>
                  </a:lnTo>
                  <a:lnTo>
                    <a:pt x="117" y="1156"/>
                  </a:lnTo>
                  <a:lnTo>
                    <a:pt x="121" y="1176"/>
                  </a:lnTo>
                  <a:lnTo>
                    <a:pt x="124" y="1274"/>
                  </a:lnTo>
                  <a:lnTo>
                    <a:pt x="152" y="1311"/>
                  </a:lnTo>
                  <a:lnTo>
                    <a:pt x="160" y="1342"/>
                  </a:lnTo>
                  <a:lnTo>
                    <a:pt x="174" y="1392"/>
                  </a:lnTo>
                  <a:lnTo>
                    <a:pt x="163" y="1415"/>
                  </a:lnTo>
                  <a:lnTo>
                    <a:pt x="155" y="1482"/>
                  </a:lnTo>
                  <a:lnTo>
                    <a:pt x="132" y="1487"/>
                  </a:lnTo>
                  <a:lnTo>
                    <a:pt x="124" y="1515"/>
                  </a:lnTo>
                  <a:lnTo>
                    <a:pt x="135" y="1547"/>
                  </a:lnTo>
                  <a:lnTo>
                    <a:pt x="188" y="1560"/>
                  </a:lnTo>
                  <a:lnTo>
                    <a:pt x="210" y="1585"/>
                  </a:lnTo>
                  <a:lnTo>
                    <a:pt x="267" y="1595"/>
                  </a:lnTo>
                  <a:lnTo>
                    <a:pt x="331" y="1595"/>
                  </a:lnTo>
                  <a:lnTo>
                    <a:pt x="343" y="1585"/>
                  </a:lnTo>
                  <a:lnTo>
                    <a:pt x="345" y="1558"/>
                  </a:lnTo>
                  <a:lnTo>
                    <a:pt x="385" y="1550"/>
                  </a:lnTo>
                  <a:lnTo>
                    <a:pt x="405" y="1530"/>
                  </a:lnTo>
                  <a:lnTo>
                    <a:pt x="461" y="1513"/>
                  </a:lnTo>
                  <a:lnTo>
                    <a:pt x="478" y="1499"/>
                  </a:lnTo>
                  <a:lnTo>
                    <a:pt x="571" y="1502"/>
                  </a:lnTo>
                  <a:lnTo>
                    <a:pt x="584" y="1510"/>
                  </a:lnTo>
                  <a:lnTo>
                    <a:pt x="626" y="1510"/>
                  </a:lnTo>
                  <a:lnTo>
                    <a:pt x="657" y="1487"/>
                  </a:lnTo>
                  <a:lnTo>
                    <a:pt x="657" y="1468"/>
                  </a:lnTo>
                  <a:lnTo>
                    <a:pt x="708" y="1434"/>
                  </a:lnTo>
                  <a:lnTo>
                    <a:pt x="744" y="1437"/>
                  </a:lnTo>
                  <a:lnTo>
                    <a:pt x="792" y="1395"/>
                  </a:lnTo>
                  <a:lnTo>
                    <a:pt x="874" y="1389"/>
                  </a:lnTo>
                  <a:lnTo>
                    <a:pt x="957" y="1355"/>
                  </a:lnTo>
                  <a:lnTo>
                    <a:pt x="1087" y="1344"/>
                  </a:lnTo>
                  <a:lnTo>
                    <a:pt x="1155" y="1392"/>
                  </a:lnTo>
                  <a:lnTo>
                    <a:pt x="1188" y="1381"/>
                  </a:lnTo>
                  <a:lnTo>
                    <a:pt x="1247" y="1400"/>
                  </a:lnTo>
                  <a:lnTo>
                    <a:pt x="1278" y="1460"/>
                  </a:lnTo>
                  <a:lnTo>
                    <a:pt x="1311" y="1490"/>
                  </a:lnTo>
                  <a:lnTo>
                    <a:pt x="1318" y="1530"/>
                  </a:lnTo>
                  <a:lnTo>
                    <a:pt x="1303" y="1547"/>
                  </a:lnTo>
                  <a:lnTo>
                    <a:pt x="1318" y="1563"/>
                  </a:lnTo>
                  <a:lnTo>
                    <a:pt x="1361" y="1583"/>
                  </a:lnTo>
                  <a:lnTo>
                    <a:pt x="1393" y="1560"/>
                  </a:lnTo>
                  <a:lnTo>
                    <a:pt x="1388" y="1532"/>
                  </a:lnTo>
                  <a:lnTo>
                    <a:pt x="1438" y="1473"/>
                  </a:lnTo>
                  <a:lnTo>
                    <a:pt x="1458" y="1460"/>
                  </a:lnTo>
                  <a:lnTo>
                    <a:pt x="1461" y="1437"/>
                  </a:lnTo>
                  <a:lnTo>
                    <a:pt x="1491" y="1440"/>
                  </a:lnTo>
                  <a:lnTo>
                    <a:pt x="1489" y="1482"/>
                  </a:lnTo>
                  <a:lnTo>
                    <a:pt x="1463" y="1515"/>
                  </a:lnTo>
                  <a:lnTo>
                    <a:pt x="1458" y="1558"/>
                  </a:lnTo>
                  <a:lnTo>
                    <a:pt x="1438" y="1575"/>
                  </a:lnTo>
                  <a:lnTo>
                    <a:pt x="1424" y="1585"/>
                  </a:lnTo>
                  <a:lnTo>
                    <a:pt x="1424" y="1611"/>
                  </a:lnTo>
                  <a:lnTo>
                    <a:pt x="1458" y="1611"/>
                  </a:lnTo>
                  <a:lnTo>
                    <a:pt x="1486" y="1583"/>
                  </a:lnTo>
                  <a:lnTo>
                    <a:pt x="1486" y="1558"/>
                  </a:lnTo>
                  <a:lnTo>
                    <a:pt x="1516" y="1560"/>
                  </a:lnTo>
                  <a:lnTo>
                    <a:pt x="1534" y="1588"/>
                  </a:lnTo>
                  <a:lnTo>
                    <a:pt x="1497" y="1605"/>
                  </a:lnTo>
                  <a:lnTo>
                    <a:pt x="1508" y="1630"/>
                  </a:lnTo>
                  <a:lnTo>
                    <a:pt x="1561" y="1645"/>
                  </a:lnTo>
                  <a:lnTo>
                    <a:pt x="1572" y="1670"/>
                  </a:lnTo>
                  <a:lnTo>
                    <a:pt x="1595" y="1695"/>
                  </a:lnTo>
                  <a:lnTo>
                    <a:pt x="1584" y="1734"/>
                  </a:lnTo>
                  <a:lnTo>
                    <a:pt x="1612" y="1756"/>
                  </a:lnTo>
                  <a:lnTo>
                    <a:pt x="1624" y="1791"/>
                  </a:lnTo>
                  <a:lnTo>
                    <a:pt x="1652" y="1808"/>
                  </a:lnTo>
                  <a:lnTo>
                    <a:pt x="1685" y="1816"/>
                  </a:lnTo>
                  <a:lnTo>
                    <a:pt x="1702" y="1833"/>
                  </a:lnTo>
                  <a:lnTo>
                    <a:pt x="1705" y="1832"/>
                  </a:lnTo>
                  <a:lnTo>
                    <a:pt x="1710" y="1830"/>
                  </a:lnTo>
                  <a:lnTo>
                    <a:pt x="1718" y="1829"/>
                  </a:lnTo>
                  <a:lnTo>
                    <a:pt x="1724" y="1830"/>
                  </a:lnTo>
                  <a:lnTo>
                    <a:pt x="1746" y="1837"/>
                  </a:lnTo>
                  <a:lnTo>
                    <a:pt x="1783" y="1852"/>
                  </a:lnTo>
                  <a:lnTo>
                    <a:pt x="1818" y="1866"/>
                  </a:lnTo>
                  <a:lnTo>
                    <a:pt x="1834" y="1872"/>
                  </a:lnTo>
                  <a:lnTo>
                    <a:pt x="1832" y="1838"/>
                  </a:lnTo>
                  <a:lnTo>
                    <a:pt x="1862" y="1821"/>
                  </a:lnTo>
                  <a:lnTo>
                    <a:pt x="1882" y="1781"/>
                  </a:lnTo>
                  <a:lnTo>
                    <a:pt x="1932" y="1791"/>
                  </a:lnTo>
                  <a:lnTo>
                    <a:pt x="1927" y="1827"/>
                  </a:lnTo>
                  <a:lnTo>
                    <a:pt x="1955" y="1856"/>
                  </a:lnTo>
                  <a:lnTo>
                    <a:pt x="2003" y="1849"/>
                  </a:lnTo>
                  <a:lnTo>
                    <a:pt x="2041" y="1833"/>
                  </a:lnTo>
                  <a:lnTo>
                    <a:pt x="2048" y="180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 640"/>
            <p:cNvSpPr>
              <a:spLocks/>
            </p:cNvSpPr>
            <p:nvPr/>
          </p:nvSpPr>
          <p:spPr bwMode="auto">
            <a:xfrm>
              <a:off x="7860217" y="5407949"/>
              <a:ext cx="94045" cy="94045"/>
            </a:xfrm>
            <a:custGeom>
              <a:avLst/>
              <a:gdLst/>
              <a:ahLst/>
              <a:cxnLst>
                <a:cxn ang="0">
                  <a:pos x="232" y="10"/>
                </a:cxn>
                <a:cxn ang="0">
                  <a:pos x="210" y="4"/>
                </a:cxn>
                <a:cxn ang="0">
                  <a:pos x="192" y="6"/>
                </a:cxn>
                <a:cxn ang="0">
                  <a:pos x="157" y="33"/>
                </a:cxn>
                <a:cxn ang="0">
                  <a:pos x="124" y="43"/>
                </a:cxn>
                <a:cxn ang="0">
                  <a:pos x="74" y="25"/>
                </a:cxn>
                <a:cxn ang="0">
                  <a:pos x="32" y="2"/>
                </a:cxn>
                <a:cxn ang="0">
                  <a:pos x="12" y="0"/>
                </a:cxn>
                <a:cxn ang="0">
                  <a:pos x="0" y="17"/>
                </a:cxn>
                <a:cxn ang="0">
                  <a:pos x="14" y="54"/>
                </a:cxn>
                <a:cxn ang="0">
                  <a:pos x="36" y="78"/>
                </a:cxn>
                <a:cxn ang="0">
                  <a:pos x="39" y="143"/>
                </a:cxn>
                <a:cxn ang="0">
                  <a:pos x="65" y="175"/>
                </a:cxn>
                <a:cxn ang="0">
                  <a:pos x="85" y="214"/>
                </a:cxn>
                <a:cxn ang="0">
                  <a:pos x="99" y="232"/>
                </a:cxn>
                <a:cxn ang="0">
                  <a:pos x="153" y="225"/>
                </a:cxn>
                <a:cxn ang="0">
                  <a:pos x="167" y="196"/>
                </a:cxn>
                <a:cxn ang="0">
                  <a:pos x="189" y="196"/>
                </a:cxn>
                <a:cxn ang="0">
                  <a:pos x="201" y="156"/>
                </a:cxn>
                <a:cxn ang="0">
                  <a:pos x="222" y="131"/>
                </a:cxn>
                <a:cxn ang="0">
                  <a:pos x="232" y="67"/>
                </a:cxn>
                <a:cxn ang="0">
                  <a:pos x="232" y="10"/>
                </a:cxn>
              </a:cxnLst>
              <a:rect l="0" t="0" r="r" b="b"/>
              <a:pathLst>
                <a:path w="232" h="232">
                  <a:moveTo>
                    <a:pt x="232" y="10"/>
                  </a:moveTo>
                  <a:lnTo>
                    <a:pt x="210" y="4"/>
                  </a:lnTo>
                  <a:lnTo>
                    <a:pt x="192" y="6"/>
                  </a:lnTo>
                  <a:lnTo>
                    <a:pt x="157" y="33"/>
                  </a:lnTo>
                  <a:lnTo>
                    <a:pt x="124" y="43"/>
                  </a:lnTo>
                  <a:lnTo>
                    <a:pt x="74" y="25"/>
                  </a:lnTo>
                  <a:lnTo>
                    <a:pt x="32" y="2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14" y="54"/>
                  </a:lnTo>
                  <a:lnTo>
                    <a:pt x="36" y="78"/>
                  </a:lnTo>
                  <a:lnTo>
                    <a:pt x="39" y="143"/>
                  </a:lnTo>
                  <a:lnTo>
                    <a:pt x="65" y="175"/>
                  </a:lnTo>
                  <a:lnTo>
                    <a:pt x="85" y="214"/>
                  </a:lnTo>
                  <a:lnTo>
                    <a:pt x="99" y="232"/>
                  </a:lnTo>
                  <a:lnTo>
                    <a:pt x="153" y="225"/>
                  </a:lnTo>
                  <a:lnTo>
                    <a:pt x="167" y="196"/>
                  </a:lnTo>
                  <a:lnTo>
                    <a:pt x="189" y="196"/>
                  </a:lnTo>
                  <a:lnTo>
                    <a:pt x="201" y="156"/>
                  </a:lnTo>
                  <a:lnTo>
                    <a:pt x="222" y="131"/>
                  </a:lnTo>
                  <a:lnTo>
                    <a:pt x="232" y="67"/>
                  </a:lnTo>
                  <a:lnTo>
                    <a:pt x="232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 641"/>
            <p:cNvSpPr>
              <a:spLocks/>
            </p:cNvSpPr>
            <p:nvPr/>
          </p:nvSpPr>
          <p:spPr bwMode="auto">
            <a:xfrm>
              <a:off x="7941289" y="5377143"/>
              <a:ext cx="11350" cy="14593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6" y="0"/>
                </a:cxn>
                <a:cxn ang="0">
                  <a:pos x="19" y="2"/>
                </a:cxn>
                <a:cxn ang="0">
                  <a:pos x="27" y="31"/>
                </a:cxn>
                <a:cxn ang="0">
                  <a:pos x="11" y="35"/>
                </a:cxn>
                <a:cxn ang="0">
                  <a:pos x="0" y="21"/>
                </a:cxn>
                <a:cxn ang="0">
                  <a:pos x="0" y="14"/>
                </a:cxn>
              </a:cxnLst>
              <a:rect l="0" t="0" r="r" b="b"/>
              <a:pathLst>
                <a:path w="27" h="35">
                  <a:moveTo>
                    <a:pt x="0" y="14"/>
                  </a:moveTo>
                  <a:lnTo>
                    <a:pt x="6" y="0"/>
                  </a:lnTo>
                  <a:lnTo>
                    <a:pt x="19" y="2"/>
                  </a:lnTo>
                  <a:lnTo>
                    <a:pt x="27" y="31"/>
                  </a:lnTo>
                  <a:lnTo>
                    <a:pt x="11" y="35"/>
                  </a:lnTo>
                  <a:lnTo>
                    <a:pt x="0" y="21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 642"/>
            <p:cNvSpPr>
              <a:spLocks/>
            </p:cNvSpPr>
            <p:nvPr/>
          </p:nvSpPr>
          <p:spPr bwMode="auto">
            <a:xfrm>
              <a:off x="7842380" y="5375522"/>
              <a:ext cx="6485" cy="11350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0" y="4"/>
                </a:cxn>
                <a:cxn ang="0">
                  <a:pos x="7" y="0"/>
                </a:cxn>
                <a:cxn ang="0">
                  <a:pos x="18" y="13"/>
                </a:cxn>
                <a:cxn ang="0">
                  <a:pos x="7" y="29"/>
                </a:cxn>
                <a:cxn ang="0">
                  <a:pos x="0" y="14"/>
                </a:cxn>
              </a:cxnLst>
              <a:rect l="0" t="0" r="r" b="b"/>
              <a:pathLst>
                <a:path w="18" h="29">
                  <a:moveTo>
                    <a:pt x="0" y="14"/>
                  </a:moveTo>
                  <a:lnTo>
                    <a:pt x="0" y="4"/>
                  </a:lnTo>
                  <a:lnTo>
                    <a:pt x="7" y="0"/>
                  </a:lnTo>
                  <a:lnTo>
                    <a:pt x="18" y="13"/>
                  </a:lnTo>
                  <a:lnTo>
                    <a:pt x="7" y="29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 643"/>
            <p:cNvSpPr>
              <a:spLocks/>
            </p:cNvSpPr>
            <p:nvPr/>
          </p:nvSpPr>
          <p:spPr bwMode="auto">
            <a:xfrm>
              <a:off x="8537983" y="5210135"/>
              <a:ext cx="136203" cy="212410"/>
            </a:xfrm>
            <a:custGeom>
              <a:avLst/>
              <a:gdLst/>
              <a:ahLst/>
              <a:cxnLst>
                <a:cxn ang="0">
                  <a:pos x="21" y="54"/>
                </a:cxn>
                <a:cxn ang="0">
                  <a:pos x="0" y="29"/>
                </a:cxn>
                <a:cxn ang="0">
                  <a:pos x="0" y="0"/>
                </a:cxn>
                <a:cxn ang="0">
                  <a:pos x="64" y="54"/>
                </a:cxn>
                <a:cxn ang="0">
                  <a:pos x="80" y="54"/>
                </a:cxn>
                <a:cxn ang="0">
                  <a:pos x="109" y="84"/>
                </a:cxn>
                <a:cxn ang="0">
                  <a:pos x="109" y="114"/>
                </a:cxn>
                <a:cxn ang="0">
                  <a:pos x="135" y="168"/>
                </a:cxn>
                <a:cxn ang="0">
                  <a:pos x="155" y="189"/>
                </a:cxn>
                <a:cxn ang="0">
                  <a:pos x="164" y="176"/>
                </a:cxn>
                <a:cxn ang="0">
                  <a:pos x="161" y="147"/>
                </a:cxn>
                <a:cxn ang="0">
                  <a:pos x="186" y="176"/>
                </a:cxn>
                <a:cxn ang="0">
                  <a:pos x="198" y="227"/>
                </a:cxn>
                <a:cxn ang="0">
                  <a:pos x="240" y="253"/>
                </a:cxn>
                <a:cxn ang="0">
                  <a:pos x="286" y="243"/>
                </a:cxn>
                <a:cxn ang="0">
                  <a:pos x="304" y="214"/>
                </a:cxn>
                <a:cxn ang="0">
                  <a:pos x="337" y="206"/>
                </a:cxn>
                <a:cxn ang="0">
                  <a:pos x="337" y="253"/>
                </a:cxn>
                <a:cxn ang="0">
                  <a:pos x="319" y="278"/>
                </a:cxn>
                <a:cxn ang="0">
                  <a:pos x="312" y="349"/>
                </a:cxn>
                <a:cxn ang="0">
                  <a:pos x="282" y="336"/>
                </a:cxn>
                <a:cxn ang="0">
                  <a:pos x="244" y="336"/>
                </a:cxn>
                <a:cxn ang="0">
                  <a:pos x="240" y="353"/>
                </a:cxn>
                <a:cxn ang="0">
                  <a:pos x="253" y="378"/>
                </a:cxn>
                <a:cxn ang="0">
                  <a:pos x="232" y="404"/>
                </a:cxn>
                <a:cxn ang="0">
                  <a:pos x="182" y="508"/>
                </a:cxn>
                <a:cxn ang="0">
                  <a:pos x="143" y="522"/>
                </a:cxn>
                <a:cxn ang="0">
                  <a:pos x="105" y="504"/>
                </a:cxn>
                <a:cxn ang="0">
                  <a:pos x="139" y="471"/>
                </a:cxn>
                <a:cxn ang="0">
                  <a:pos x="143" y="425"/>
                </a:cxn>
                <a:cxn ang="0">
                  <a:pos x="105" y="382"/>
                </a:cxn>
                <a:cxn ang="0">
                  <a:pos x="64" y="371"/>
                </a:cxn>
                <a:cxn ang="0">
                  <a:pos x="64" y="340"/>
                </a:cxn>
                <a:cxn ang="0">
                  <a:pos x="114" y="328"/>
                </a:cxn>
                <a:cxn ang="0">
                  <a:pos x="126" y="278"/>
                </a:cxn>
                <a:cxn ang="0">
                  <a:pos x="105" y="193"/>
                </a:cxn>
                <a:cxn ang="0">
                  <a:pos x="80" y="143"/>
                </a:cxn>
                <a:cxn ang="0">
                  <a:pos x="21" y="54"/>
                </a:cxn>
              </a:cxnLst>
              <a:rect l="0" t="0" r="r" b="b"/>
              <a:pathLst>
                <a:path w="337" h="522">
                  <a:moveTo>
                    <a:pt x="21" y="54"/>
                  </a:moveTo>
                  <a:lnTo>
                    <a:pt x="0" y="29"/>
                  </a:lnTo>
                  <a:lnTo>
                    <a:pt x="0" y="0"/>
                  </a:lnTo>
                  <a:lnTo>
                    <a:pt x="64" y="54"/>
                  </a:lnTo>
                  <a:lnTo>
                    <a:pt x="80" y="54"/>
                  </a:lnTo>
                  <a:lnTo>
                    <a:pt x="109" y="84"/>
                  </a:lnTo>
                  <a:lnTo>
                    <a:pt x="109" y="114"/>
                  </a:lnTo>
                  <a:lnTo>
                    <a:pt x="135" y="168"/>
                  </a:lnTo>
                  <a:lnTo>
                    <a:pt x="155" y="189"/>
                  </a:lnTo>
                  <a:lnTo>
                    <a:pt x="164" y="176"/>
                  </a:lnTo>
                  <a:lnTo>
                    <a:pt x="161" y="147"/>
                  </a:lnTo>
                  <a:lnTo>
                    <a:pt x="186" y="176"/>
                  </a:lnTo>
                  <a:lnTo>
                    <a:pt x="198" y="227"/>
                  </a:lnTo>
                  <a:lnTo>
                    <a:pt x="240" y="253"/>
                  </a:lnTo>
                  <a:lnTo>
                    <a:pt x="286" y="243"/>
                  </a:lnTo>
                  <a:lnTo>
                    <a:pt x="304" y="214"/>
                  </a:lnTo>
                  <a:lnTo>
                    <a:pt x="337" y="206"/>
                  </a:lnTo>
                  <a:lnTo>
                    <a:pt x="337" y="253"/>
                  </a:lnTo>
                  <a:lnTo>
                    <a:pt x="319" y="278"/>
                  </a:lnTo>
                  <a:lnTo>
                    <a:pt x="312" y="349"/>
                  </a:lnTo>
                  <a:lnTo>
                    <a:pt x="282" y="336"/>
                  </a:lnTo>
                  <a:lnTo>
                    <a:pt x="244" y="336"/>
                  </a:lnTo>
                  <a:lnTo>
                    <a:pt x="240" y="353"/>
                  </a:lnTo>
                  <a:lnTo>
                    <a:pt x="253" y="378"/>
                  </a:lnTo>
                  <a:lnTo>
                    <a:pt x="232" y="404"/>
                  </a:lnTo>
                  <a:lnTo>
                    <a:pt x="182" y="508"/>
                  </a:lnTo>
                  <a:lnTo>
                    <a:pt x="143" y="522"/>
                  </a:lnTo>
                  <a:lnTo>
                    <a:pt x="105" y="504"/>
                  </a:lnTo>
                  <a:lnTo>
                    <a:pt x="139" y="471"/>
                  </a:lnTo>
                  <a:lnTo>
                    <a:pt x="143" y="425"/>
                  </a:lnTo>
                  <a:lnTo>
                    <a:pt x="105" y="382"/>
                  </a:lnTo>
                  <a:lnTo>
                    <a:pt x="64" y="371"/>
                  </a:lnTo>
                  <a:lnTo>
                    <a:pt x="64" y="340"/>
                  </a:lnTo>
                  <a:lnTo>
                    <a:pt x="114" y="328"/>
                  </a:lnTo>
                  <a:lnTo>
                    <a:pt x="126" y="278"/>
                  </a:lnTo>
                  <a:lnTo>
                    <a:pt x="105" y="193"/>
                  </a:lnTo>
                  <a:lnTo>
                    <a:pt x="80" y="143"/>
                  </a:lnTo>
                  <a:lnTo>
                    <a:pt x="21" y="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 644"/>
            <p:cNvSpPr>
              <a:spLocks/>
            </p:cNvSpPr>
            <p:nvPr/>
          </p:nvSpPr>
          <p:spPr bwMode="auto">
            <a:xfrm>
              <a:off x="8392054" y="5394979"/>
              <a:ext cx="176737" cy="192953"/>
            </a:xfrm>
            <a:custGeom>
              <a:avLst/>
              <a:gdLst/>
              <a:ahLst/>
              <a:cxnLst>
                <a:cxn ang="0">
                  <a:pos x="375" y="21"/>
                </a:cxn>
                <a:cxn ang="0">
                  <a:pos x="375" y="54"/>
                </a:cxn>
                <a:cxn ang="0">
                  <a:pos x="396" y="54"/>
                </a:cxn>
                <a:cxn ang="0">
                  <a:pos x="410" y="34"/>
                </a:cxn>
                <a:cxn ang="0">
                  <a:pos x="439" y="38"/>
                </a:cxn>
                <a:cxn ang="0">
                  <a:pos x="431" y="127"/>
                </a:cxn>
                <a:cxn ang="0">
                  <a:pos x="396" y="177"/>
                </a:cxn>
                <a:cxn ang="0">
                  <a:pos x="375" y="207"/>
                </a:cxn>
                <a:cxn ang="0">
                  <a:pos x="363" y="249"/>
                </a:cxn>
                <a:cxn ang="0">
                  <a:pos x="308" y="265"/>
                </a:cxn>
                <a:cxn ang="0">
                  <a:pos x="278" y="303"/>
                </a:cxn>
                <a:cxn ang="0">
                  <a:pos x="232" y="403"/>
                </a:cxn>
                <a:cxn ang="0">
                  <a:pos x="153" y="478"/>
                </a:cxn>
                <a:cxn ang="0">
                  <a:pos x="56" y="446"/>
                </a:cxn>
                <a:cxn ang="0">
                  <a:pos x="10" y="446"/>
                </a:cxn>
                <a:cxn ang="0">
                  <a:pos x="0" y="415"/>
                </a:cxn>
                <a:cxn ang="0">
                  <a:pos x="35" y="342"/>
                </a:cxn>
                <a:cxn ang="0">
                  <a:pos x="72" y="299"/>
                </a:cxn>
                <a:cxn ang="0">
                  <a:pos x="139" y="261"/>
                </a:cxn>
                <a:cxn ang="0">
                  <a:pos x="190" y="211"/>
                </a:cxn>
                <a:cxn ang="0">
                  <a:pos x="261" y="168"/>
                </a:cxn>
                <a:cxn ang="0">
                  <a:pos x="282" y="131"/>
                </a:cxn>
                <a:cxn ang="0">
                  <a:pos x="282" y="101"/>
                </a:cxn>
                <a:cxn ang="0">
                  <a:pos x="321" y="50"/>
                </a:cxn>
                <a:cxn ang="0">
                  <a:pos x="325" y="13"/>
                </a:cxn>
                <a:cxn ang="0">
                  <a:pos x="359" y="0"/>
                </a:cxn>
                <a:cxn ang="0">
                  <a:pos x="375" y="21"/>
                </a:cxn>
              </a:cxnLst>
              <a:rect l="0" t="0" r="r" b="b"/>
              <a:pathLst>
                <a:path w="439" h="478">
                  <a:moveTo>
                    <a:pt x="375" y="21"/>
                  </a:moveTo>
                  <a:lnTo>
                    <a:pt x="375" y="54"/>
                  </a:lnTo>
                  <a:lnTo>
                    <a:pt x="396" y="54"/>
                  </a:lnTo>
                  <a:lnTo>
                    <a:pt x="410" y="34"/>
                  </a:lnTo>
                  <a:lnTo>
                    <a:pt x="439" y="38"/>
                  </a:lnTo>
                  <a:lnTo>
                    <a:pt x="431" y="127"/>
                  </a:lnTo>
                  <a:lnTo>
                    <a:pt x="396" y="177"/>
                  </a:lnTo>
                  <a:lnTo>
                    <a:pt x="375" y="207"/>
                  </a:lnTo>
                  <a:lnTo>
                    <a:pt x="363" y="249"/>
                  </a:lnTo>
                  <a:lnTo>
                    <a:pt x="308" y="265"/>
                  </a:lnTo>
                  <a:lnTo>
                    <a:pt x="278" y="303"/>
                  </a:lnTo>
                  <a:lnTo>
                    <a:pt x="232" y="403"/>
                  </a:lnTo>
                  <a:lnTo>
                    <a:pt x="153" y="478"/>
                  </a:lnTo>
                  <a:lnTo>
                    <a:pt x="56" y="446"/>
                  </a:lnTo>
                  <a:lnTo>
                    <a:pt x="10" y="446"/>
                  </a:lnTo>
                  <a:lnTo>
                    <a:pt x="0" y="415"/>
                  </a:lnTo>
                  <a:lnTo>
                    <a:pt x="35" y="342"/>
                  </a:lnTo>
                  <a:lnTo>
                    <a:pt x="72" y="299"/>
                  </a:lnTo>
                  <a:lnTo>
                    <a:pt x="139" y="261"/>
                  </a:lnTo>
                  <a:lnTo>
                    <a:pt x="190" y="211"/>
                  </a:lnTo>
                  <a:lnTo>
                    <a:pt x="261" y="168"/>
                  </a:lnTo>
                  <a:lnTo>
                    <a:pt x="282" y="131"/>
                  </a:lnTo>
                  <a:lnTo>
                    <a:pt x="282" y="101"/>
                  </a:lnTo>
                  <a:lnTo>
                    <a:pt x="321" y="50"/>
                  </a:lnTo>
                  <a:lnTo>
                    <a:pt x="325" y="13"/>
                  </a:lnTo>
                  <a:lnTo>
                    <a:pt x="359" y="0"/>
                  </a:lnTo>
                  <a:lnTo>
                    <a:pt x="375" y="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 645"/>
            <p:cNvSpPr>
              <a:spLocks/>
            </p:cNvSpPr>
            <p:nvPr/>
          </p:nvSpPr>
          <p:spPr bwMode="auto">
            <a:xfrm>
              <a:off x="8414752" y="5592796"/>
              <a:ext cx="11350" cy="14593"/>
            </a:xfrm>
            <a:custGeom>
              <a:avLst/>
              <a:gdLst/>
              <a:ahLst/>
              <a:cxnLst>
                <a:cxn ang="0">
                  <a:pos x="25" y="4"/>
                </a:cxn>
                <a:cxn ang="0">
                  <a:pos x="25" y="29"/>
                </a:cxn>
                <a:cxn ang="0">
                  <a:pos x="0" y="35"/>
                </a:cxn>
                <a:cxn ang="0">
                  <a:pos x="8" y="0"/>
                </a:cxn>
                <a:cxn ang="0">
                  <a:pos x="25" y="4"/>
                </a:cxn>
              </a:cxnLst>
              <a:rect l="0" t="0" r="r" b="b"/>
              <a:pathLst>
                <a:path w="25" h="35">
                  <a:moveTo>
                    <a:pt x="25" y="4"/>
                  </a:moveTo>
                  <a:lnTo>
                    <a:pt x="25" y="29"/>
                  </a:lnTo>
                  <a:lnTo>
                    <a:pt x="0" y="35"/>
                  </a:lnTo>
                  <a:lnTo>
                    <a:pt x="8" y="0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 646"/>
            <p:cNvSpPr>
              <a:spLocks/>
            </p:cNvSpPr>
            <p:nvPr/>
          </p:nvSpPr>
          <p:spPr bwMode="auto">
            <a:xfrm>
              <a:off x="8537983" y="5210135"/>
              <a:ext cx="136203" cy="212410"/>
            </a:xfrm>
            <a:custGeom>
              <a:avLst/>
              <a:gdLst/>
              <a:ahLst/>
              <a:cxnLst>
                <a:cxn ang="0">
                  <a:pos x="21" y="54"/>
                </a:cxn>
                <a:cxn ang="0">
                  <a:pos x="0" y="29"/>
                </a:cxn>
                <a:cxn ang="0">
                  <a:pos x="0" y="0"/>
                </a:cxn>
                <a:cxn ang="0">
                  <a:pos x="64" y="54"/>
                </a:cxn>
                <a:cxn ang="0">
                  <a:pos x="80" y="54"/>
                </a:cxn>
                <a:cxn ang="0">
                  <a:pos x="109" y="84"/>
                </a:cxn>
                <a:cxn ang="0">
                  <a:pos x="109" y="114"/>
                </a:cxn>
                <a:cxn ang="0">
                  <a:pos x="135" y="168"/>
                </a:cxn>
                <a:cxn ang="0">
                  <a:pos x="155" y="189"/>
                </a:cxn>
                <a:cxn ang="0">
                  <a:pos x="164" y="176"/>
                </a:cxn>
                <a:cxn ang="0">
                  <a:pos x="161" y="147"/>
                </a:cxn>
                <a:cxn ang="0">
                  <a:pos x="186" y="176"/>
                </a:cxn>
                <a:cxn ang="0">
                  <a:pos x="198" y="227"/>
                </a:cxn>
                <a:cxn ang="0">
                  <a:pos x="240" y="253"/>
                </a:cxn>
                <a:cxn ang="0">
                  <a:pos x="286" y="243"/>
                </a:cxn>
                <a:cxn ang="0">
                  <a:pos x="304" y="214"/>
                </a:cxn>
                <a:cxn ang="0">
                  <a:pos x="337" y="206"/>
                </a:cxn>
                <a:cxn ang="0">
                  <a:pos x="337" y="253"/>
                </a:cxn>
                <a:cxn ang="0">
                  <a:pos x="319" y="278"/>
                </a:cxn>
                <a:cxn ang="0">
                  <a:pos x="312" y="349"/>
                </a:cxn>
                <a:cxn ang="0">
                  <a:pos x="282" y="336"/>
                </a:cxn>
                <a:cxn ang="0">
                  <a:pos x="244" y="336"/>
                </a:cxn>
                <a:cxn ang="0">
                  <a:pos x="240" y="353"/>
                </a:cxn>
                <a:cxn ang="0">
                  <a:pos x="253" y="378"/>
                </a:cxn>
                <a:cxn ang="0">
                  <a:pos x="232" y="404"/>
                </a:cxn>
                <a:cxn ang="0">
                  <a:pos x="182" y="508"/>
                </a:cxn>
                <a:cxn ang="0">
                  <a:pos x="143" y="522"/>
                </a:cxn>
                <a:cxn ang="0">
                  <a:pos x="105" y="504"/>
                </a:cxn>
                <a:cxn ang="0">
                  <a:pos x="139" y="471"/>
                </a:cxn>
                <a:cxn ang="0">
                  <a:pos x="143" y="425"/>
                </a:cxn>
                <a:cxn ang="0">
                  <a:pos x="105" y="382"/>
                </a:cxn>
                <a:cxn ang="0">
                  <a:pos x="64" y="371"/>
                </a:cxn>
                <a:cxn ang="0">
                  <a:pos x="64" y="340"/>
                </a:cxn>
                <a:cxn ang="0">
                  <a:pos x="114" y="328"/>
                </a:cxn>
                <a:cxn ang="0">
                  <a:pos x="126" y="278"/>
                </a:cxn>
                <a:cxn ang="0">
                  <a:pos x="105" y="193"/>
                </a:cxn>
                <a:cxn ang="0">
                  <a:pos x="80" y="143"/>
                </a:cxn>
                <a:cxn ang="0">
                  <a:pos x="21" y="54"/>
                </a:cxn>
              </a:cxnLst>
              <a:rect l="0" t="0" r="r" b="b"/>
              <a:pathLst>
                <a:path w="337" h="522">
                  <a:moveTo>
                    <a:pt x="21" y="54"/>
                  </a:moveTo>
                  <a:lnTo>
                    <a:pt x="0" y="29"/>
                  </a:lnTo>
                  <a:lnTo>
                    <a:pt x="0" y="0"/>
                  </a:lnTo>
                  <a:lnTo>
                    <a:pt x="64" y="54"/>
                  </a:lnTo>
                  <a:lnTo>
                    <a:pt x="80" y="54"/>
                  </a:lnTo>
                  <a:lnTo>
                    <a:pt x="109" y="84"/>
                  </a:lnTo>
                  <a:lnTo>
                    <a:pt x="109" y="114"/>
                  </a:lnTo>
                  <a:lnTo>
                    <a:pt x="135" y="168"/>
                  </a:lnTo>
                  <a:lnTo>
                    <a:pt x="155" y="189"/>
                  </a:lnTo>
                  <a:lnTo>
                    <a:pt x="164" y="176"/>
                  </a:lnTo>
                  <a:lnTo>
                    <a:pt x="161" y="147"/>
                  </a:lnTo>
                  <a:lnTo>
                    <a:pt x="186" y="176"/>
                  </a:lnTo>
                  <a:lnTo>
                    <a:pt x="198" y="227"/>
                  </a:lnTo>
                  <a:lnTo>
                    <a:pt x="240" y="253"/>
                  </a:lnTo>
                  <a:lnTo>
                    <a:pt x="286" y="243"/>
                  </a:lnTo>
                  <a:lnTo>
                    <a:pt x="304" y="214"/>
                  </a:lnTo>
                  <a:lnTo>
                    <a:pt x="337" y="206"/>
                  </a:lnTo>
                  <a:lnTo>
                    <a:pt x="337" y="253"/>
                  </a:lnTo>
                  <a:lnTo>
                    <a:pt x="319" y="278"/>
                  </a:lnTo>
                  <a:lnTo>
                    <a:pt x="312" y="349"/>
                  </a:lnTo>
                  <a:lnTo>
                    <a:pt x="282" y="336"/>
                  </a:lnTo>
                  <a:lnTo>
                    <a:pt x="244" y="336"/>
                  </a:lnTo>
                  <a:lnTo>
                    <a:pt x="240" y="353"/>
                  </a:lnTo>
                  <a:lnTo>
                    <a:pt x="253" y="378"/>
                  </a:lnTo>
                  <a:lnTo>
                    <a:pt x="232" y="404"/>
                  </a:lnTo>
                  <a:lnTo>
                    <a:pt x="182" y="508"/>
                  </a:lnTo>
                  <a:lnTo>
                    <a:pt x="143" y="522"/>
                  </a:lnTo>
                  <a:lnTo>
                    <a:pt x="105" y="504"/>
                  </a:lnTo>
                  <a:lnTo>
                    <a:pt x="139" y="471"/>
                  </a:lnTo>
                  <a:lnTo>
                    <a:pt x="143" y="425"/>
                  </a:lnTo>
                  <a:lnTo>
                    <a:pt x="105" y="382"/>
                  </a:lnTo>
                  <a:lnTo>
                    <a:pt x="64" y="371"/>
                  </a:lnTo>
                  <a:lnTo>
                    <a:pt x="64" y="340"/>
                  </a:lnTo>
                  <a:lnTo>
                    <a:pt x="114" y="328"/>
                  </a:lnTo>
                  <a:lnTo>
                    <a:pt x="126" y="278"/>
                  </a:lnTo>
                  <a:lnTo>
                    <a:pt x="105" y="193"/>
                  </a:lnTo>
                  <a:lnTo>
                    <a:pt x="80" y="143"/>
                  </a:lnTo>
                  <a:lnTo>
                    <a:pt x="21" y="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 647"/>
            <p:cNvSpPr>
              <a:spLocks/>
            </p:cNvSpPr>
            <p:nvPr/>
          </p:nvSpPr>
          <p:spPr bwMode="auto">
            <a:xfrm>
              <a:off x="8392054" y="5394979"/>
              <a:ext cx="176737" cy="192953"/>
            </a:xfrm>
            <a:custGeom>
              <a:avLst/>
              <a:gdLst/>
              <a:ahLst/>
              <a:cxnLst>
                <a:cxn ang="0">
                  <a:pos x="375" y="21"/>
                </a:cxn>
                <a:cxn ang="0">
                  <a:pos x="375" y="54"/>
                </a:cxn>
                <a:cxn ang="0">
                  <a:pos x="396" y="54"/>
                </a:cxn>
                <a:cxn ang="0">
                  <a:pos x="410" y="34"/>
                </a:cxn>
                <a:cxn ang="0">
                  <a:pos x="439" y="38"/>
                </a:cxn>
                <a:cxn ang="0">
                  <a:pos x="431" y="127"/>
                </a:cxn>
                <a:cxn ang="0">
                  <a:pos x="396" y="177"/>
                </a:cxn>
                <a:cxn ang="0">
                  <a:pos x="375" y="207"/>
                </a:cxn>
                <a:cxn ang="0">
                  <a:pos x="363" y="249"/>
                </a:cxn>
                <a:cxn ang="0">
                  <a:pos x="308" y="265"/>
                </a:cxn>
                <a:cxn ang="0">
                  <a:pos x="278" y="303"/>
                </a:cxn>
                <a:cxn ang="0">
                  <a:pos x="232" y="403"/>
                </a:cxn>
                <a:cxn ang="0">
                  <a:pos x="153" y="478"/>
                </a:cxn>
                <a:cxn ang="0">
                  <a:pos x="56" y="446"/>
                </a:cxn>
                <a:cxn ang="0">
                  <a:pos x="10" y="446"/>
                </a:cxn>
                <a:cxn ang="0">
                  <a:pos x="0" y="415"/>
                </a:cxn>
                <a:cxn ang="0">
                  <a:pos x="35" y="342"/>
                </a:cxn>
                <a:cxn ang="0">
                  <a:pos x="72" y="299"/>
                </a:cxn>
                <a:cxn ang="0">
                  <a:pos x="139" y="261"/>
                </a:cxn>
                <a:cxn ang="0">
                  <a:pos x="190" y="211"/>
                </a:cxn>
                <a:cxn ang="0">
                  <a:pos x="261" y="168"/>
                </a:cxn>
                <a:cxn ang="0">
                  <a:pos x="282" y="131"/>
                </a:cxn>
                <a:cxn ang="0">
                  <a:pos x="282" y="101"/>
                </a:cxn>
                <a:cxn ang="0">
                  <a:pos x="321" y="50"/>
                </a:cxn>
                <a:cxn ang="0">
                  <a:pos x="325" y="13"/>
                </a:cxn>
                <a:cxn ang="0">
                  <a:pos x="359" y="0"/>
                </a:cxn>
                <a:cxn ang="0">
                  <a:pos x="375" y="21"/>
                </a:cxn>
              </a:cxnLst>
              <a:rect l="0" t="0" r="r" b="b"/>
              <a:pathLst>
                <a:path w="439" h="478">
                  <a:moveTo>
                    <a:pt x="375" y="21"/>
                  </a:moveTo>
                  <a:lnTo>
                    <a:pt x="375" y="54"/>
                  </a:lnTo>
                  <a:lnTo>
                    <a:pt x="396" y="54"/>
                  </a:lnTo>
                  <a:lnTo>
                    <a:pt x="410" y="34"/>
                  </a:lnTo>
                  <a:lnTo>
                    <a:pt x="439" y="38"/>
                  </a:lnTo>
                  <a:lnTo>
                    <a:pt x="431" y="127"/>
                  </a:lnTo>
                  <a:lnTo>
                    <a:pt x="396" y="177"/>
                  </a:lnTo>
                  <a:lnTo>
                    <a:pt x="375" y="207"/>
                  </a:lnTo>
                  <a:lnTo>
                    <a:pt x="363" y="249"/>
                  </a:lnTo>
                  <a:lnTo>
                    <a:pt x="308" y="265"/>
                  </a:lnTo>
                  <a:lnTo>
                    <a:pt x="278" y="303"/>
                  </a:lnTo>
                  <a:lnTo>
                    <a:pt x="232" y="403"/>
                  </a:lnTo>
                  <a:lnTo>
                    <a:pt x="153" y="478"/>
                  </a:lnTo>
                  <a:lnTo>
                    <a:pt x="56" y="446"/>
                  </a:lnTo>
                  <a:lnTo>
                    <a:pt x="10" y="446"/>
                  </a:lnTo>
                  <a:lnTo>
                    <a:pt x="0" y="415"/>
                  </a:lnTo>
                  <a:lnTo>
                    <a:pt x="35" y="342"/>
                  </a:lnTo>
                  <a:lnTo>
                    <a:pt x="72" y="299"/>
                  </a:lnTo>
                  <a:lnTo>
                    <a:pt x="139" y="261"/>
                  </a:lnTo>
                  <a:lnTo>
                    <a:pt x="190" y="211"/>
                  </a:lnTo>
                  <a:lnTo>
                    <a:pt x="261" y="168"/>
                  </a:lnTo>
                  <a:lnTo>
                    <a:pt x="282" y="131"/>
                  </a:lnTo>
                  <a:lnTo>
                    <a:pt x="282" y="101"/>
                  </a:lnTo>
                  <a:lnTo>
                    <a:pt x="321" y="50"/>
                  </a:lnTo>
                  <a:lnTo>
                    <a:pt x="325" y="13"/>
                  </a:lnTo>
                  <a:lnTo>
                    <a:pt x="359" y="0"/>
                  </a:lnTo>
                  <a:lnTo>
                    <a:pt x="375" y="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 648"/>
            <p:cNvSpPr>
              <a:spLocks/>
            </p:cNvSpPr>
            <p:nvPr/>
          </p:nvSpPr>
          <p:spPr bwMode="auto">
            <a:xfrm>
              <a:off x="8414752" y="5592796"/>
              <a:ext cx="11350" cy="14593"/>
            </a:xfrm>
            <a:custGeom>
              <a:avLst/>
              <a:gdLst/>
              <a:ahLst/>
              <a:cxnLst>
                <a:cxn ang="0">
                  <a:pos x="25" y="4"/>
                </a:cxn>
                <a:cxn ang="0">
                  <a:pos x="25" y="29"/>
                </a:cxn>
                <a:cxn ang="0">
                  <a:pos x="0" y="35"/>
                </a:cxn>
                <a:cxn ang="0">
                  <a:pos x="8" y="0"/>
                </a:cxn>
                <a:cxn ang="0">
                  <a:pos x="25" y="4"/>
                </a:cxn>
              </a:cxnLst>
              <a:rect l="0" t="0" r="r" b="b"/>
              <a:pathLst>
                <a:path w="25" h="35">
                  <a:moveTo>
                    <a:pt x="25" y="4"/>
                  </a:moveTo>
                  <a:lnTo>
                    <a:pt x="25" y="29"/>
                  </a:lnTo>
                  <a:lnTo>
                    <a:pt x="0" y="35"/>
                  </a:lnTo>
                  <a:lnTo>
                    <a:pt x="8" y="0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 649"/>
            <p:cNvSpPr>
              <a:spLocks/>
            </p:cNvSpPr>
            <p:nvPr/>
          </p:nvSpPr>
          <p:spPr bwMode="auto">
            <a:xfrm>
              <a:off x="4610824" y="3016310"/>
              <a:ext cx="184845" cy="92424"/>
            </a:xfrm>
            <a:custGeom>
              <a:avLst/>
              <a:gdLst/>
              <a:ahLst/>
              <a:cxnLst>
                <a:cxn ang="0">
                  <a:pos x="419" y="177"/>
                </a:cxn>
                <a:cxn ang="0">
                  <a:pos x="367" y="189"/>
                </a:cxn>
                <a:cxn ang="0">
                  <a:pos x="305" y="228"/>
                </a:cxn>
                <a:cxn ang="0">
                  <a:pos x="262" y="211"/>
                </a:cxn>
                <a:cxn ang="0">
                  <a:pos x="208" y="193"/>
                </a:cxn>
                <a:cxn ang="0">
                  <a:pos x="187" y="193"/>
                </a:cxn>
                <a:cxn ang="0">
                  <a:pos x="170" y="181"/>
                </a:cxn>
                <a:cxn ang="0">
                  <a:pos x="140" y="181"/>
                </a:cxn>
                <a:cxn ang="0">
                  <a:pos x="119" y="199"/>
                </a:cxn>
                <a:cxn ang="0">
                  <a:pos x="53" y="185"/>
                </a:cxn>
                <a:cxn ang="0">
                  <a:pos x="26" y="185"/>
                </a:cxn>
                <a:cxn ang="0">
                  <a:pos x="11" y="175"/>
                </a:cxn>
                <a:cxn ang="0">
                  <a:pos x="0" y="148"/>
                </a:cxn>
                <a:cxn ang="0">
                  <a:pos x="7" y="135"/>
                </a:cxn>
                <a:cxn ang="0">
                  <a:pos x="81" y="147"/>
                </a:cxn>
                <a:cxn ang="0">
                  <a:pos x="144" y="135"/>
                </a:cxn>
                <a:cxn ang="0">
                  <a:pos x="181" y="114"/>
                </a:cxn>
                <a:cxn ang="0">
                  <a:pos x="224" y="122"/>
                </a:cxn>
                <a:cxn ang="0">
                  <a:pos x="241" y="101"/>
                </a:cxn>
                <a:cxn ang="0">
                  <a:pos x="233" y="64"/>
                </a:cxn>
                <a:cxn ang="0">
                  <a:pos x="266" y="38"/>
                </a:cxn>
                <a:cxn ang="0">
                  <a:pos x="274" y="13"/>
                </a:cxn>
                <a:cxn ang="0">
                  <a:pos x="359" y="0"/>
                </a:cxn>
                <a:cxn ang="0">
                  <a:pos x="413" y="21"/>
                </a:cxn>
                <a:cxn ang="0">
                  <a:pos x="427" y="60"/>
                </a:cxn>
                <a:cxn ang="0">
                  <a:pos x="450" y="61"/>
                </a:cxn>
                <a:cxn ang="0">
                  <a:pos x="456" y="101"/>
                </a:cxn>
                <a:cxn ang="0">
                  <a:pos x="427" y="118"/>
                </a:cxn>
                <a:cxn ang="0">
                  <a:pos x="431" y="156"/>
                </a:cxn>
                <a:cxn ang="0">
                  <a:pos x="419" y="177"/>
                </a:cxn>
              </a:cxnLst>
              <a:rect l="0" t="0" r="r" b="b"/>
              <a:pathLst>
                <a:path w="456" h="228">
                  <a:moveTo>
                    <a:pt x="419" y="177"/>
                  </a:moveTo>
                  <a:lnTo>
                    <a:pt x="367" y="189"/>
                  </a:lnTo>
                  <a:lnTo>
                    <a:pt x="305" y="228"/>
                  </a:lnTo>
                  <a:lnTo>
                    <a:pt x="262" y="211"/>
                  </a:lnTo>
                  <a:lnTo>
                    <a:pt x="208" y="193"/>
                  </a:lnTo>
                  <a:lnTo>
                    <a:pt x="187" y="193"/>
                  </a:lnTo>
                  <a:lnTo>
                    <a:pt x="170" y="181"/>
                  </a:lnTo>
                  <a:lnTo>
                    <a:pt x="140" y="181"/>
                  </a:lnTo>
                  <a:lnTo>
                    <a:pt x="119" y="199"/>
                  </a:lnTo>
                  <a:lnTo>
                    <a:pt x="53" y="185"/>
                  </a:lnTo>
                  <a:lnTo>
                    <a:pt x="26" y="185"/>
                  </a:lnTo>
                  <a:lnTo>
                    <a:pt x="11" y="175"/>
                  </a:lnTo>
                  <a:lnTo>
                    <a:pt x="0" y="148"/>
                  </a:lnTo>
                  <a:lnTo>
                    <a:pt x="7" y="135"/>
                  </a:lnTo>
                  <a:lnTo>
                    <a:pt x="81" y="147"/>
                  </a:lnTo>
                  <a:lnTo>
                    <a:pt x="144" y="135"/>
                  </a:lnTo>
                  <a:lnTo>
                    <a:pt x="181" y="114"/>
                  </a:lnTo>
                  <a:lnTo>
                    <a:pt x="224" y="122"/>
                  </a:lnTo>
                  <a:lnTo>
                    <a:pt x="241" y="101"/>
                  </a:lnTo>
                  <a:lnTo>
                    <a:pt x="233" y="64"/>
                  </a:lnTo>
                  <a:lnTo>
                    <a:pt x="266" y="38"/>
                  </a:lnTo>
                  <a:lnTo>
                    <a:pt x="274" y="13"/>
                  </a:lnTo>
                  <a:lnTo>
                    <a:pt x="359" y="0"/>
                  </a:lnTo>
                  <a:lnTo>
                    <a:pt x="413" y="21"/>
                  </a:lnTo>
                  <a:lnTo>
                    <a:pt x="427" y="60"/>
                  </a:lnTo>
                  <a:lnTo>
                    <a:pt x="450" y="61"/>
                  </a:lnTo>
                  <a:lnTo>
                    <a:pt x="456" y="101"/>
                  </a:lnTo>
                  <a:lnTo>
                    <a:pt x="427" y="118"/>
                  </a:lnTo>
                  <a:lnTo>
                    <a:pt x="431" y="156"/>
                  </a:lnTo>
                  <a:lnTo>
                    <a:pt x="419" y="17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 650"/>
            <p:cNvSpPr>
              <a:spLocks/>
            </p:cNvSpPr>
            <p:nvPr/>
          </p:nvSpPr>
          <p:spPr bwMode="auto">
            <a:xfrm>
              <a:off x="4528127" y="3056847"/>
              <a:ext cx="103774" cy="79452"/>
            </a:xfrm>
            <a:custGeom>
              <a:avLst/>
              <a:gdLst/>
              <a:ahLst/>
              <a:cxnLst>
                <a:cxn ang="0">
                  <a:pos x="62" y="193"/>
                </a:cxn>
                <a:cxn ang="0">
                  <a:pos x="50" y="173"/>
                </a:cxn>
                <a:cxn ang="0">
                  <a:pos x="58" y="144"/>
                </a:cxn>
                <a:cxn ang="0">
                  <a:pos x="33" y="139"/>
                </a:cxn>
                <a:cxn ang="0">
                  <a:pos x="12" y="156"/>
                </a:cxn>
                <a:cxn ang="0">
                  <a:pos x="0" y="139"/>
                </a:cxn>
                <a:cxn ang="0">
                  <a:pos x="21" y="110"/>
                </a:cxn>
                <a:cxn ang="0">
                  <a:pos x="33" y="84"/>
                </a:cxn>
                <a:cxn ang="0">
                  <a:pos x="49" y="70"/>
                </a:cxn>
                <a:cxn ang="0">
                  <a:pos x="54" y="51"/>
                </a:cxn>
                <a:cxn ang="0">
                  <a:pos x="73" y="22"/>
                </a:cxn>
                <a:cxn ang="0">
                  <a:pos x="99" y="25"/>
                </a:cxn>
                <a:cxn ang="0">
                  <a:pos x="126" y="13"/>
                </a:cxn>
                <a:cxn ang="0">
                  <a:pos x="145" y="0"/>
                </a:cxn>
                <a:cxn ang="0">
                  <a:pos x="205" y="30"/>
                </a:cxn>
                <a:cxn ang="0">
                  <a:pos x="212" y="34"/>
                </a:cxn>
                <a:cxn ang="0">
                  <a:pos x="200" y="54"/>
                </a:cxn>
                <a:cxn ang="0">
                  <a:pos x="204" y="71"/>
                </a:cxn>
                <a:cxn ang="0">
                  <a:pos x="217" y="74"/>
                </a:cxn>
                <a:cxn ang="0">
                  <a:pos x="231" y="84"/>
                </a:cxn>
                <a:cxn ang="0">
                  <a:pos x="258" y="84"/>
                </a:cxn>
                <a:cxn ang="0">
                  <a:pos x="255" y="116"/>
                </a:cxn>
                <a:cxn ang="0">
                  <a:pos x="237" y="139"/>
                </a:cxn>
                <a:cxn ang="0">
                  <a:pos x="197" y="128"/>
                </a:cxn>
                <a:cxn ang="0">
                  <a:pos x="182" y="193"/>
                </a:cxn>
                <a:cxn ang="0">
                  <a:pos x="169" y="194"/>
                </a:cxn>
                <a:cxn ang="0">
                  <a:pos x="144" y="133"/>
                </a:cxn>
                <a:cxn ang="0">
                  <a:pos x="132" y="139"/>
                </a:cxn>
                <a:cxn ang="0">
                  <a:pos x="126" y="164"/>
                </a:cxn>
                <a:cxn ang="0">
                  <a:pos x="108" y="185"/>
                </a:cxn>
                <a:cxn ang="0">
                  <a:pos x="87" y="182"/>
                </a:cxn>
                <a:cxn ang="0">
                  <a:pos x="61" y="192"/>
                </a:cxn>
                <a:cxn ang="0">
                  <a:pos x="62" y="193"/>
                </a:cxn>
              </a:cxnLst>
              <a:rect l="0" t="0" r="r" b="b"/>
              <a:pathLst>
                <a:path w="258" h="194">
                  <a:moveTo>
                    <a:pt x="62" y="193"/>
                  </a:moveTo>
                  <a:lnTo>
                    <a:pt x="50" y="173"/>
                  </a:lnTo>
                  <a:lnTo>
                    <a:pt x="58" y="144"/>
                  </a:lnTo>
                  <a:lnTo>
                    <a:pt x="33" y="139"/>
                  </a:lnTo>
                  <a:lnTo>
                    <a:pt x="12" y="156"/>
                  </a:lnTo>
                  <a:lnTo>
                    <a:pt x="0" y="139"/>
                  </a:lnTo>
                  <a:lnTo>
                    <a:pt x="21" y="110"/>
                  </a:lnTo>
                  <a:lnTo>
                    <a:pt x="33" y="84"/>
                  </a:lnTo>
                  <a:lnTo>
                    <a:pt x="49" y="70"/>
                  </a:lnTo>
                  <a:lnTo>
                    <a:pt x="54" y="51"/>
                  </a:lnTo>
                  <a:lnTo>
                    <a:pt x="73" y="22"/>
                  </a:lnTo>
                  <a:lnTo>
                    <a:pt x="99" y="25"/>
                  </a:lnTo>
                  <a:lnTo>
                    <a:pt x="126" y="13"/>
                  </a:lnTo>
                  <a:lnTo>
                    <a:pt x="145" y="0"/>
                  </a:lnTo>
                  <a:lnTo>
                    <a:pt x="205" y="30"/>
                  </a:lnTo>
                  <a:lnTo>
                    <a:pt x="212" y="34"/>
                  </a:lnTo>
                  <a:lnTo>
                    <a:pt x="200" y="54"/>
                  </a:lnTo>
                  <a:lnTo>
                    <a:pt x="204" y="71"/>
                  </a:lnTo>
                  <a:lnTo>
                    <a:pt x="217" y="74"/>
                  </a:lnTo>
                  <a:lnTo>
                    <a:pt x="231" y="84"/>
                  </a:lnTo>
                  <a:lnTo>
                    <a:pt x="258" y="84"/>
                  </a:lnTo>
                  <a:lnTo>
                    <a:pt x="255" y="116"/>
                  </a:lnTo>
                  <a:lnTo>
                    <a:pt x="237" y="139"/>
                  </a:lnTo>
                  <a:lnTo>
                    <a:pt x="197" y="128"/>
                  </a:lnTo>
                  <a:lnTo>
                    <a:pt x="182" y="193"/>
                  </a:lnTo>
                  <a:lnTo>
                    <a:pt x="169" y="194"/>
                  </a:lnTo>
                  <a:lnTo>
                    <a:pt x="144" y="133"/>
                  </a:lnTo>
                  <a:lnTo>
                    <a:pt x="132" y="139"/>
                  </a:lnTo>
                  <a:lnTo>
                    <a:pt x="126" y="164"/>
                  </a:lnTo>
                  <a:lnTo>
                    <a:pt x="108" y="185"/>
                  </a:lnTo>
                  <a:lnTo>
                    <a:pt x="87" y="182"/>
                  </a:lnTo>
                  <a:lnTo>
                    <a:pt x="61" y="192"/>
                  </a:lnTo>
                  <a:lnTo>
                    <a:pt x="62" y="19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 651"/>
            <p:cNvSpPr>
              <a:spLocks/>
            </p:cNvSpPr>
            <p:nvPr/>
          </p:nvSpPr>
          <p:spPr bwMode="auto">
            <a:xfrm>
              <a:off x="4169789" y="3254664"/>
              <a:ext cx="69723" cy="16052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26" y="28"/>
                </a:cxn>
                <a:cxn ang="0">
                  <a:pos x="35" y="58"/>
                </a:cxn>
                <a:cxn ang="0">
                  <a:pos x="45" y="98"/>
                </a:cxn>
                <a:cxn ang="0">
                  <a:pos x="37" y="151"/>
                </a:cxn>
                <a:cxn ang="0">
                  <a:pos x="23" y="166"/>
                </a:cxn>
                <a:cxn ang="0">
                  <a:pos x="18" y="196"/>
                </a:cxn>
                <a:cxn ang="0">
                  <a:pos x="0" y="216"/>
                </a:cxn>
                <a:cxn ang="0">
                  <a:pos x="3" y="276"/>
                </a:cxn>
                <a:cxn ang="0">
                  <a:pos x="23" y="276"/>
                </a:cxn>
                <a:cxn ang="0">
                  <a:pos x="28" y="298"/>
                </a:cxn>
                <a:cxn ang="0">
                  <a:pos x="26" y="354"/>
                </a:cxn>
                <a:cxn ang="0">
                  <a:pos x="20" y="387"/>
                </a:cxn>
                <a:cxn ang="0">
                  <a:pos x="55" y="390"/>
                </a:cxn>
                <a:cxn ang="0">
                  <a:pos x="83" y="396"/>
                </a:cxn>
                <a:cxn ang="0">
                  <a:pos x="110" y="379"/>
                </a:cxn>
                <a:cxn ang="0">
                  <a:pos x="113" y="346"/>
                </a:cxn>
                <a:cxn ang="0">
                  <a:pos x="133" y="314"/>
                </a:cxn>
                <a:cxn ang="0">
                  <a:pos x="143" y="246"/>
                </a:cxn>
                <a:cxn ang="0">
                  <a:pos x="128" y="191"/>
                </a:cxn>
                <a:cxn ang="0">
                  <a:pos x="143" y="168"/>
                </a:cxn>
                <a:cxn ang="0">
                  <a:pos x="147" y="106"/>
                </a:cxn>
                <a:cxn ang="0">
                  <a:pos x="163" y="81"/>
                </a:cxn>
                <a:cxn ang="0">
                  <a:pos x="173" y="31"/>
                </a:cxn>
                <a:cxn ang="0">
                  <a:pos x="150" y="0"/>
                </a:cxn>
                <a:cxn ang="0">
                  <a:pos x="125" y="11"/>
                </a:cxn>
                <a:cxn ang="0">
                  <a:pos x="68" y="17"/>
                </a:cxn>
                <a:cxn ang="0">
                  <a:pos x="37" y="5"/>
                </a:cxn>
              </a:cxnLst>
              <a:rect l="0" t="0" r="r" b="b"/>
              <a:pathLst>
                <a:path w="173" h="396">
                  <a:moveTo>
                    <a:pt x="37" y="5"/>
                  </a:moveTo>
                  <a:lnTo>
                    <a:pt x="26" y="28"/>
                  </a:lnTo>
                  <a:lnTo>
                    <a:pt x="35" y="58"/>
                  </a:lnTo>
                  <a:lnTo>
                    <a:pt x="45" y="98"/>
                  </a:lnTo>
                  <a:lnTo>
                    <a:pt x="37" y="151"/>
                  </a:lnTo>
                  <a:lnTo>
                    <a:pt x="23" y="166"/>
                  </a:lnTo>
                  <a:lnTo>
                    <a:pt x="18" y="196"/>
                  </a:lnTo>
                  <a:lnTo>
                    <a:pt x="0" y="216"/>
                  </a:lnTo>
                  <a:lnTo>
                    <a:pt x="3" y="276"/>
                  </a:lnTo>
                  <a:lnTo>
                    <a:pt x="23" y="276"/>
                  </a:lnTo>
                  <a:lnTo>
                    <a:pt x="28" y="298"/>
                  </a:lnTo>
                  <a:lnTo>
                    <a:pt x="26" y="354"/>
                  </a:lnTo>
                  <a:lnTo>
                    <a:pt x="20" y="387"/>
                  </a:lnTo>
                  <a:lnTo>
                    <a:pt x="55" y="390"/>
                  </a:lnTo>
                  <a:lnTo>
                    <a:pt x="83" y="396"/>
                  </a:lnTo>
                  <a:lnTo>
                    <a:pt x="110" y="379"/>
                  </a:lnTo>
                  <a:lnTo>
                    <a:pt x="113" y="346"/>
                  </a:lnTo>
                  <a:lnTo>
                    <a:pt x="133" y="314"/>
                  </a:lnTo>
                  <a:lnTo>
                    <a:pt x="143" y="246"/>
                  </a:lnTo>
                  <a:lnTo>
                    <a:pt x="128" y="191"/>
                  </a:lnTo>
                  <a:lnTo>
                    <a:pt x="143" y="168"/>
                  </a:lnTo>
                  <a:lnTo>
                    <a:pt x="147" y="106"/>
                  </a:lnTo>
                  <a:lnTo>
                    <a:pt x="163" y="81"/>
                  </a:lnTo>
                  <a:lnTo>
                    <a:pt x="173" y="31"/>
                  </a:lnTo>
                  <a:lnTo>
                    <a:pt x="150" y="0"/>
                  </a:lnTo>
                  <a:lnTo>
                    <a:pt x="125" y="11"/>
                  </a:lnTo>
                  <a:lnTo>
                    <a:pt x="68" y="17"/>
                  </a:lnTo>
                  <a:lnTo>
                    <a:pt x="37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 652"/>
            <p:cNvSpPr>
              <a:spLocks/>
            </p:cNvSpPr>
            <p:nvPr/>
          </p:nvSpPr>
          <p:spPr bwMode="auto">
            <a:xfrm>
              <a:off x="4171409" y="3196291"/>
              <a:ext cx="291862" cy="244840"/>
            </a:xfrm>
            <a:custGeom>
              <a:avLst/>
              <a:gdLst/>
              <a:ahLst/>
              <a:cxnLst>
                <a:cxn ang="0">
                  <a:pos x="717" y="98"/>
                </a:cxn>
                <a:cxn ang="0">
                  <a:pos x="722" y="132"/>
                </a:cxn>
                <a:cxn ang="0">
                  <a:pos x="702" y="180"/>
                </a:cxn>
                <a:cxn ang="0">
                  <a:pos x="649" y="201"/>
                </a:cxn>
                <a:cxn ang="0">
                  <a:pos x="616" y="205"/>
                </a:cxn>
                <a:cxn ang="0">
                  <a:pos x="582" y="236"/>
                </a:cxn>
                <a:cxn ang="0">
                  <a:pos x="579" y="256"/>
                </a:cxn>
                <a:cxn ang="0">
                  <a:pos x="548" y="286"/>
                </a:cxn>
                <a:cxn ang="0">
                  <a:pos x="546" y="346"/>
                </a:cxn>
                <a:cxn ang="0">
                  <a:pos x="551" y="404"/>
                </a:cxn>
                <a:cxn ang="0">
                  <a:pos x="521" y="441"/>
                </a:cxn>
                <a:cxn ang="0">
                  <a:pos x="511" y="477"/>
                </a:cxn>
                <a:cxn ang="0">
                  <a:pos x="476" y="494"/>
                </a:cxn>
                <a:cxn ang="0">
                  <a:pos x="456" y="517"/>
                </a:cxn>
                <a:cxn ang="0">
                  <a:pos x="431" y="527"/>
                </a:cxn>
                <a:cxn ang="0">
                  <a:pos x="421" y="547"/>
                </a:cxn>
                <a:cxn ang="0">
                  <a:pos x="386" y="572"/>
                </a:cxn>
                <a:cxn ang="0">
                  <a:pos x="351" y="562"/>
                </a:cxn>
                <a:cxn ang="0">
                  <a:pos x="318" y="555"/>
                </a:cxn>
                <a:cxn ang="0">
                  <a:pos x="265" y="570"/>
                </a:cxn>
                <a:cxn ang="0">
                  <a:pos x="228" y="603"/>
                </a:cxn>
                <a:cxn ang="0">
                  <a:pos x="203" y="597"/>
                </a:cxn>
                <a:cxn ang="0">
                  <a:pos x="192" y="587"/>
                </a:cxn>
                <a:cxn ang="0">
                  <a:pos x="166" y="572"/>
                </a:cxn>
                <a:cxn ang="0">
                  <a:pos x="147" y="525"/>
                </a:cxn>
                <a:cxn ang="0">
                  <a:pos x="122" y="519"/>
                </a:cxn>
                <a:cxn ang="0">
                  <a:pos x="107" y="522"/>
                </a:cxn>
                <a:cxn ang="0">
                  <a:pos x="110" y="489"/>
                </a:cxn>
                <a:cxn ang="0">
                  <a:pos x="130" y="457"/>
                </a:cxn>
                <a:cxn ang="0">
                  <a:pos x="140" y="389"/>
                </a:cxn>
                <a:cxn ang="0">
                  <a:pos x="125" y="334"/>
                </a:cxn>
                <a:cxn ang="0">
                  <a:pos x="140" y="311"/>
                </a:cxn>
                <a:cxn ang="0">
                  <a:pos x="144" y="249"/>
                </a:cxn>
                <a:cxn ang="0">
                  <a:pos x="160" y="224"/>
                </a:cxn>
                <a:cxn ang="0">
                  <a:pos x="170" y="174"/>
                </a:cxn>
                <a:cxn ang="0">
                  <a:pos x="147" y="143"/>
                </a:cxn>
                <a:cxn ang="0">
                  <a:pos x="122" y="154"/>
                </a:cxn>
                <a:cxn ang="0">
                  <a:pos x="65" y="160"/>
                </a:cxn>
                <a:cxn ang="0">
                  <a:pos x="34" y="148"/>
                </a:cxn>
                <a:cxn ang="0">
                  <a:pos x="32" y="121"/>
                </a:cxn>
                <a:cxn ang="0">
                  <a:pos x="0" y="73"/>
                </a:cxn>
                <a:cxn ang="0">
                  <a:pos x="20" y="42"/>
                </a:cxn>
                <a:cxn ang="0">
                  <a:pos x="54" y="28"/>
                </a:cxn>
                <a:cxn ang="0">
                  <a:pos x="68" y="3"/>
                </a:cxn>
                <a:cxn ang="0">
                  <a:pos x="97" y="0"/>
                </a:cxn>
                <a:cxn ang="0">
                  <a:pos x="107" y="17"/>
                </a:cxn>
                <a:cxn ang="0">
                  <a:pos x="180" y="20"/>
                </a:cxn>
                <a:cxn ang="0">
                  <a:pos x="200" y="15"/>
                </a:cxn>
                <a:cxn ang="0">
                  <a:pos x="228" y="8"/>
                </a:cxn>
                <a:cxn ang="0">
                  <a:pos x="287" y="28"/>
                </a:cxn>
                <a:cxn ang="0">
                  <a:pos x="329" y="20"/>
                </a:cxn>
                <a:cxn ang="0">
                  <a:pos x="388" y="33"/>
                </a:cxn>
                <a:cxn ang="0">
                  <a:pos x="456" y="36"/>
                </a:cxn>
                <a:cxn ang="0">
                  <a:pos x="501" y="68"/>
                </a:cxn>
                <a:cxn ang="0">
                  <a:pos x="517" y="68"/>
                </a:cxn>
                <a:cxn ang="0">
                  <a:pos x="537" y="85"/>
                </a:cxn>
                <a:cxn ang="0">
                  <a:pos x="609" y="81"/>
                </a:cxn>
                <a:cxn ang="0">
                  <a:pos x="629" y="87"/>
                </a:cxn>
                <a:cxn ang="0">
                  <a:pos x="639" y="93"/>
                </a:cxn>
                <a:cxn ang="0">
                  <a:pos x="652" y="98"/>
                </a:cxn>
                <a:cxn ang="0">
                  <a:pos x="717" y="98"/>
                </a:cxn>
              </a:cxnLst>
              <a:rect l="0" t="0" r="r" b="b"/>
              <a:pathLst>
                <a:path w="722" h="603">
                  <a:moveTo>
                    <a:pt x="717" y="98"/>
                  </a:moveTo>
                  <a:lnTo>
                    <a:pt x="722" y="132"/>
                  </a:lnTo>
                  <a:lnTo>
                    <a:pt x="702" y="180"/>
                  </a:lnTo>
                  <a:lnTo>
                    <a:pt x="649" y="201"/>
                  </a:lnTo>
                  <a:lnTo>
                    <a:pt x="616" y="205"/>
                  </a:lnTo>
                  <a:lnTo>
                    <a:pt x="582" y="236"/>
                  </a:lnTo>
                  <a:lnTo>
                    <a:pt x="579" y="256"/>
                  </a:lnTo>
                  <a:lnTo>
                    <a:pt x="548" y="286"/>
                  </a:lnTo>
                  <a:lnTo>
                    <a:pt x="546" y="346"/>
                  </a:lnTo>
                  <a:lnTo>
                    <a:pt x="551" y="404"/>
                  </a:lnTo>
                  <a:lnTo>
                    <a:pt x="521" y="441"/>
                  </a:lnTo>
                  <a:lnTo>
                    <a:pt x="511" y="477"/>
                  </a:lnTo>
                  <a:lnTo>
                    <a:pt x="476" y="494"/>
                  </a:lnTo>
                  <a:lnTo>
                    <a:pt x="456" y="517"/>
                  </a:lnTo>
                  <a:lnTo>
                    <a:pt x="431" y="527"/>
                  </a:lnTo>
                  <a:lnTo>
                    <a:pt x="421" y="547"/>
                  </a:lnTo>
                  <a:lnTo>
                    <a:pt x="386" y="572"/>
                  </a:lnTo>
                  <a:lnTo>
                    <a:pt x="351" y="562"/>
                  </a:lnTo>
                  <a:lnTo>
                    <a:pt x="318" y="555"/>
                  </a:lnTo>
                  <a:lnTo>
                    <a:pt x="265" y="570"/>
                  </a:lnTo>
                  <a:lnTo>
                    <a:pt x="228" y="603"/>
                  </a:lnTo>
                  <a:lnTo>
                    <a:pt x="203" y="597"/>
                  </a:lnTo>
                  <a:lnTo>
                    <a:pt x="192" y="587"/>
                  </a:lnTo>
                  <a:lnTo>
                    <a:pt x="166" y="572"/>
                  </a:lnTo>
                  <a:lnTo>
                    <a:pt x="147" y="525"/>
                  </a:lnTo>
                  <a:lnTo>
                    <a:pt x="122" y="519"/>
                  </a:lnTo>
                  <a:lnTo>
                    <a:pt x="107" y="522"/>
                  </a:lnTo>
                  <a:lnTo>
                    <a:pt x="110" y="489"/>
                  </a:lnTo>
                  <a:lnTo>
                    <a:pt x="130" y="457"/>
                  </a:lnTo>
                  <a:lnTo>
                    <a:pt x="140" y="389"/>
                  </a:lnTo>
                  <a:lnTo>
                    <a:pt x="125" y="334"/>
                  </a:lnTo>
                  <a:lnTo>
                    <a:pt x="140" y="311"/>
                  </a:lnTo>
                  <a:lnTo>
                    <a:pt x="144" y="249"/>
                  </a:lnTo>
                  <a:lnTo>
                    <a:pt x="160" y="224"/>
                  </a:lnTo>
                  <a:lnTo>
                    <a:pt x="170" y="174"/>
                  </a:lnTo>
                  <a:lnTo>
                    <a:pt x="147" y="143"/>
                  </a:lnTo>
                  <a:lnTo>
                    <a:pt x="122" y="154"/>
                  </a:lnTo>
                  <a:lnTo>
                    <a:pt x="65" y="160"/>
                  </a:lnTo>
                  <a:lnTo>
                    <a:pt x="34" y="148"/>
                  </a:lnTo>
                  <a:lnTo>
                    <a:pt x="32" y="121"/>
                  </a:lnTo>
                  <a:lnTo>
                    <a:pt x="0" y="73"/>
                  </a:lnTo>
                  <a:lnTo>
                    <a:pt x="20" y="42"/>
                  </a:lnTo>
                  <a:lnTo>
                    <a:pt x="54" y="28"/>
                  </a:lnTo>
                  <a:lnTo>
                    <a:pt x="68" y="3"/>
                  </a:lnTo>
                  <a:lnTo>
                    <a:pt x="97" y="0"/>
                  </a:lnTo>
                  <a:lnTo>
                    <a:pt x="107" y="17"/>
                  </a:lnTo>
                  <a:lnTo>
                    <a:pt x="180" y="20"/>
                  </a:lnTo>
                  <a:lnTo>
                    <a:pt x="200" y="15"/>
                  </a:lnTo>
                  <a:lnTo>
                    <a:pt x="228" y="8"/>
                  </a:lnTo>
                  <a:lnTo>
                    <a:pt x="287" y="28"/>
                  </a:lnTo>
                  <a:lnTo>
                    <a:pt x="329" y="20"/>
                  </a:lnTo>
                  <a:lnTo>
                    <a:pt x="388" y="33"/>
                  </a:lnTo>
                  <a:lnTo>
                    <a:pt x="456" y="36"/>
                  </a:lnTo>
                  <a:lnTo>
                    <a:pt x="501" y="68"/>
                  </a:lnTo>
                  <a:lnTo>
                    <a:pt x="517" y="68"/>
                  </a:lnTo>
                  <a:lnTo>
                    <a:pt x="537" y="85"/>
                  </a:lnTo>
                  <a:lnTo>
                    <a:pt x="609" y="81"/>
                  </a:lnTo>
                  <a:lnTo>
                    <a:pt x="629" y="87"/>
                  </a:lnTo>
                  <a:lnTo>
                    <a:pt x="639" y="93"/>
                  </a:lnTo>
                  <a:lnTo>
                    <a:pt x="652" y="98"/>
                  </a:lnTo>
                  <a:lnTo>
                    <a:pt x="717" y="9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 653"/>
            <p:cNvSpPr>
              <a:spLocks/>
            </p:cNvSpPr>
            <p:nvPr/>
          </p:nvSpPr>
          <p:spPr bwMode="auto">
            <a:xfrm>
              <a:off x="4683788" y="3371408"/>
              <a:ext cx="71344" cy="42157"/>
            </a:xfrm>
            <a:custGeom>
              <a:avLst/>
              <a:gdLst/>
              <a:ahLst/>
              <a:cxnLst>
                <a:cxn ang="0">
                  <a:pos x="174" y="0"/>
                </a:cxn>
                <a:cxn ang="0">
                  <a:pos x="157" y="40"/>
                </a:cxn>
                <a:cxn ang="0">
                  <a:pos x="159" y="103"/>
                </a:cxn>
                <a:cxn ang="0">
                  <a:pos x="81" y="72"/>
                </a:cxn>
                <a:cxn ang="0">
                  <a:pos x="47" y="48"/>
                </a:cxn>
                <a:cxn ang="0">
                  <a:pos x="6" y="36"/>
                </a:cxn>
                <a:cxn ang="0">
                  <a:pos x="0" y="23"/>
                </a:cxn>
                <a:cxn ang="0">
                  <a:pos x="22" y="1"/>
                </a:cxn>
                <a:cxn ang="0">
                  <a:pos x="46" y="1"/>
                </a:cxn>
                <a:cxn ang="0">
                  <a:pos x="75" y="12"/>
                </a:cxn>
                <a:cxn ang="0">
                  <a:pos x="138" y="8"/>
                </a:cxn>
                <a:cxn ang="0">
                  <a:pos x="174" y="0"/>
                </a:cxn>
              </a:cxnLst>
              <a:rect l="0" t="0" r="r" b="b"/>
              <a:pathLst>
                <a:path w="174" h="103">
                  <a:moveTo>
                    <a:pt x="174" y="0"/>
                  </a:moveTo>
                  <a:lnTo>
                    <a:pt x="157" y="40"/>
                  </a:lnTo>
                  <a:lnTo>
                    <a:pt x="159" y="103"/>
                  </a:lnTo>
                  <a:lnTo>
                    <a:pt x="81" y="72"/>
                  </a:lnTo>
                  <a:lnTo>
                    <a:pt x="47" y="48"/>
                  </a:lnTo>
                  <a:lnTo>
                    <a:pt x="6" y="36"/>
                  </a:lnTo>
                  <a:lnTo>
                    <a:pt x="0" y="23"/>
                  </a:lnTo>
                  <a:lnTo>
                    <a:pt x="22" y="1"/>
                  </a:lnTo>
                  <a:lnTo>
                    <a:pt x="46" y="1"/>
                  </a:lnTo>
                  <a:lnTo>
                    <a:pt x="75" y="12"/>
                  </a:lnTo>
                  <a:lnTo>
                    <a:pt x="138" y="8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 654"/>
            <p:cNvSpPr>
              <a:spLocks/>
            </p:cNvSpPr>
            <p:nvPr/>
          </p:nvSpPr>
          <p:spPr bwMode="auto">
            <a:xfrm>
              <a:off x="4550829" y="3089277"/>
              <a:ext cx="285375" cy="293482"/>
            </a:xfrm>
            <a:custGeom>
              <a:avLst/>
              <a:gdLst/>
              <a:ahLst/>
              <a:cxnLst>
                <a:cxn ang="0">
                  <a:pos x="107" y="219"/>
                </a:cxn>
                <a:cxn ang="0">
                  <a:pos x="185" y="219"/>
                </a:cxn>
                <a:cxn ang="0">
                  <a:pos x="228" y="332"/>
                </a:cxn>
                <a:cxn ang="0">
                  <a:pos x="275" y="387"/>
                </a:cxn>
                <a:cxn ang="0">
                  <a:pos x="328" y="415"/>
                </a:cxn>
                <a:cxn ang="0">
                  <a:pos x="393" y="472"/>
                </a:cxn>
                <a:cxn ang="0">
                  <a:pos x="433" y="500"/>
                </a:cxn>
                <a:cxn ang="0">
                  <a:pos x="461" y="514"/>
                </a:cxn>
                <a:cxn ang="0">
                  <a:pos x="491" y="547"/>
                </a:cxn>
                <a:cxn ang="0">
                  <a:pos x="531" y="562"/>
                </a:cxn>
                <a:cxn ang="0">
                  <a:pos x="551" y="612"/>
                </a:cxn>
                <a:cxn ang="0">
                  <a:pos x="536" y="683"/>
                </a:cxn>
                <a:cxn ang="0">
                  <a:pos x="543" y="724"/>
                </a:cxn>
                <a:cxn ang="0">
                  <a:pos x="596" y="660"/>
                </a:cxn>
                <a:cxn ang="0">
                  <a:pos x="619" y="618"/>
                </a:cxn>
                <a:cxn ang="0">
                  <a:pos x="599" y="540"/>
                </a:cxn>
                <a:cxn ang="0">
                  <a:pos x="654" y="545"/>
                </a:cxn>
                <a:cxn ang="0">
                  <a:pos x="702" y="562"/>
                </a:cxn>
                <a:cxn ang="0">
                  <a:pos x="657" y="502"/>
                </a:cxn>
                <a:cxn ang="0">
                  <a:pos x="621" y="469"/>
                </a:cxn>
                <a:cxn ang="0">
                  <a:pos x="559" y="449"/>
                </a:cxn>
                <a:cxn ang="0">
                  <a:pos x="491" y="404"/>
                </a:cxn>
                <a:cxn ang="0">
                  <a:pos x="408" y="304"/>
                </a:cxn>
                <a:cxn ang="0">
                  <a:pos x="323" y="222"/>
                </a:cxn>
                <a:cxn ang="0">
                  <a:pos x="323" y="149"/>
                </a:cxn>
                <a:cxn ang="0">
                  <a:pos x="408" y="113"/>
                </a:cxn>
                <a:cxn ang="0">
                  <a:pos x="421" y="118"/>
                </a:cxn>
                <a:cxn ang="0">
                  <a:pos x="427" y="84"/>
                </a:cxn>
                <a:cxn ang="0">
                  <a:pos x="409" y="30"/>
                </a:cxn>
                <a:cxn ang="0">
                  <a:pos x="334" y="12"/>
                </a:cxn>
                <a:cxn ang="0">
                  <a:pos x="287" y="0"/>
                </a:cxn>
                <a:cxn ang="0">
                  <a:pos x="200" y="4"/>
                </a:cxn>
                <a:cxn ang="0">
                  <a:pos x="179" y="59"/>
                </a:cxn>
                <a:cxn ang="0">
                  <a:pos x="124" y="113"/>
                </a:cxn>
                <a:cxn ang="0">
                  <a:pos x="86" y="53"/>
                </a:cxn>
                <a:cxn ang="0">
                  <a:pos x="68" y="84"/>
                </a:cxn>
                <a:cxn ang="0">
                  <a:pos x="29" y="102"/>
                </a:cxn>
                <a:cxn ang="0">
                  <a:pos x="0" y="161"/>
                </a:cxn>
                <a:cxn ang="0">
                  <a:pos x="42" y="227"/>
                </a:cxn>
              </a:cxnLst>
              <a:rect l="0" t="0" r="r" b="b"/>
              <a:pathLst>
                <a:path w="702" h="724">
                  <a:moveTo>
                    <a:pt x="68" y="257"/>
                  </a:moveTo>
                  <a:lnTo>
                    <a:pt x="107" y="219"/>
                  </a:lnTo>
                  <a:lnTo>
                    <a:pt x="163" y="208"/>
                  </a:lnTo>
                  <a:lnTo>
                    <a:pt x="185" y="219"/>
                  </a:lnTo>
                  <a:lnTo>
                    <a:pt x="223" y="275"/>
                  </a:lnTo>
                  <a:lnTo>
                    <a:pt x="228" y="332"/>
                  </a:lnTo>
                  <a:lnTo>
                    <a:pt x="265" y="357"/>
                  </a:lnTo>
                  <a:lnTo>
                    <a:pt x="275" y="387"/>
                  </a:lnTo>
                  <a:lnTo>
                    <a:pt x="306" y="412"/>
                  </a:lnTo>
                  <a:lnTo>
                    <a:pt x="328" y="415"/>
                  </a:lnTo>
                  <a:lnTo>
                    <a:pt x="340" y="440"/>
                  </a:lnTo>
                  <a:lnTo>
                    <a:pt x="393" y="472"/>
                  </a:lnTo>
                  <a:lnTo>
                    <a:pt x="411" y="475"/>
                  </a:lnTo>
                  <a:lnTo>
                    <a:pt x="433" y="500"/>
                  </a:lnTo>
                  <a:lnTo>
                    <a:pt x="450" y="500"/>
                  </a:lnTo>
                  <a:lnTo>
                    <a:pt x="461" y="514"/>
                  </a:lnTo>
                  <a:lnTo>
                    <a:pt x="486" y="522"/>
                  </a:lnTo>
                  <a:lnTo>
                    <a:pt x="491" y="547"/>
                  </a:lnTo>
                  <a:lnTo>
                    <a:pt x="514" y="562"/>
                  </a:lnTo>
                  <a:lnTo>
                    <a:pt x="531" y="562"/>
                  </a:lnTo>
                  <a:lnTo>
                    <a:pt x="551" y="585"/>
                  </a:lnTo>
                  <a:lnTo>
                    <a:pt x="551" y="612"/>
                  </a:lnTo>
                  <a:lnTo>
                    <a:pt x="562" y="648"/>
                  </a:lnTo>
                  <a:lnTo>
                    <a:pt x="536" y="683"/>
                  </a:lnTo>
                  <a:lnTo>
                    <a:pt x="529" y="708"/>
                  </a:lnTo>
                  <a:lnTo>
                    <a:pt x="543" y="724"/>
                  </a:lnTo>
                  <a:lnTo>
                    <a:pt x="584" y="693"/>
                  </a:lnTo>
                  <a:lnTo>
                    <a:pt x="596" y="660"/>
                  </a:lnTo>
                  <a:lnTo>
                    <a:pt x="621" y="646"/>
                  </a:lnTo>
                  <a:lnTo>
                    <a:pt x="619" y="618"/>
                  </a:lnTo>
                  <a:lnTo>
                    <a:pt x="587" y="585"/>
                  </a:lnTo>
                  <a:lnTo>
                    <a:pt x="599" y="540"/>
                  </a:lnTo>
                  <a:lnTo>
                    <a:pt x="632" y="533"/>
                  </a:lnTo>
                  <a:lnTo>
                    <a:pt x="654" y="545"/>
                  </a:lnTo>
                  <a:lnTo>
                    <a:pt x="691" y="570"/>
                  </a:lnTo>
                  <a:lnTo>
                    <a:pt x="702" y="562"/>
                  </a:lnTo>
                  <a:lnTo>
                    <a:pt x="697" y="536"/>
                  </a:lnTo>
                  <a:lnTo>
                    <a:pt x="657" y="502"/>
                  </a:lnTo>
                  <a:lnTo>
                    <a:pt x="624" y="492"/>
                  </a:lnTo>
                  <a:lnTo>
                    <a:pt x="621" y="469"/>
                  </a:lnTo>
                  <a:lnTo>
                    <a:pt x="576" y="463"/>
                  </a:lnTo>
                  <a:lnTo>
                    <a:pt x="559" y="449"/>
                  </a:lnTo>
                  <a:lnTo>
                    <a:pt x="546" y="412"/>
                  </a:lnTo>
                  <a:lnTo>
                    <a:pt x="491" y="404"/>
                  </a:lnTo>
                  <a:lnTo>
                    <a:pt x="436" y="371"/>
                  </a:lnTo>
                  <a:lnTo>
                    <a:pt x="408" y="304"/>
                  </a:lnTo>
                  <a:lnTo>
                    <a:pt x="383" y="264"/>
                  </a:lnTo>
                  <a:lnTo>
                    <a:pt x="323" y="222"/>
                  </a:lnTo>
                  <a:lnTo>
                    <a:pt x="326" y="161"/>
                  </a:lnTo>
                  <a:lnTo>
                    <a:pt x="323" y="149"/>
                  </a:lnTo>
                  <a:lnTo>
                    <a:pt x="346" y="124"/>
                  </a:lnTo>
                  <a:lnTo>
                    <a:pt x="408" y="113"/>
                  </a:lnTo>
                  <a:lnTo>
                    <a:pt x="408" y="141"/>
                  </a:lnTo>
                  <a:lnTo>
                    <a:pt x="421" y="118"/>
                  </a:lnTo>
                  <a:lnTo>
                    <a:pt x="427" y="101"/>
                  </a:lnTo>
                  <a:lnTo>
                    <a:pt x="427" y="84"/>
                  </a:lnTo>
                  <a:lnTo>
                    <a:pt x="409" y="63"/>
                  </a:lnTo>
                  <a:lnTo>
                    <a:pt x="409" y="30"/>
                  </a:lnTo>
                  <a:lnTo>
                    <a:pt x="354" y="12"/>
                  </a:lnTo>
                  <a:lnTo>
                    <a:pt x="334" y="12"/>
                  </a:lnTo>
                  <a:lnTo>
                    <a:pt x="317" y="0"/>
                  </a:lnTo>
                  <a:lnTo>
                    <a:pt x="287" y="0"/>
                  </a:lnTo>
                  <a:lnTo>
                    <a:pt x="266" y="18"/>
                  </a:lnTo>
                  <a:lnTo>
                    <a:pt x="200" y="4"/>
                  </a:lnTo>
                  <a:lnTo>
                    <a:pt x="197" y="36"/>
                  </a:lnTo>
                  <a:lnTo>
                    <a:pt x="179" y="59"/>
                  </a:lnTo>
                  <a:lnTo>
                    <a:pt x="139" y="48"/>
                  </a:lnTo>
                  <a:lnTo>
                    <a:pt x="124" y="113"/>
                  </a:lnTo>
                  <a:lnTo>
                    <a:pt x="111" y="114"/>
                  </a:lnTo>
                  <a:lnTo>
                    <a:pt x="86" y="53"/>
                  </a:lnTo>
                  <a:lnTo>
                    <a:pt x="74" y="59"/>
                  </a:lnTo>
                  <a:lnTo>
                    <a:pt x="68" y="84"/>
                  </a:lnTo>
                  <a:lnTo>
                    <a:pt x="52" y="106"/>
                  </a:lnTo>
                  <a:lnTo>
                    <a:pt x="29" y="102"/>
                  </a:lnTo>
                  <a:lnTo>
                    <a:pt x="3" y="112"/>
                  </a:lnTo>
                  <a:lnTo>
                    <a:pt x="0" y="161"/>
                  </a:lnTo>
                  <a:lnTo>
                    <a:pt x="13" y="219"/>
                  </a:lnTo>
                  <a:lnTo>
                    <a:pt x="42" y="227"/>
                  </a:lnTo>
                  <a:lnTo>
                    <a:pt x="68" y="25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 655"/>
            <p:cNvSpPr>
              <a:spLocks/>
            </p:cNvSpPr>
            <p:nvPr/>
          </p:nvSpPr>
          <p:spPr bwMode="auto">
            <a:xfrm>
              <a:off x="4417870" y="3223855"/>
              <a:ext cx="11350" cy="8107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4" y="2"/>
                </a:cxn>
                <a:cxn ang="0">
                  <a:pos x="18" y="0"/>
                </a:cxn>
                <a:cxn ang="0">
                  <a:pos x="27" y="8"/>
                </a:cxn>
                <a:cxn ang="0">
                  <a:pos x="20" y="19"/>
                </a:cxn>
                <a:cxn ang="0">
                  <a:pos x="0" y="13"/>
                </a:cxn>
              </a:cxnLst>
              <a:rect l="0" t="0" r="r" b="b"/>
              <a:pathLst>
                <a:path w="27" h="19">
                  <a:moveTo>
                    <a:pt x="0" y="13"/>
                  </a:moveTo>
                  <a:lnTo>
                    <a:pt x="4" y="2"/>
                  </a:lnTo>
                  <a:lnTo>
                    <a:pt x="18" y="0"/>
                  </a:lnTo>
                  <a:lnTo>
                    <a:pt x="27" y="8"/>
                  </a:lnTo>
                  <a:lnTo>
                    <a:pt x="20" y="19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 656"/>
            <p:cNvSpPr>
              <a:spLocks/>
            </p:cNvSpPr>
            <p:nvPr/>
          </p:nvSpPr>
          <p:spPr bwMode="auto">
            <a:xfrm>
              <a:off x="4588124" y="3274121"/>
              <a:ext cx="34050" cy="71344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40" y="18"/>
                </a:cxn>
                <a:cxn ang="0">
                  <a:pos x="57" y="0"/>
                </a:cxn>
                <a:cxn ang="0">
                  <a:pos x="68" y="4"/>
                </a:cxn>
                <a:cxn ang="0">
                  <a:pos x="68" y="33"/>
                </a:cxn>
                <a:cxn ang="0">
                  <a:pos x="82" y="49"/>
                </a:cxn>
                <a:cxn ang="0">
                  <a:pos x="79" y="126"/>
                </a:cxn>
                <a:cxn ang="0">
                  <a:pos x="69" y="143"/>
                </a:cxn>
                <a:cxn ang="0">
                  <a:pos x="59" y="160"/>
                </a:cxn>
                <a:cxn ang="0">
                  <a:pos x="36" y="164"/>
                </a:cxn>
                <a:cxn ang="0">
                  <a:pos x="26" y="176"/>
                </a:cxn>
                <a:cxn ang="0">
                  <a:pos x="7" y="168"/>
                </a:cxn>
                <a:cxn ang="0">
                  <a:pos x="4" y="122"/>
                </a:cxn>
                <a:cxn ang="0">
                  <a:pos x="7" y="61"/>
                </a:cxn>
                <a:cxn ang="0">
                  <a:pos x="0" y="40"/>
                </a:cxn>
              </a:cxnLst>
              <a:rect l="0" t="0" r="r" b="b"/>
              <a:pathLst>
                <a:path w="82" h="176">
                  <a:moveTo>
                    <a:pt x="0" y="40"/>
                  </a:moveTo>
                  <a:lnTo>
                    <a:pt x="40" y="18"/>
                  </a:lnTo>
                  <a:lnTo>
                    <a:pt x="57" y="0"/>
                  </a:lnTo>
                  <a:lnTo>
                    <a:pt x="68" y="4"/>
                  </a:lnTo>
                  <a:lnTo>
                    <a:pt x="68" y="33"/>
                  </a:lnTo>
                  <a:lnTo>
                    <a:pt x="82" y="49"/>
                  </a:lnTo>
                  <a:lnTo>
                    <a:pt x="79" y="126"/>
                  </a:lnTo>
                  <a:lnTo>
                    <a:pt x="69" y="143"/>
                  </a:lnTo>
                  <a:lnTo>
                    <a:pt x="59" y="160"/>
                  </a:lnTo>
                  <a:lnTo>
                    <a:pt x="36" y="164"/>
                  </a:lnTo>
                  <a:lnTo>
                    <a:pt x="26" y="176"/>
                  </a:lnTo>
                  <a:lnTo>
                    <a:pt x="7" y="168"/>
                  </a:lnTo>
                  <a:lnTo>
                    <a:pt x="4" y="122"/>
                  </a:lnTo>
                  <a:lnTo>
                    <a:pt x="7" y="61"/>
                  </a:lnTo>
                  <a:lnTo>
                    <a:pt x="0" y="4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 657"/>
            <p:cNvSpPr>
              <a:spLocks/>
            </p:cNvSpPr>
            <p:nvPr/>
          </p:nvSpPr>
          <p:spPr bwMode="auto">
            <a:xfrm>
              <a:off x="4596230" y="3217371"/>
              <a:ext cx="19457" cy="48644"/>
            </a:xfrm>
            <a:custGeom>
              <a:avLst/>
              <a:gdLst/>
              <a:ahLst/>
              <a:cxnLst>
                <a:cxn ang="0">
                  <a:pos x="41" y="2"/>
                </a:cxn>
                <a:cxn ang="0">
                  <a:pos x="41" y="23"/>
                </a:cxn>
                <a:cxn ang="0">
                  <a:pos x="46" y="47"/>
                </a:cxn>
                <a:cxn ang="0">
                  <a:pos x="31" y="113"/>
                </a:cxn>
                <a:cxn ang="0">
                  <a:pos x="15" y="124"/>
                </a:cxn>
                <a:cxn ang="0">
                  <a:pos x="1" y="108"/>
                </a:cxn>
                <a:cxn ang="0">
                  <a:pos x="0" y="61"/>
                </a:cxn>
                <a:cxn ang="0">
                  <a:pos x="5" y="40"/>
                </a:cxn>
                <a:cxn ang="0">
                  <a:pos x="30" y="24"/>
                </a:cxn>
                <a:cxn ang="0">
                  <a:pos x="33" y="0"/>
                </a:cxn>
                <a:cxn ang="0">
                  <a:pos x="41" y="2"/>
                </a:cxn>
              </a:cxnLst>
              <a:rect l="0" t="0" r="r" b="b"/>
              <a:pathLst>
                <a:path w="46" h="124">
                  <a:moveTo>
                    <a:pt x="41" y="2"/>
                  </a:moveTo>
                  <a:lnTo>
                    <a:pt x="41" y="23"/>
                  </a:lnTo>
                  <a:lnTo>
                    <a:pt x="46" y="47"/>
                  </a:lnTo>
                  <a:lnTo>
                    <a:pt x="31" y="113"/>
                  </a:lnTo>
                  <a:lnTo>
                    <a:pt x="15" y="124"/>
                  </a:lnTo>
                  <a:lnTo>
                    <a:pt x="1" y="108"/>
                  </a:lnTo>
                  <a:lnTo>
                    <a:pt x="0" y="61"/>
                  </a:lnTo>
                  <a:lnTo>
                    <a:pt x="5" y="40"/>
                  </a:lnTo>
                  <a:lnTo>
                    <a:pt x="30" y="24"/>
                  </a:lnTo>
                  <a:lnTo>
                    <a:pt x="33" y="0"/>
                  </a:lnTo>
                  <a:lnTo>
                    <a:pt x="41" y="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 658"/>
            <p:cNvSpPr>
              <a:spLocks/>
            </p:cNvSpPr>
            <p:nvPr/>
          </p:nvSpPr>
          <p:spPr bwMode="auto">
            <a:xfrm>
              <a:off x="4421113" y="3343843"/>
              <a:ext cx="12972" cy="11350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1" y="17"/>
                </a:cxn>
                <a:cxn ang="0">
                  <a:pos x="18" y="0"/>
                </a:cxn>
                <a:cxn ang="0">
                  <a:pos x="31" y="4"/>
                </a:cxn>
                <a:cxn ang="0">
                  <a:pos x="22" y="21"/>
                </a:cxn>
                <a:cxn ang="0">
                  <a:pos x="0" y="25"/>
                </a:cxn>
              </a:cxnLst>
              <a:rect l="0" t="0" r="r" b="b"/>
              <a:pathLst>
                <a:path w="31" h="25">
                  <a:moveTo>
                    <a:pt x="0" y="25"/>
                  </a:moveTo>
                  <a:lnTo>
                    <a:pt x="1" y="17"/>
                  </a:lnTo>
                  <a:lnTo>
                    <a:pt x="18" y="0"/>
                  </a:lnTo>
                  <a:lnTo>
                    <a:pt x="31" y="4"/>
                  </a:lnTo>
                  <a:lnTo>
                    <a:pt x="22" y="21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 659"/>
            <p:cNvSpPr>
              <a:spLocks/>
            </p:cNvSpPr>
            <p:nvPr/>
          </p:nvSpPr>
          <p:spPr bwMode="auto">
            <a:xfrm>
              <a:off x="4448678" y="3327629"/>
              <a:ext cx="21078" cy="1783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"/>
                </a:cxn>
                <a:cxn ang="0">
                  <a:pos x="36" y="0"/>
                </a:cxn>
                <a:cxn ang="0">
                  <a:pos x="51" y="14"/>
                </a:cxn>
                <a:cxn ang="0">
                  <a:pos x="41" y="29"/>
                </a:cxn>
                <a:cxn ang="0">
                  <a:pos x="12" y="41"/>
                </a:cxn>
                <a:cxn ang="0">
                  <a:pos x="0" y="32"/>
                </a:cxn>
              </a:cxnLst>
              <a:rect l="0" t="0" r="r" b="b"/>
              <a:pathLst>
                <a:path w="51" h="41">
                  <a:moveTo>
                    <a:pt x="0" y="32"/>
                  </a:moveTo>
                  <a:lnTo>
                    <a:pt x="0" y="1"/>
                  </a:lnTo>
                  <a:lnTo>
                    <a:pt x="36" y="0"/>
                  </a:lnTo>
                  <a:lnTo>
                    <a:pt x="51" y="14"/>
                  </a:lnTo>
                  <a:lnTo>
                    <a:pt x="41" y="29"/>
                  </a:lnTo>
                  <a:lnTo>
                    <a:pt x="12" y="41"/>
                  </a:lnTo>
                  <a:lnTo>
                    <a:pt x="0" y="3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 660"/>
            <p:cNvSpPr>
              <a:spLocks/>
            </p:cNvSpPr>
            <p:nvPr/>
          </p:nvSpPr>
          <p:spPr bwMode="auto">
            <a:xfrm>
              <a:off x="4477865" y="3314658"/>
              <a:ext cx="12972" cy="9728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0" y="12"/>
                </a:cxn>
                <a:cxn ang="0">
                  <a:pos x="16" y="0"/>
                </a:cxn>
                <a:cxn ang="0">
                  <a:pos x="32" y="5"/>
                </a:cxn>
                <a:cxn ang="0">
                  <a:pos x="29" y="25"/>
                </a:cxn>
                <a:cxn ang="0">
                  <a:pos x="0" y="23"/>
                </a:cxn>
              </a:cxnLst>
              <a:rect l="0" t="0" r="r" b="b"/>
              <a:pathLst>
                <a:path w="32" h="25">
                  <a:moveTo>
                    <a:pt x="0" y="23"/>
                  </a:moveTo>
                  <a:lnTo>
                    <a:pt x="0" y="12"/>
                  </a:lnTo>
                  <a:lnTo>
                    <a:pt x="16" y="0"/>
                  </a:lnTo>
                  <a:lnTo>
                    <a:pt x="32" y="5"/>
                  </a:lnTo>
                  <a:lnTo>
                    <a:pt x="29" y="25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 661"/>
            <p:cNvSpPr>
              <a:spLocks/>
            </p:cNvSpPr>
            <p:nvPr/>
          </p:nvSpPr>
          <p:spPr bwMode="auto">
            <a:xfrm>
              <a:off x="4244374" y="2628783"/>
              <a:ext cx="181604" cy="353477"/>
            </a:xfrm>
            <a:custGeom>
              <a:avLst/>
              <a:gdLst/>
              <a:ahLst/>
              <a:cxnLst>
                <a:cxn ang="0">
                  <a:pos x="158" y="11"/>
                </a:cxn>
                <a:cxn ang="0">
                  <a:pos x="64" y="33"/>
                </a:cxn>
                <a:cxn ang="0">
                  <a:pos x="24" y="103"/>
                </a:cxn>
                <a:cxn ang="0">
                  <a:pos x="36" y="143"/>
                </a:cxn>
                <a:cxn ang="0">
                  <a:pos x="8" y="200"/>
                </a:cxn>
                <a:cxn ang="0">
                  <a:pos x="4" y="257"/>
                </a:cxn>
                <a:cxn ang="0">
                  <a:pos x="25" y="252"/>
                </a:cxn>
                <a:cxn ang="0">
                  <a:pos x="47" y="212"/>
                </a:cxn>
                <a:cxn ang="0">
                  <a:pos x="51" y="237"/>
                </a:cxn>
                <a:cxn ang="0">
                  <a:pos x="29" y="294"/>
                </a:cxn>
                <a:cxn ang="0">
                  <a:pos x="39" y="354"/>
                </a:cxn>
                <a:cxn ang="0">
                  <a:pos x="51" y="309"/>
                </a:cxn>
                <a:cxn ang="0">
                  <a:pos x="81" y="309"/>
                </a:cxn>
                <a:cxn ang="0">
                  <a:pos x="90" y="347"/>
                </a:cxn>
                <a:cxn ang="0">
                  <a:pos x="70" y="385"/>
                </a:cxn>
                <a:cxn ang="0">
                  <a:pos x="76" y="422"/>
                </a:cxn>
                <a:cxn ang="0">
                  <a:pos x="167" y="405"/>
                </a:cxn>
                <a:cxn ang="0">
                  <a:pos x="171" y="473"/>
                </a:cxn>
                <a:cxn ang="0">
                  <a:pos x="194" y="503"/>
                </a:cxn>
                <a:cxn ang="0">
                  <a:pos x="186" y="551"/>
                </a:cxn>
                <a:cxn ang="0">
                  <a:pos x="114" y="575"/>
                </a:cxn>
                <a:cxn ang="0">
                  <a:pos x="121" y="605"/>
                </a:cxn>
                <a:cxn ang="0">
                  <a:pos x="89" y="682"/>
                </a:cxn>
                <a:cxn ang="0">
                  <a:pos x="61" y="709"/>
                </a:cxn>
                <a:cxn ang="0">
                  <a:pos x="133" y="723"/>
                </a:cxn>
                <a:cxn ang="0">
                  <a:pos x="175" y="743"/>
                </a:cxn>
                <a:cxn ang="0">
                  <a:pos x="200" y="736"/>
                </a:cxn>
                <a:cxn ang="0">
                  <a:pos x="164" y="764"/>
                </a:cxn>
                <a:cxn ang="0">
                  <a:pos x="122" y="793"/>
                </a:cxn>
                <a:cxn ang="0">
                  <a:pos x="89" y="829"/>
                </a:cxn>
                <a:cxn ang="0">
                  <a:pos x="60" y="873"/>
                </a:cxn>
                <a:cxn ang="0">
                  <a:pos x="100" y="846"/>
                </a:cxn>
                <a:cxn ang="0">
                  <a:pos x="171" y="825"/>
                </a:cxn>
                <a:cxn ang="0">
                  <a:pos x="225" y="820"/>
                </a:cxn>
                <a:cxn ang="0">
                  <a:pos x="335" y="804"/>
                </a:cxn>
                <a:cxn ang="0">
                  <a:pos x="436" y="766"/>
                </a:cxn>
                <a:cxn ang="0">
                  <a:pos x="403" y="747"/>
                </a:cxn>
                <a:cxn ang="0">
                  <a:pos x="383" y="734"/>
                </a:cxn>
                <a:cxn ang="0">
                  <a:pos x="439" y="698"/>
                </a:cxn>
                <a:cxn ang="0">
                  <a:pos x="447" y="608"/>
                </a:cxn>
                <a:cxn ang="0">
                  <a:pos x="371" y="600"/>
                </a:cxn>
                <a:cxn ang="0">
                  <a:pos x="354" y="482"/>
                </a:cxn>
                <a:cxn ang="0">
                  <a:pos x="290" y="421"/>
                </a:cxn>
                <a:cxn ang="0">
                  <a:pos x="255" y="298"/>
                </a:cxn>
                <a:cxn ang="0">
                  <a:pos x="190" y="298"/>
                </a:cxn>
                <a:cxn ang="0">
                  <a:pos x="208" y="262"/>
                </a:cxn>
                <a:cxn ang="0">
                  <a:pos x="253" y="132"/>
                </a:cxn>
                <a:cxn ang="0">
                  <a:pos x="192" y="97"/>
                </a:cxn>
                <a:cxn ang="0">
                  <a:pos x="146" y="57"/>
                </a:cxn>
                <a:cxn ang="0">
                  <a:pos x="188" y="0"/>
                </a:cxn>
              </a:cxnLst>
              <a:rect l="0" t="0" r="r" b="b"/>
              <a:pathLst>
                <a:path w="451" h="873">
                  <a:moveTo>
                    <a:pt x="188" y="0"/>
                  </a:moveTo>
                  <a:lnTo>
                    <a:pt x="158" y="11"/>
                  </a:lnTo>
                  <a:lnTo>
                    <a:pt x="82" y="11"/>
                  </a:lnTo>
                  <a:lnTo>
                    <a:pt x="64" y="33"/>
                  </a:lnTo>
                  <a:lnTo>
                    <a:pt x="53" y="78"/>
                  </a:lnTo>
                  <a:lnTo>
                    <a:pt x="24" y="103"/>
                  </a:lnTo>
                  <a:lnTo>
                    <a:pt x="24" y="130"/>
                  </a:lnTo>
                  <a:lnTo>
                    <a:pt x="36" y="143"/>
                  </a:lnTo>
                  <a:lnTo>
                    <a:pt x="36" y="175"/>
                  </a:lnTo>
                  <a:lnTo>
                    <a:pt x="8" y="200"/>
                  </a:lnTo>
                  <a:lnTo>
                    <a:pt x="0" y="226"/>
                  </a:lnTo>
                  <a:lnTo>
                    <a:pt x="4" y="257"/>
                  </a:lnTo>
                  <a:lnTo>
                    <a:pt x="8" y="269"/>
                  </a:lnTo>
                  <a:lnTo>
                    <a:pt x="25" y="252"/>
                  </a:lnTo>
                  <a:lnTo>
                    <a:pt x="28" y="229"/>
                  </a:lnTo>
                  <a:lnTo>
                    <a:pt x="47" y="212"/>
                  </a:lnTo>
                  <a:lnTo>
                    <a:pt x="53" y="222"/>
                  </a:lnTo>
                  <a:lnTo>
                    <a:pt x="51" y="237"/>
                  </a:lnTo>
                  <a:lnTo>
                    <a:pt x="35" y="269"/>
                  </a:lnTo>
                  <a:lnTo>
                    <a:pt x="29" y="294"/>
                  </a:lnTo>
                  <a:lnTo>
                    <a:pt x="29" y="332"/>
                  </a:lnTo>
                  <a:lnTo>
                    <a:pt x="39" y="354"/>
                  </a:lnTo>
                  <a:lnTo>
                    <a:pt x="47" y="339"/>
                  </a:lnTo>
                  <a:lnTo>
                    <a:pt x="51" y="309"/>
                  </a:lnTo>
                  <a:lnTo>
                    <a:pt x="74" y="297"/>
                  </a:lnTo>
                  <a:lnTo>
                    <a:pt x="81" y="309"/>
                  </a:lnTo>
                  <a:lnTo>
                    <a:pt x="82" y="330"/>
                  </a:lnTo>
                  <a:lnTo>
                    <a:pt x="90" y="347"/>
                  </a:lnTo>
                  <a:lnTo>
                    <a:pt x="89" y="368"/>
                  </a:lnTo>
                  <a:lnTo>
                    <a:pt x="70" y="385"/>
                  </a:lnTo>
                  <a:lnTo>
                    <a:pt x="65" y="416"/>
                  </a:lnTo>
                  <a:lnTo>
                    <a:pt x="76" y="422"/>
                  </a:lnTo>
                  <a:lnTo>
                    <a:pt x="139" y="421"/>
                  </a:lnTo>
                  <a:lnTo>
                    <a:pt x="167" y="405"/>
                  </a:lnTo>
                  <a:lnTo>
                    <a:pt x="163" y="446"/>
                  </a:lnTo>
                  <a:lnTo>
                    <a:pt x="171" y="473"/>
                  </a:lnTo>
                  <a:lnTo>
                    <a:pt x="182" y="494"/>
                  </a:lnTo>
                  <a:lnTo>
                    <a:pt x="194" y="503"/>
                  </a:lnTo>
                  <a:lnTo>
                    <a:pt x="199" y="532"/>
                  </a:lnTo>
                  <a:lnTo>
                    <a:pt x="186" y="551"/>
                  </a:lnTo>
                  <a:lnTo>
                    <a:pt x="154" y="566"/>
                  </a:lnTo>
                  <a:lnTo>
                    <a:pt x="114" y="575"/>
                  </a:lnTo>
                  <a:lnTo>
                    <a:pt x="106" y="601"/>
                  </a:lnTo>
                  <a:lnTo>
                    <a:pt x="121" y="605"/>
                  </a:lnTo>
                  <a:lnTo>
                    <a:pt x="111" y="677"/>
                  </a:lnTo>
                  <a:lnTo>
                    <a:pt x="89" y="682"/>
                  </a:lnTo>
                  <a:lnTo>
                    <a:pt x="68" y="693"/>
                  </a:lnTo>
                  <a:lnTo>
                    <a:pt x="61" y="709"/>
                  </a:lnTo>
                  <a:lnTo>
                    <a:pt x="70" y="722"/>
                  </a:lnTo>
                  <a:lnTo>
                    <a:pt x="133" y="723"/>
                  </a:lnTo>
                  <a:lnTo>
                    <a:pt x="150" y="739"/>
                  </a:lnTo>
                  <a:lnTo>
                    <a:pt x="175" y="743"/>
                  </a:lnTo>
                  <a:lnTo>
                    <a:pt x="183" y="736"/>
                  </a:lnTo>
                  <a:lnTo>
                    <a:pt x="200" y="736"/>
                  </a:lnTo>
                  <a:lnTo>
                    <a:pt x="192" y="758"/>
                  </a:lnTo>
                  <a:lnTo>
                    <a:pt x="164" y="764"/>
                  </a:lnTo>
                  <a:lnTo>
                    <a:pt x="126" y="770"/>
                  </a:lnTo>
                  <a:lnTo>
                    <a:pt x="122" y="793"/>
                  </a:lnTo>
                  <a:lnTo>
                    <a:pt x="100" y="800"/>
                  </a:lnTo>
                  <a:lnTo>
                    <a:pt x="89" y="829"/>
                  </a:lnTo>
                  <a:lnTo>
                    <a:pt x="57" y="861"/>
                  </a:lnTo>
                  <a:lnTo>
                    <a:pt x="60" y="873"/>
                  </a:lnTo>
                  <a:lnTo>
                    <a:pt x="82" y="869"/>
                  </a:lnTo>
                  <a:lnTo>
                    <a:pt x="100" y="846"/>
                  </a:lnTo>
                  <a:lnTo>
                    <a:pt x="167" y="844"/>
                  </a:lnTo>
                  <a:lnTo>
                    <a:pt x="171" y="825"/>
                  </a:lnTo>
                  <a:lnTo>
                    <a:pt x="213" y="811"/>
                  </a:lnTo>
                  <a:lnTo>
                    <a:pt x="225" y="820"/>
                  </a:lnTo>
                  <a:lnTo>
                    <a:pt x="308" y="795"/>
                  </a:lnTo>
                  <a:lnTo>
                    <a:pt x="335" y="804"/>
                  </a:lnTo>
                  <a:lnTo>
                    <a:pt x="383" y="801"/>
                  </a:lnTo>
                  <a:lnTo>
                    <a:pt x="436" y="766"/>
                  </a:lnTo>
                  <a:lnTo>
                    <a:pt x="435" y="748"/>
                  </a:lnTo>
                  <a:lnTo>
                    <a:pt x="403" y="747"/>
                  </a:lnTo>
                  <a:lnTo>
                    <a:pt x="378" y="744"/>
                  </a:lnTo>
                  <a:lnTo>
                    <a:pt x="383" y="734"/>
                  </a:lnTo>
                  <a:lnTo>
                    <a:pt x="410" y="730"/>
                  </a:lnTo>
                  <a:lnTo>
                    <a:pt x="439" y="698"/>
                  </a:lnTo>
                  <a:lnTo>
                    <a:pt x="451" y="665"/>
                  </a:lnTo>
                  <a:lnTo>
                    <a:pt x="447" y="608"/>
                  </a:lnTo>
                  <a:lnTo>
                    <a:pt x="394" y="615"/>
                  </a:lnTo>
                  <a:lnTo>
                    <a:pt x="371" y="600"/>
                  </a:lnTo>
                  <a:lnTo>
                    <a:pt x="364" y="501"/>
                  </a:lnTo>
                  <a:lnTo>
                    <a:pt x="354" y="482"/>
                  </a:lnTo>
                  <a:lnTo>
                    <a:pt x="312" y="432"/>
                  </a:lnTo>
                  <a:lnTo>
                    <a:pt x="290" y="421"/>
                  </a:lnTo>
                  <a:lnTo>
                    <a:pt x="282" y="351"/>
                  </a:lnTo>
                  <a:lnTo>
                    <a:pt x="255" y="298"/>
                  </a:lnTo>
                  <a:lnTo>
                    <a:pt x="225" y="283"/>
                  </a:lnTo>
                  <a:lnTo>
                    <a:pt x="190" y="298"/>
                  </a:lnTo>
                  <a:lnTo>
                    <a:pt x="186" y="282"/>
                  </a:lnTo>
                  <a:lnTo>
                    <a:pt x="208" y="262"/>
                  </a:lnTo>
                  <a:lnTo>
                    <a:pt x="207" y="215"/>
                  </a:lnTo>
                  <a:lnTo>
                    <a:pt x="253" y="132"/>
                  </a:lnTo>
                  <a:lnTo>
                    <a:pt x="249" y="101"/>
                  </a:lnTo>
                  <a:lnTo>
                    <a:pt x="192" y="97"/>
                  </a:lnTo>
                  <a:lnTo>
                    <a:pt x="135" y="101"/>
                  </a:lnTo>
                  <a:lnTo>
                    <a:pt x="146" y="57"/>
                  </a:lnTo>
                  <a:lnTo>
                    <a:pt x="182" y="25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 662"/>
            <p:cNvSpPr>
              <a:spLocks/>
            </p:cNvSpPr>
            <p:nvPr/>
          </p:nvSpPr>
          <p:spPr bwMode="auto">
            <a:xfrm>
              <a:off x="4284911" y="2818493"/>
              <a:ext cx="8107" cy="12972"/>
            </a:xfrm>
            <a:custGeom>
              <a:avLst/>
              <a:gdLst/>
              <a:ahLst/>
              <a:cxnLst>
                <a:cxn ang="0">
                  <a:pos x="9" y="33"/>
                </a:cxn>
                <a:cxn ang="0">
                  <a:pos x="0" y="25"/>
                </a:cxn>
                <a:cxn ang="0">
                  <a:pos x="0" y="9"/>
                </a:cxn>
                <a:cxn ang="0">
                  <a:pos x="20" y="0"/>
                </a:cxn>
                <a:cxn ang="0">
                  <a:pos x="17" y="14"/>
                </a:cxn>
                <a:cxn ang="0">
                  <a:pos x="9" y="33"/>
                </a:cxn>
              </a:cxnLst>
              <a:rect l="0" t="0" r="r" b="b"/>
              <a:pathLst>
                <a:path w="20" h="33">
                  <a:moveTo>
                    <a:pt x="9" y="33"/>
                  </a:moveTo>
                  <a:lnTo>
                    <a:pt x="0" y="25"/>
                  </a:lnTo>
                  <a:lnTo>
                    <a:pt x="0" y="9"/>
                  </a:lnTo>
                  <a:lnTo>
                    <a:pt x="20" y="0"/>
                  </a:lnTo>
                  <a:lnTo>
                    <a:pt x="17" y="14"/>
                  </a:lnTo>
                  <a:lnTo>
                    <a:pt x="9" y="3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 663"/>
            <p:cNvSpPr>
              <a:spLocks/>
            </p:cNvSpPr>
            <p:nvPr/>
          </p:nvSpPr>
          <p:spPr bwMode="auto">
            <a:xfrm>
              <a:off x="4241131" y="2752013"/>
              <a:ext cx="8107" cy="972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16" y="23"/>
                </a:cxn>
                <a:cxn ang="0">
                  <a:pos x="0" y="25"/>
                </a:cxn>
                <a:cxn ang="0">
                  <a:pos x="6" y="0"/>
                </a:cxn>
                <a:cxn ang="0">
                  <a:pos x="21" y="0"/>
                </a:cxn>
              </a:cxnLst>
              <a:rect l="0" t="0" r="r" b="b"/>
              <a:pathLst>
                <a:path w="21" h="25">
                  <a:moveTo>
                    <a:pt x="21" y="0"/>
                  </a:moveTo>
                  <a:lnTo>
                    <a:pt x="16" y="23"/>
                  </a:lnTo>
                  <a:lnTo>
                    <a:pt x="0" y="25"/>
                  </a:lnTo>
                  <a:lnTo>
                    <a:pt x="6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 664"/>
            <p:cNvSpPr>
              <a:spLocks/>
            </p:cNvSpPr>
            <p:nvPr/>
          </p:nvSpPr>
          <p:spPr bwMode="auto">
            <a:xfrm>
              <a:off x="4236267" y="2672563"/>
              <a:ext cx="12972" cy="12972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22" y="27"/>
                </a:cxn>
                <a:cxn ang="0">
                  <a:pos x="0" y="30"/>
                </a:cxn>
                <a:cxn ang="0">
                  <a:pos x="4" y="5"/>
                </a:cxn>
                <a:cxn ang="0">
                  <a:pos x="14" y="0"/>
                </a:cxn>
                <a:cxn ang="0">
                  <a:pos x="31" y="0"/>
                </a:cxn>
              </a:cxnLst>
              <a:rect l="0" t="0" r="r" b="b"/>
              <a:pathLst>
                <a:path w="31" h="30">
                  <a:moveTo>
                    <a:pt x="31" y="0"/>
                  </a:moveTo>
                  <a:lnTo>
                    <a:pt x="22" y="27"/>
                  </a:lnTo>
                  <a:lnTo>
                    <a:pt x="0" y="30"/>
                  </a:lnTo>
                  <a:lnTo>
                    <a:pt x="4" y="5"/>
                  </a:lnTo>
                  <a:lnTo>
                    <a:pt x="14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 665"/>
            <p:cNvSpPr>
              <a:spLocks/>
            </p:cNvSpPr>
            <p:nvPr/>
          </p:nvSpPr>
          <p:spPr bwMode="auto">
            <a:xfrm>
              <a:off x="4224918" y="2636891"/>
              <a:ext cx="17835" cy="24322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46" y="29"/>
                </a:cxn>
                <a:cxn ang="0">
                  <a:pos x="26" y="48"/>
                </a:cxn>
                <a:cxn ang="0">
                  <a:pos x="2" y="58"/>
                </a:cxn>
                <a:cxn ang="0">
                  <a:pos x="0" y="40"/>
                </a:cxn>
                <a:cxn ang="0">
                  <a:pos x="27" y="11"/>
                </a:cxn>
                <a:cxn ang="0">
                  <a:pos x="44" y="0"/>
                </a:cxn>
              </a:cxnLst>
              <a:rect l="0" t="0" r="r" b="b"/>
              <a:pathLst>
                <a:path w="46" h="58">
                  <a:moveTo>
                    <a:pt x="44" y="0"/>
                  </a:moveTo>
                  <a:lnTo>
                    <a:pt x="46" y="29"/>
                  </a:lnTo>
                  <a:lnTo>
                    <a:pt x="26" y="48"/>
                  </a:lnTo>
                  <a:lnTo>
                    <a:pt x="2" y="58"/>
                  </a:lnTo>
                  <a:lnTo>
                    <a:pt x="0" y="40"/>
                  </a:lnTo>
                  <a:lnTo>
                    <a:pt x="27" y="11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 666"/>
            <p:cNvSpPr>
              <a:spLocks/>
            </p:cNvSpPr>
            <p:nvPr/>
          </p:nvSpPr>
          <p:spPr bwMode="auto">
            <a:xfrm>
              <a:off x="4362740" y="2954696"/>
              <a:ext cx="11350" cy="486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7" y="0"/>
                </a:cxn>
                <a:cxn ang="0">
                  <a:pos x="28" y="8"/>
                </a:cxn>
                <a:cxn ang="0">
                  <a:pos x="13" y="11"/>
                </a:cxn>
                <a:cxn ang="0">
                  <a:pos x="0" y="4"/>
                </a:cxn>
              </a:cxnLst>
              <a:rect l="0" t="0" r="r" b="b"/>
              <a:pathLst>
                <a:path w="28" h="11">
                  <a:moveTo>
                    <a:pt x="0" y="4"/>
                  </a:moveTo>
                  <a:lnTo>
                    <a:pt x="17" y="0"/>
                  </a:lnTo>
                  <a:lnTo>
                    <a:pt x="28" y="8"/>
                  </a:lnTo>
                  <a:lnTo>
                    <a:pt x="13" y="11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 667"/>
            <p:cNvSpPr>
              <a:spLocks/>
            </p:cNvSpPr>
            <p:nvPr/>
          </p:nvSpPr>
          <p:spPr bwMode="auto">
            <a:xfrm>
              <a:off x="4198974" y="2776336"/>
              <a:ext cx="64858" cy="51886"/>
            </a:xfrm>
            <a:custGeom>
              <a:avLst/>
              <a:gdLst/>
              <a:ahLst/>
              <a:cxnLst>
                <a:cxn ang="0">
                  <a:pos x="36" y="2"/>
                </a:cxn>
                <a:cxn ang="0">
                  <a:pos x="36" y="44"/>
                </a:cxn>
                <a:cxn ang="0">
                  <a:pos x="0" y="77"/>
                </a:cxn>
                <a:cxn ang="0">
                  <a:pos x="0" y="94"/>
                </a:cxn>
                <a:cxn ang="0">
                  <a:pos x="29" y="119"/>
                </a:cxn>
                <a:cxn ang="0">
                  <a:pos x="57" y="105"/>
                </a:cxn>
                <a:cxn ang="0">
                  <a:pos x="89" y="115"/>
                </a:cxn>
                <a:cxn ang="0">
                  <a:pos x="111" y="129"/>
                </a:cxn>
                <a:cxn ang="0">
                  <a:pos x="146" y="107"/>
                </a:cxn>
                <a:cxn ang="0">
                  <a:pos x="160" y="68"/>
                </a:cxn>
                <a:cxn ang="0">
                  <a:pos x="143" y="61"/>
                </a:cxn>
                <a:cxn ang="0">
                  <a:pos x="115" y="12"/>
                </a:cxn>
                <a:cxn ang="0">
                  <a:pos x="75" y="8"/>
                </a:cxn>
                <a:cxn ang="0">
                  <a:pos x="69" y="0"/>
                </a:cxn>
                <a:cxn ang="0">
                  <a:pos x="36" y="2"/>
                </a:cxn>
              </a:cxnLst>
              <a:rect l="0" t="0" r="r" b="b"/>
              <a:pathLst>
                <a:path w="160" h="129">
                  <a:moveTo>
                    <a:pt x="36" y="2"/>
                  </a:moveTo>
                  <a:lnTo>
                    <a:pt x="36" y="44"/>
                  </a:lnTo>
                  <a:lnTo>
                    <a:pt x="0" y="77"/>
                  </a:lnTo>
                  <a:lnTo>
                    <a:pt x="0" y="94"/>
                  </a:lnTo>
                  <a:lnTo>
                    <a:pt x="29" y="119"/>
                  </a:lnTo>
                  <a:lnTo>
                    <a:pt x="57" y="105"/>
                  </a:lnTo>
                  <a:lnTo>
                    <a:pt x="89" y="115"/>
                  </a:lnTo>
                  <a:lnTo>
                    <a:pt x="111" y="129"/>
                  </a:lnTo>
                  <a:lnTo>
                    <a:pt x="146" y="107"/>
                  </a:lnTo>
                  <a:lnTo>
                    <a:pt x="160" y="68"/>
                  </a:lnTo>
                  <a:lnTo>
                    <a:pt x="143" y="61"/>
                  </a:lnTo>
                  <a:lnTo>
                    <a:pt x="115" y="12"/>
                  </a:lnTo>
                  <a:lnTo>
                    <a:pt x="75" y="8"/>
                  </a:lnTo>
                  <a:lnTo>
                    <a:pt x="69" y="0"/>
                  </a:lnTo>
                  <a:lnTo>
                    <a:pt x="36" y="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 668"/>
            <p:cNvSpPr>
              <a:spLocks/>
            </p:cNvSpPr>
            <p:nvPr/>
          </p:nvSpPr>
          <p:spPr bwMode="auto">
            <a:xfrm>
              <a:off x="4142222" y="2776336"/>
              <a:ext cx="103774" cy="154038"/>
            </a:xfrm>
            <a:custGeom>
              <a:avLst/>
              <a:gdLst/>
              <a:ahLst/>
              <a:cxnLst>
                <a:cxn ang="0">
                  <a:pos x="250" y="127"/>
                </a:cxn>
                <a:cxn ang="0">
                  <a:pos x="228" y="113"/>
                </a:cxn>
                <a:cxn ang="0">
                  <a:pos x="196" y="103"/>
                </a:cxn>
                <a:cxn ang="0">
                  <a:pos x="168" y="117"/>
                </a:cxn>
                <a:cxn ang="0">
                  <a:pos x="139" y="92"/>
                </a:cxn>
                <a:cxn ang="0">
                  <a:pos x="139" y="75"/>
                </a:cxn>
                <a:cxn ang="0">
                  <a:pos x="175" y="42"/>
                </a:cxn>
                <a:cxn ang="0">
                  <a:pos x="175" y="0"/>
                </a:cxn>
                <a:cxn ang="0">
                  <a:pos x="126" y="6"/>
                </a:cxn>
                <a:cxn ang="0">
                  <a:pos x="114" y="23"/>
                </a:cxn>
                <a:cxn ang="0">
                  <a:pos x="100" y="66"/>
                </a:cxn>
                <a:cxn ang="0">
                  <a:pos x="114" y="88"/>
                </a:cxn>
                <a:cxn ang="0">
                  <a:pos x="85" y="105"/>
                </a:cxn>
                <a:cxn ang="0">
                  <a:pos x="54" y="95"/>
                </a:cxn>
                <a:cxn ang="0">
                  <a:pos x="29" y="103"/>
                </a:cxn>
                <a:cxn ang="0">
                  <a:pos x="14" y="128"/>
                </a:cxn>
                <a:cxn ang="0">
                  <a:pos x="38" y="157"/>
                </a:cxn>
                <a:cxn ang="0">
                  <a:pos x="36" y="174"/>
                </a:cxn>
                <a:cxn ang="0">
                  <a:pos x="18" y="188"/>
                </a:cxn>
                <a:cxn ang="0">
                  <a:pos x="32" y="200"/>
                </a:cxn>
                <a:cxn ang="0">
                  <a:pos x="54" y="188"/>
                </a:cxn>
                <a:cxn ang="0">
                  <a:pos x="71" y="196"/>
                </a:cxn>
                <a:cxn ang="0">
                  <a:pos x="54" y="231"/>
                </a:cxn>
                <a:cxn ang="0">
                  <a:pos x="53" y="259"/>
                </a:cxn>
                <a:cxn ang="0">
                  <a:pos x="69" y="267"/>
                </a:cxn>
                <a:cxn ang="0">
                  <a:pos x="71" y="274"/>
                </a:cxn>
                <a:cxn ang="0">
                  <a:pos x="18" y="292"/>
                </a:cxn>
                <a:cxn ang="0">
                  <a:pos x="0" y="309"/>
                </a:cxn>
                <a:cxn ang="0">
                  <a:pos x="6" y="345"/>
                </a:cxn>
                <a:cxn ang="0">
                  <a:pos x="25" y="353"/>
                </a:cxn>
                <a:cxn ang="0">
                  <a:pos x="32" y="370"/>
                </a:cxn>
                <a:cxn ang="0">
                  <a:pos x="57" y="378"/>
                </a:cxn>
                <a:cxn ang="0">
                  <a:pos x="89" y="362"/>
                </a:cxn>
                <a:cxn ang="0">
                  <a:pos x="136" y="339"/>
                </a:cxn>
                <a:cxn ang="0">
                  <a:pos x="193" y="316"/>
                </a:cxn>
                <a:cxn ang="0">
                  <a:pos x="232" y="307"/>
                </a:cxn>
                <a:cxn ang="0">
                  <a:pos x="246" y="238"/>
                </a:cxn>
                <a:cxn ang="0">
                  <a:pos x="254" y="202"/>
                </a:cxn>
                <a:cxn ang="0">
                  <a:pos x="250" y="178"/>
                </a:cxn>
                <a:cxn ang="0">
                  <a:pos x="250" y="127"/>
                </a:cxn>
              </a:cxnLst>
              <a:rect l="0" t="0" r="r" b="b"/>
              <a:pathLst>
                <a:path w="254" h="378">
                  <a:moveTo>
                    <a:pt x="250" y="127"/>
                  </a:moveTo>
                  <a:lnTo>
                    <a:pt x="228" y="113"/>
                  </a:lnTo>
                  <a:lnTo>
                    <a:pt x="196" y="103"/>
                  </a:lnTo>
                  <a:lnTo>
                    <a:pt x="168" y="117"/>
                  </a:lnTo>
                  <a:lnTo>
                    <a:pt x="139" y="92"/>
                  </a:lnTo>
                  <a:lnTo>
                    <a:pt x="139" y="75"/>
                  </a:lnTo>
                  <a:lnTo>
                    <a:pt x="175" y="42"/>
                  </a:lnTo>
                  <a:lnTo>
                    <a:pt x="175" y="0"/>
                  </a:lnTo>
                  <a:lnTo>
                    <a:pt x="126" y="6"/>
                  </a:lnTo>
                  <a:lnTo>
                    <a:pt x="114" y="23"/>
                  </a:lnTo>
                  <a:lnTo>
                    <a:pt x="100" y="66"/>
                  </a:lnTo>
                  <a:lnTo>
                    <a:pt x="114" y="88"/>
                  </a:lnTo>
                  <a:lnTo>
                    <a:pt x="85" y="105"/>
                  </a:lnTo>
                  <a:lnTo>
                    <a:pt x="54" y="95"/>
                  </a:lnTo>
                  <a:lnTo>
                    <a:pt x="29" y="103"/>
                  </a:lnTo>
                  <a:lnTo>
                    <a:pt x="14" y="128"/>
                  </a:lnTo>
                  <a:lnTo>
                    <a:pt x="38" y="157"/>
                  </a:lnTo>
                  <a:lnTo>
                    <a:pt x="36" y="174"/>
                  </a:lnTo>
                  <a:lnTo>
                    <a:pt x="18" y="188"/>
                  </a:lnTo>
                  <a:lnTo>
                    <a:pt x="32" y="200"/>
                  </a:lnTo>
                  <a:lnTo>
                    <a:pt x="54" y="188"/>
                  </a:lnTo>
                  <a:lnTo>
                    <a:pt x="71" y="196"/>
                  </a:lnTo>
                  <a:lnTo>
                    <a:pt x="54" y="231"/>
                  </a:lnTo>
                  <a:lnTo>
                    <a:pt x="53" y="259"/>
                  </a:lnTo>
                  <a:lnTo>
                    <a:pt x="69" y="267"/>
                  </a:lnTo>
                  <a:lnTo>
                    <a:pt x="71" y="274"/>
                  </a:lnTo>
                  <a:lnTo>
                    <a:pt x="18" y="292"/>
                  </a:lnTo>
                  <a:lnTo>
                    <a:pt x="0" y="309"/>
                  </a:lnTo>
                  <a:lnTo>
                    <a:pt x="6" y="345"/>
                  </a:lnTo>
                  <a:lnTo>
                    <a:pt x="25" y="353"/>
                  </a:lnTo>
                  <a:lnTo>
                    <a:pt x="32" y="370"/>
                  </a:lnTo>
                  <a:lnTo>
                    <a:pt x="57" y="378"/>
                  </a:lnTo>
                  <a:lnTo>
                    <a:pt x="89" y="362"/>
                  </a:lnTo>
                  <a:lnTo>
                    <a:pt x="136" y="339"/>
                  </a:lnTo>
                  <a:lnTo>
                    <a:pt x="193" y="316"/>
                  </a:lnTo>
                  <a:lnTo>
                    <a:pt x="232" y="307"/>
                  </a:lnTo>
                  <a:lnTo>
                    <a:pt x="246" y="238"/>
                  </a:lnTo>
                  <a:lnTo>
                    <a:pt x="254" y="202"/>
                  </a:lnTo>
                  <a:lnTo>
                    <a:pt x="250" y="178"/>
                  </a:lnTo>
                  <a:lnTo>
                    <a:pt x="250" y="12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 669"/>
            <p:cNvSpPr>
              <a:spLocks/>
            </p:cNvSpPr>
            <p:nvPr/>
          </p:nvSpPr>
          <p:spPr bwMode="auto">
            <a:xfrm>
              <a:off x="4528127" y="2790929"/>
              <a:ext cx="222139" cy="283753"/>
            </a:xfrm>
            <a:custGeom>
              <a:avLst/>
              <a:gdLst/>
              <a:ahLst/>
              <a:cxnLst>
                <a:cxn ang="0">
                  <a:pos x="48" y="519"/>
                </a:cxn>
                <a:cxn ang="0">
                  <a:pos x="102" y="523"/>
                </a:cxn>
                <a:cxn ang="0">
                  <a:pos x="149" y="535"/>
                </a:cxn>
                <a:cxn ang="0">
                  <a:pos x="120" y="610"/>
                </a:cxn>
                <a:cxn ang="0">
                  <a:pos x="98" y="682"/>
                </a:cxn>
                <a:cxn ang="0">
                  <a:pos x="124" y="670"/>
                </a:cxn>
                <a:cxn ang="0">
                  <a:pos x="143" y="657"/>
                </a:cxn>
                <a:cxn ang="0">
                  <a:pos x="203" y="687"/>
                </a:cxn>
                <a:cxn ang="0">
                  <a:pos x="210" y="691"/>
                </a:cxn>
                <a:cxn ang="0">
                  <a:pos x="284" y="703"/>
                </a:cxn>
                <a:cxn ang="0">
                  <a:pos x="347" y="691"/>
                </a:cxn>
                <a:cxn ang="0">
                  <a:pos x="384" y="670"/>
                </a:cxn>
                <a:cxn ang="0">
                  <a:pos x="427" y="678"/>
                </a:cxn>
                <a:cxn ang="0">
                  <a:pos x="444" y="657"/>
                </a:cxn>
                <a:cxn ang="0">
                  <a:pos x="436" y="620"/>
                </a:cxn>
                <a:cxn ang="0">
                  <a:pos x="469" y="594"/>
                </a:cxn>
                <a:cxn ang="0">
                  <a:pos x="477" y="569"/>
                </a:cxn>
                <a:cxn ang="0">
                  <a:pos x="394" y="502"/>
                </a:cxn>
                <a:cxn ang="0">
                  <a:pos x="381" y="438"/>
                </a:cxn>
                <a:cxn ang="0">
                  <a:pos x="473" y="388"/>
                </a:cxn>
                <a:cxn ang="0">
                  <a:pos x="490" y="363"/>
                </a:cxn>
                <a:cxn ang="0">
                  <a:pos x="549" y="359"/>
                </a:cxn>
                <a:cxn ang="0">
                  <a:pos x="498" y="202"/>
                </a:cxn>
                <a:cxn ang="0">
                  <a:pos x="508" y="131"/>
                </a:cxn>
                <a:cxn ang="0">
                  <a:pos x="497" y="86"/>
                </a:cxn>
                <a:cxn ang="0">
                  <a:pos x="472" y="58"/>
                </a:cxn>
                <a:cxn ang="0">
                  <a:pos x="456" y="50"/>
                </a:cxn>
                <a:cxn ang="0">
                  <a:pos x="452" y="16"/>
                </a:cxn>
                <a:cxn ang="0">
                  <a:pos x="384" y="33"/>
                </a:cxn>
                <a:cxn ang="0">
                  <a:pos x="357" y="61"/>
                </a:cxn>
                <a:cxn ang="0">
                  <a:pos x="309" y="58"/>
                </a:cxn>
                <a:cxn ang="0">
                  <a:pos x="296" y="45"/>
                </a:cxn>
                <a:cxn ang="0">
                  <a:pos x="256" y="38"/>
                </a:cxn>
                <a:cxn ang="0">
                  <a:pos x="235" y="2"/>
                </a:cxn>
                <a:cxn ang="0">
                  <a:pos x="231" y="2"/>
                </a:cxn>
                <a:cxn ang="0">
                  <a:pos x="191" y="0"/>
                </a:cxn>
                <a:cxn ang="0">
                  <a:pos x="167" y="5"/>
                </a:cxn>
                <a:cxn ang="0">
                  <a:pos x="166" y="8"/>
                </a:cxn>
                <a:cxn ang="0">
                  <a:pos x="180" y="53"/>
                </a:cxn>
                <a:cxn ang="0">
                  <a:pos x="178" y="92"/>
                </a:cxn>
                <a:cxn ang="0">
                  <a:pos x="155" y="108"/>
                </a:cxn>
                <a:cxn ang="0">
                  <a:pos x="138" y="120"/>
                </a:cxn>
                <a:cxn ang="0">
                  <a:pos x="118" y="111"/>
                </a:cxn>
                <a:cxn ang="0">
                  <a:pos x="88" y="111"/>
                </a:cxn>
                <a:cxn ang="0">
                  <a:pos x="65" y="140"/>
                </a:cxn>
                <a:cxn ang="0">
                  <a:pos x="80" y="156"/>
                </a:cxn>
                <a:cxn ang="0">
                  <a:pos x="63" y="194"/>
                </a:cxn>
                <a:cxn ang="0">
                  <a:pos x="72" y="213"/>
                </a:cxn>
                <a:cxn ang="0">
                  <a:pos x="67" y="249"/>
                </a:cxn>
                <a:cxn ang="0">
                  <a:pos x="19" y="284"/>
                </a:cxn>
                <a:cxn ang="0">
                  <a:pos x="10" y="302"/>
                </a:cxn>
                <a:cxn ang="0">
                  <a:pos x="20" y="319"/>
                </a:cxn>
                <a:cxn ang="0">
                  <a:pos x="4" y="355"/>
                </a:cxn>
                <a:cxn ang="0">
                  <a:pos x="0" y="373"/>
                </a:cxn>
                <a:cxn ang="0">
                  <a:pos x="16" y="392"/>
                </a:cxn>
                <a:cxn ang="0">
                  <a:pos x="19" y="434"/>
                </a:cxn>
                <a:cxn ang="0">
                  <a:pos x="37" y="463"/>
                </a:cxn>
                <a:cxn ang="0">
                  <a:pos x="48" y="519"/>
                </a:cxn>
              </a:cxnLst>
              <a:rect l="0" t="0" r="r" b="b"/>
              <a:pathLst>
                <a:path w="549" h="703">
                  <a:moveTo>
                    <a:pt x="48" y="519"/>
                  </a:moveTo>
                  <a:lnTo>
                    <a:pt x="102" y="523"/>
                  </a:lnTo>
                  <a:lnTo>
                    <a:pt x="149" y="535"/>
                  </a:lnTo>
                  <a:lnTo>
                    <a:pt x="120" y="610"/>
                  </a:lnTo>
                  <a:lnTo>
                    <a:pt x="98" y="682"/>
                  </a:lnTo>
                  <a:lnTo>
                    <a:pt x="124" y="670"/>
                  </a:lnTo>
                  <a:lnTo>
                    <a:pt x="143" y="657"/>
                  </a:lnTo>
                  <a:lnTo>
                    <a:pt x="203" y="687"/>
                  </a:lnTo>
                  <a:lnTo>
                    <a:pt x="210" y="691"/>
                  </a:lnTo>
                  <a:lnTo>
                    <a:pt x="284" y="703"/>
                  </a:lnTo>
                  <a:lnTo>
                    <a:pt x="347" y="691"/>
                  </a:lnTo>
                  <a:lnTo>
                    <a:pt x="384" y="670"/>
                  </a:lnTo>
                  <a:lnTo>
                    <a:pt x="427" y="678"/>
                  </a:lnTo>
                  <a:lnTo>
                    <a:pt x="444" y="657"/>
                  </a:lnTo>
                  <a:lnTo>
                    <a:pt x="436" y="620"/>
                  </a:lnTo>
                  <a:lnTo>
                    <a:pt x="469" y="594"/>
                  </a:lnTo>
                  <a:lnTo>
                    <a:pt x="477" y="569"/>
                  </a:lnTo>
                  <a:lnTo>
                    <a:pt x="394" y="502"/>
                  </a:lnTo>
                  <a:lnTo>
                    <a:pt x="381" y="438"/>
                  </a:lnTo>
                  <a:lnTo>
                    <a:pt x="473" y="388"/>
                  </a:lnTo>
                  <a:lnTo>
                    <a:pt x="490" y="363"/>
                  </a:lnTo>
                  <a:lnTo>
                    <a:pt x="549" y="359"/>
                  </a:lnTo>
                  <a:lnTo>
                    <a:pt x="498" y="202"/>
                  </a:lnTo>
                  <a:lnTo>
                    <a:pt x="508" y="131"/>
                  </a:lnTo>
                  <a:lnTo>
                    <a:pt x="497" y="86"/>
                  </a:lnTo>
                  <a:lnTo>
                    <a:pt x="472" y="58"/>
                  </a:lnTo>
                  <a:lnTo>
                    <a:pt x="456" y="50"/>
                  </a:lnTo>
                  <a:lnTo>
                    <a:pt x="452" y="16"/>
                  </a:lnTo>
                  <a:lnTo>
                    <a:pt x="384" y="33"/>
                  </a:lnTo>
                  <a:lnTo>
                    <a:pt x="357" y="61"/>
                  </a:lnTo>
                  <a:lnTo>
                    <a:pt x="309" y="58"/>
                  </a:lnTo>
                  <a:lnTo>
                    <a:pt x="296" y="45"/>
                  </a:lnTo>
                  <a:lnTo>
                    <a:pt x="256" y="38"/>
                  </a:lnTo>
                  <a:lnTo>
                    <a:pt x="235" y="2"/>
                  </a:lnTo>
                  <a:lnTo>
                    <a:pt x="231" y="2"/>
                  </a:lnTo>
                  <a:lnTo>
                    <a:pt x="191" y="0"/>
                  </a:lnTo>
                  <a:lnTo>
                    <a:pt x="167" y="5"/>
                  </a:lnTo>
                  <a:lnTo>
                    <a:pt x="166" y="8"/>
                  </a:lnTo>
                  <a:lnTo>
                    <a:pt x="180" y="53"/>
                  </a:lnTo>
                  <a:lnTo>
                    <a:pt x="178" y="92"/>
                  </a:lnTo>
                  <a:lnTo>
                    <a:pt x="155" y="108"/>
                  </a:lnTo>
                  <a:lnTo>
                    <a:pt x="138" y="120"/>
                  </a:lnTo>
                  <a:lnTo>
                    <a:pt x="118" y="111"/>
                  </a:lnTo>
                  <a:lnTo>
                    <a:pt x="88" y="111"/>
                  </a:lnTo>
                  <a:lnTo>
                    <a:pt x="65" y="140"/>
                  </a:lnTo>
                  <a:lnTo>
                    <a:pt x="80" y="156"/>
                  </a:lnTo>
                  <a:lnTo>
                    <a:pt x="63" y="194"/>
                  </a:lnTo>
                  <a:lnTo>
                    <a:pt x="72" y="213"/>
                  </a:lnTo>
                  <a:lnTo>
                    <a:pt x="67" y="249"/>
                  </a:lnTo>
                  <a:lnTo>
                    <a:pt x="19" y="284"/>
                  </a:lnTo>
                  <a:lnTo>
                    <a:pt x="10" y="302"/>
                  </a:lnTo>
                  <a:lnTo>
                    <a:pt x="20" y="319"/>
                  </a:lnTo>
                  <a:lnTo>
                    <a:pt x="4" y="355"/>
                  </a:lnTo>
                  <a:lnTo>
                    <a:pt x="0" y="373"/>
                  </a:lnTo>
                  <a:lnTo>
                    <a:pt x="16" y="392"/>
                  </a:lnTo>
                  <a:lnTo>
                    <a:pt x="19" y="434"/>
                  </a:lnTo>
                  <a:lnTo>
                    <a:pt x="37" y="463"/>
                  </a:lnTo>
                  <a:lnTo>
                    <a:pt x="48" y="51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 670"/>
            <p:cNvSpPr>
              <a:spLocks/>
            </p:cNvSpPr>
            <p:nvPr/>
          </p:nvSpPr>
          <p:spPr bwMode="auto">
            <a:xfrm>
              <a:off x="4463271" y="2847679"/>
              <a:ext cx="97287" cy="98908"/>
            </a:xfrm>
            <a:custGeom>
              <a:avLst/>
              <a:gdLst/>
              <a:ahLst/>
              <a:cxnLst>
                <a:cxn ang="0">
                  <a:pos x="170" y="162"/>
                </a:cxn>
                <a:cxn ang="0">
                  <a:pos x="179" y="144"/>
                </a:cxn>
                <a:cxn ang="0">
                  <a:pos x="227" y="109"/>
                </a:cxn>
                <a:cxn ang="0">
                  <a:pos x="232" y="73"/>
                </a:cxn>
                <a:cxn ang="0">
                  <a:pos x="223" y="54"/>
                </a:cxn>
                <a:cxn ang="0">
                  <a:pos x="240" y="16"/>
                </a:cxn>
                <a:cxn ang="0">
                  <a:pos x="225" y="0"/>
                </a:cxn>
                <a:cxn ang="0">
                  <a:pos x="166" y="3"/>
                </a:cxn>
                <a:cxn ang="0">
                  <a:pos x="135" y="21"/>
                </a:cxn>
                <a:cxn ang="0">
                  <a:pos x="132" y="44"/>
                </a:cxn>
                <a:cxn ang="0">
                  <a:pos x="155" y="61"/>
                </a:cxn>
                <a:cxn ang="0">
                  <a:pos x="152" y="83"/>
                </a:cxn>
                <a:cxn ang="0">
                  <a:pos x="123" y="103"/>
                </a:cxn>
                <a:cxn ang="0">
                  <a:pos x="115" y="83"/>
                </a:cxn>
                <a:cxn ang="0">
                  <a:pos x="130" y="64"/>
                </a:cxn>
                <a:cxn ang="0">
                  <a:pos x="121" y="53"/>
                </a:cxn>
                <a:cxn ang="0">
                  <a:pos x="95" y="58"/>
                </a:cxn>
                <a:cxn ang="0">
                  <a:pos x="76" y="109"/>
                </a:cxn>
                <a:cxn ang="0">
                  <a:pos x="50" y="143"/>
                </a:cxn>
                <a:cxn ang="0">
                  <a:pos x="48" y="168"/>
                </a:cxn>
                <a:cxn ang="0">
                  <a:pos x="50" y="179"/>
                </a:cxn>
                <a:cxn ang="0">
                  <a:pos x="42" y="193"/>
                </a:cxn>
                <a:cxn ang="0">
                  <a:pos x="25" y="193"/>
                </a:cxn>
                <a:cxn ang="0">
                  <a:pos x="0" y="199"/>
                </a:cxn>
                <a:cxn ang="0">
                  <a:pos x="29" y="209"/>
                </a:cxn>
                <a:cxn ang="0">
                  <a:pos x="61" y="200"/>
                </a:cxn>
                <a:cxn ang="0">
                  <a:pos x="86" y="187"/>
                </a:cxn>
                <a:cxn ang="0">
                  <a:pos x="105" y="191"/>
                </a:cxn>
                <a:cxn ang="0">
                  <a:pos x="136" y="193"/>
                </a:cxn>
                <a:cxn ang="0">
                  <a:pos x="140" y="227"/>
                </a:cxn>
                <a:cxn ang="0">
                  <a:pos x="155" y="245"/>
                </a:cxn>
                <a:cxn ang="0">
                  <a:pos x="160" y="233"/>
                </a:cxn>
                <a:cxn ang="0">
                  <a:pos x="164" y="215"/>
                </a:cxn>
                <a:cxn ang="0">
                  <a:pos x="180" y="179"/>
                </a:cxn>
                <a:cxn ang="0">
                  <a:pos x="170" y="162"/>
                </a:cxn>
              </a:cxnLst>
              <a:rect l="0" t="0" r="r" b="b"/>
              <a:pathLst>
                <a:path w="240" h="245">
                  <a:moveTo>
                    <a:pt x="170" y="162"/>
                  </a:moveTo>
                  <a:lnTo>
                    <a:pt x="179" y="144"/>
                  </a:lnTo>
                  <a:lnTo>
                    <a:pt x="227" y="109"/>
                  </a:lnTo>
                  <a:lnTo>
                    <a:pt x="232" y="73"/>
                  </a:lnTo>
                  <a:lnTo>
                    <a:pt x="223" y="54"/>
                  </a:lnTo>
                  <a:lnTo>
                    <a:pt x="240" y="16"/>
                  </a:lnTo>
                  <a:lnTo>
                    <a:pt x="225" y="0"/>
                  </a:lnTo>
                  <a:lnTo>
                    <a:pt x="166" y="3"/>
                  </a:lnTo>
                  <a:lnTo>
                    <a:pt x="135" y="21"/>
                  </a:lnTo>
                  <a:lnTo>
                    <a:pt x="132" y="44"/>
                  </a:lnTo>
                  <a:lnTo>
                    <a:pt x="155" y="61"/>
                  </a:lnTo>
                  <a:lnTo>
                    <a:pt x="152" y="83"/>
                  </a:lnTo>
                  <a:lnTo>
                    <a:pt x="123" y="103"/>
                  </a:lnTo>
                  <a:lnTo>
                    <a:pt x="115" y="83"/>
                  </a:lnTo>
                  <a:lnTo>
                    <a:pt x="130" y="64"/>
                  </a:lnTo>
                  <a:lnTo>
                    <a:pt x="121" y="53"/>
                  </a:lnTo>
                  <a:lnTo>
                    <a:pt x="95" y="58"/>
                  </a:lnTo>
                  <a:lnTo>
                    <a:pt x="76" y="109"/>
                  </a:lnTo>
                  <a:lnTo>
                    <a:pt x="50" y="143"/>
                  </a:lnTo>
                  <a:lnTo>
                    <a:pt x="48" y="168"/>
                  </a:lnTo>
                  <a:lnTo>
                    <a:pt x="50" y="179"/>
                  </a:lnTo>
                  <a:lnTo>
                    <a:pt x="42" y="193"/>
                  </a:lnTo>
                  <a:lnTo>
                    <a:pt x="25" y="193"/>
                  </a:lnTo>
                  <a:lnTo>
                    <a:pt x="0" y="199"/>
                  </a:lnTo>
                  <a:lnTo>
                    <a:pt x="29" y="209"/>
                  </a:lnTo>
                  <a:lnTo>
                    <a:pt x="61" y="200"/>
                  </a:lnTo>
                  <a:lnTo>
                    <a:pt x="86" y="187"/>
                  </a:lnTo>
                  <a:lnTo>
                    <a:pt x="105" y="191"/>
                  </a:lnTo>
                  <a:lnTo>
                    <a:pt x="136" y="193"/>
                  </a:lnTo>
                  <a:lnTo>
                    <a:pt x="140" y="227"/>
                  </a:lnTo>
                  <a:lnTo>
                    <a:pt x="155" y="245"/>
                  </a:lnTo>
                  <a:lnTo>
                    <a:pt x="160" y="233"/>
                  </a:lnTo>
                  <a:lnTo>
                    <a:pt x="164" y="215"/>
                  </a:lnTo>
                  <a:lnTo>
                    <a:pt x="180" y="179"/>
                  </a:lnTo>
                  <a:lnTo>
                    <a:pt x="170" y="16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 671"/>
            <p:cNvSpPr>
              <a:spLocks/>
            </p:cNvSpPr>
            <p:nvPr/>
          </p:nvSpPr>
          <p:spPr bwMode="auto">
            <a:xfrm>
              <a:off x="4531372" y="2966045"/>
              <a:ext cx="16214" cy="34051"/>
            </a:xfrm>
            <a:custGeom>
              <a:avLst/>
              <a:gdLst/>
              <a:ahLst/>
              <a:cxnLst>
                <a:cxn ang="0">
                  <a:pos x="42" y="85"/>
                </a:cxn>
                <a:cxn ang="0">
                  <a:pos x="31" y="29"/>
                </a:cxn>
                <a:cxn ang="0">
                  <a:pos x="13" y="0"/>
                </a:cxn>
                <a:cxn ang="0">
                  <a:pos x="2" y="17"/>
                </a:cxn>
                <a:cxn ang="0">
                  <a:pos x="0" y="42"/>
                </a:cxn>
                <a:cxn ang="0">
                  <a:pos x="2" y="76"/>
                </a:cxn>
                <a:cxn ang="0">
                  <a:pos x="42" y="85"/>
                </a:cxn>
              </a:cxnLst>
              <a:rect l="0" t="0" r="r" b="b"/>
              <a:pathLst>
                <a:path w="42" h="85">
                  <a:moveTo>
                    <a:pt x="42" y="85"/>
                  </a:moveTo>
                  <a:lnTo>
                    <a:pt x="31" y="29"/>
                  </a:lnTo>
                  <a:lnTo>
                    <a:pt x="13" y="0"/>
                  </a:lnTo>
                  <a:lnTo>
                    <a:pt x="2" y="17"/>
                  </a:lnTo>
                  <a:lnTo>
                    <a:pt x="0" y="42"/>
                  </a:lnTo>
                  <a:lnTo>
                    <a:pt x="2" y="76"/>
                  </a:lnTo>
                  <a:lnTo>
                    <a:pt x="42" y="8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 672"/>
            <p:cNvSpPr>
              <a:spLocks/>
            </p:cNvSpPr>
            <p:nvPr/>
          </p:nvSpPr>
          <p:spPr bwMode="auto">
            <a:xfrm>
              <a:off x="4448678" y="2922267"/>
              <a:ext cx="87559" cy="74586"/>
            </a:xfrm>
            <a:custGeom>
              <a:avLst/>
              <a:gdLst/>
              <a:ahLst/>
              <a:cxnLst>
                <a:cxn ang="0">
                  <a:pos x="215" y="107"/>
                </a:cxn>
                <a:cxn ang="0">
                  <a:pos x="204" y="124"/>
                </a:cxn>
                <a:cxn ang="0">
                  <a:pos x="202" y="149"/>
                </a:cxn>
                <a:cxn ang="0">
                  <a:pos x="204" y="183"/>
                </a:cxn>
                <a:cxn ang="0">
                  <a:pos x="159" y="149"/>
                </a:cxn>
                <a:cxn ang="0">
                  <a:pos x="122" y="132"/>
                </a:cxn>
                <a:cxn ang="0">
                  <a:pos x="97" y="124"/>
                </a:cxn>
                <a:cxn ang="0">
                  <a:pos x="41" y="86"/>
                </a:cxn>
                <a:cxn ang="0">
                  <a:pos x="0" y="42"/>
                </a:cxn>
                <a:cxn ang="0">
                  <a:pos x="28" y="22"/>
                </a:cxn>
                <a:cxn ang="0">
                  <a:pos x="36" y="12"/>
                </a:cxn>
                <a:cxn ang="0">
                  <a:pos x="65" y="22"/>
                </a:cxn>
                <a:cxn ang="0">
                  <a:pos x="97" y="13"/>
                </a:cxn>
                <a:cxn ang="0">
                  <a:pos x="122" y="0"/>
                </a:cxn>
                <a:cxn ang="0">
                  <a:pos x="141" y="4"/>
                </a:cxn>
                <a:cxn ang="0">
                  <a:pos x="172" y="6"/>
                </a:cxn>
                <a:cxn ang="0">
                  <a:pos x="176" y="40"/>
                </a:cxn>
                <a:cxn ang="0">
                  <a:pos x="191" y="59"/>
                </a:cxn>
                <a:cxn ang="0">
                  <a:pos x="196" y="46"/>
                </a:cxn>
                <a:cxn ang="0">
                  <a:pos x="212" y="65"/>
                </a:cxn>
                <a:cxn ang="0">
                  <a:pos x="215" y="107"/>
                </a:cxn>
              </a:cxnLst>
              <a:rect l="0" t="0" r="r" b="b"/>
              <a:pathLst>
                <a:path w="215" h="183">
                  <a:moveTo>
                    <a:pt x="215" y="107"/>
                  </a:moveTo>
                  <a:lnTo>
                    <a:pt x="204" y="124"/>
                  </a:lnTo>
                  <a:lnTo>
                    <a:pt x="202" y="149"/>
                  </a:lnTo>
                  <a:lnTo>
                    <a:pt x="204" y="183"/>
                  </a:lnTo>
                  <a:lnTo>
                    <a:pt x="159" y="149"/>
                  </a:lnTo>
                  <a:lnTo>
                    <a:pt x="122" y="132"/>
                  </a:lnTo>
                  <a:lnTo>
                    <a:pt x="97" y="124"/>
                  </a:lnTo>
                  <a:lnTo>
                    <a:pt x="41" y="86"/>
                  </a:lnTo>
                  <a:lnTo>
                    <a:pt x="0" y="42"/>
                  </a:lnTo>
                  <a:lnTo>
                    <a:pt x="28" y="22"/>
                  </a:lnTo>
                  <a:lnTo>
                    <a:pt x="36" y="12"/>
                  </a:lnTo>
                  <a:lnTo>
                    <a:pt x="65" y="22"/>
                  </a:lnTo>
                  <a:lnTo>
                    <a:pt x="97" y="13"/>
                  </a:lnTo>
                  <a:lnTo>
                    <a:pt x="122" y="0"/>
                  </a:lnTo>
                  <a:lnTo>
                    <a:pt x="141" y="4"/>
                  </a:lnTo>
                  <a:lnTo>
                    <a:pt x="172" y="6"/>
                  </a:lnTo>
                  <a:lnTo>
                    <a:pt x="176" y="40"/>
                  </a:lnTo>
                  <a:lnTo>
                    <a:pt x="191" y="59"/>
                  </a:lnTo>
                  <a:lnTo>
                    <a:pt x="196" y="46"/>
                  </a:lnTo>
                  <a:lnTo>
                    <a:pt x="212" y="65"/>
                  </a:lnTo>
                  <a:lnTo>
                    <a:pt x="215" y="10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 673"/>
            <p:cNvSpPr>
              <a:spLocks/>
            </p:cNvSpPr>
            <p:nvPr/>
          </p:nvSpPr>
          <p:spPr bwMode="auto">
            <a:xfrm>
              <a:off x="4281668" y="2940102"/>
              <a:ext cx="306454" cy="296726"/>
            </a:xfrm>
            <a:custGeom>
              <a:avLst/>
              <a:gdLst/>
              <a:ahLst/>
              <a:cxnLst>
                <a:cxn ang="0">
                  <a:pos x="458" y="680"/>
                </a:cxn>
                <a:cxn ang="0">
                  <a:pos x="547" y="674"/>
                </a:cxn>
                <a:cxn ang="0">
                  <a:pos x="609" y="680"/>
                </a:cxn>
                <a:cxn ang="0">
                  <a:pos x="672" y="655"/>
                </a:cxn>
                <a:cxn ang="0">
                  <a:pos x="733" y="625"/>
                </a:cxn>
                <a:cxn ang="0">
                  <a:pos x="678" y="587"/>
                </a:cxn>
                <a:cxn ang="0">
                  <a:pos x="668" y="480"/>
                </a:cxn>
                <a:cxn ang="0">
                  <a:pos x="665" y="432"/>
                </a:cxn>
                <a:cxn ang="0">
                  <a:pos x="619" y="444"/>
                </a:cxn>
                <a:cxn ang="0">
                  <a:pos x="628" y="398"/>
                </a:cxn>
                <a:cxn ang="0">
                  <a:pos x="656" y="358"/>
                </a:cxn>
                <a:cxn ang="0">
                  <a:pos x="680" y="310"/>
                </a:cxn>
                <a:cxn ang="0">
                  <a:pos x="729" y="241"/>
                </a:cxn>
                <a:cxn ang="0">
                  <a:pos x="711" y="154"/>
                </a:cxn>
                <a:cxn ang="0">
                  <a:pos x="617" y="141"/>
                </a:cxn>
                <a:cxn ang="0">
                  <a:pos x="535" y="90"/>
                </a:cxn>
                <a:cxn ang="0">
                  <a:pos x="454" y="44"/>
                </a:cxn>
                <a:cxn ang="0">
                  <a:pos x="366" y="12"/>
                </a:cxn>
                <a:cxn ang="0">
                  <a:pos x="295" y="118"/>
                </a:cxn>
                <a:cxn ang="0">
                  <a:pos x="264" y="153"/>
                </a:cxn>
                <a:cxn ang="0">
                  <a:pos x="196" y="130"/>
                </a:cxn>
                <a:cxn ang="0">
                  <a:pos x="158" y="146"/>
                </a:cxn>
                <a:cxn ang="0">
                  <a:pos x="191" y="206"/>
                </a:cxn>
                <a:cxn ang="0">
                  <a:pos x="148" y="220"/>
                </a:cxn>
                <a:cxn ang="0">
                  <a:pos x="90" y="208"/>
                </a:cxn>
                <a:cxn ang="0">
                  <a:pos x="45" y="228"/>
                </a:cxn>
                <a:cxn ang="0">
                  <a:pos x="0" y="248"/>
                </a:cxn>
                <a:cxn ang="0">
                  <a:pos x="12" y="278"/>
                </a:cxn>
                <a:cxn ang="0">
                  <a:pos x="73" y="306"/>
                </a:cxn>
                <a:cxn ang="0">
                  <a:pos x="113" y="326"/>
                </a:cxn>
                <a:cxn ang="0">
                  <a:pos x="160" y="354"/>
                </a:cxn>
                <a:cxn ang="0">
                  <a:pos x="205" y="424"/>
                </a:cxn>
                <a:cxn ang="0">
                  <a:pos x="196" y="449"/>
                </a:cxn>
                <a:cxn ang="0">
                  <a:pos x="208" y="522"/>
                </a:cxn>
                <a:cxn ang="0">
                  <a:pos x="233" y="554"/>
                </a:cxn>
                <a:cxn ang="0">
                  <a:pos x="211" y="576"/>
                </a:cxn>
                <a:cxn ang="0">
                  <a:pos x="183" y="668"/>
                </a:cxn>
                <a:cxn ang="0">
                  <a:pos x="244" y="700"/>
                </a:cxn>
                <a:cxn ang="0">
                  <a:pos x="336" y="713"/>
                </a:cxn>
                <a:cxn ang="0">
                  <a:pos x="354" y="700"/>
                </a:cxn>
                <a:cxn ang="0">
                  <a:pos x="356" y="719"/>
                </a:cxn>
                <a:cxn ang="0">
                  <a:pos x="444" y="730"/>
                </a:cxn>
              </a:cxnLst>
              <a:rect l="0" t="0" r="r" b="b"/>
              <a:pathLst>
                <a:path w="758" h="730">
                  <a:moveTo>
                    <a:pt x="444" y="730"/>
                  </a:moveTo>
                  <a:lnTo>
                    <a:pt x="458" y="680"/>
                  </a:lnTo>
                  <a:lnTo>
                    <a:pt x="499" y="655"/>
                  </a:lnTo>
                  <a:lnTo>
                    <a:pt x="547" y="674"/>
                  </a:lnTo>
                  <a:lnTo>
                    <a:pt x="581" y="672"/>
                  </a:lnTo>
                  <a:lnTo>
                    <a:pt x="609" y="680"/>
                  </a:lnTo>
                  <a:lnTo>
                    <a:pt x="642" y="672"/>
                  </a:lnTo>
                  <a:lnTo>
                    <a:pt x="672" y="655"/>
                  </a:lnTo>
                  <a:lnTo>
                    <a:pt x="699" y="647"/>
                  </a:lnTo>
                  <a:lnTo>
                    <a:pt x="733" y="625"/>
                  </a:lnTo>
                  <a:lnTo>
                    <a:pt x="707" y="595"/>
                  </a:lnTo>
                  <a:lnTo>
                    <a:pt x="678" y="587"/>
                  </a:lnTo>
                  <a:lnTo>
                    <a:pt x="665" y="529"/>
                  </a:lnTo>
                  <a:lnTo>
                    <a:pt x="668" y="480"/>
                  </a:lnTo>
                  <a:lnTo>
                    <a:pt x="657" y="461"/>
                  </a:lnTo>
                  <a:lnTo>
                    <a:pt x="665" y="432"/>
                  </a:lnTo>
                  <a:lnTo>
                    <a:pt x="640" y="427"/>
                  </a:lnTo>
                  <a:lnTo>
                    <a:pt x="619" y="444"/>
                  </a:lnTo>
                  <a:lnTo>
                    <a:pt x="607" y="427"/>
                  </a:lnTo>
                  <a:lnTo>
                    <a:pt x="628" y="398"/>
                  </a:lnTo>
                  <a:lnTo>
                    <a:pt x="640" y="372"/>
                  </a:lnTo>
                  <a:lnTo>
                    <a:pt x="656" y="358"/>
                  </a:lnTo>
                  <a:lnTo>
                    <a:pt x="661" y="339"/>
                  </a:lnTo>
                  <a:lnTo>
                    <a:pt x="680" y="310"/>
                  </a:lnTo>
                  <a:lnTo>
                    <a:pt x="706" y="313"/>
                  </a:lnTo>
                  <a:lnTo>
                    <a:pt x="729" y="241"/>
                  </a:lnTo>
                  <a:lnTo>
                    <a:pt x="758" y="166"/>
                  </a:lnTo>
                  <a:lnTo>
                    <a:pt x="711" y="154"/>
                  </a:lnTo>
                  <a:lnTo>
                    <a:pt x="657" y="150"/>
                  </a:lnTo>
                  <a:lnTo>
                    <a:pt x="617" y="141"/>
                  </a:lnTo>
                  <a:lnTo>
                    <a:pt x="572" y="107"/>
                  </a:lnTo>
                  <a:lnTo>
                    <a:pt x="535" y="90"/>
                  </a:lnTo>
                  <a:lnTo>
                    <a:pt x="510" y="82"/>
                  </a:lnTo>
                  <a:lnTo>
                    <a:pt x="454" y="44"/>
                  </a:lnTo>
                  <a:lnTo>
                    <a:pt x="413" y="0"/>
                  </a:lnTo>
                  <a:lnTo>
                    <a:pt x="366" y="12"/>
                  </a:lnTo>
                  <a:lnTo>
                    <a:pt x="348" y="82"/>
                  </a:lnTo>
                  <a:lnTo>
                    <a:pt x="295" y="118"/>
                  </a:lnTo>
                  <a:lnTo>
                    <a:pt x="264" y="135"/>
                  </a:lnTo>
                  <a:lnTo>
                    <a:pt x="264" y="153"/>
                  </a:lnTo>
                  <a:lnTo>
                    <a:pt x="216" y="153"/>
                  </a:lnTo>
                  <a:lnTo>
                    <a:pt x="196" y="130"/>
                  </a:lnTo>
                  <a:lnTo>
                    <a:pt x="158" y="130"/>
                  </a:lnTo>
                  <a:lnTo>
                    <a:pt x="158" y="146"/>
                  </a:lnTo>
                  <a:lnTo>
                    <a:pt x="180" y="183"/>
                  </a:lnTo>
                  <a:lnTo>
                    <a:pt x="191" y="206"/>
                  </a:lnTo>
                  <a:lnTo>
                    <a:pt x="173" y="228"/>
                  </a:lnTo>
                  <a:lnTo>
                    <a:pt x="148" y="220"/>
                  </a:lnTo>
                  <a:lnTo>
                    <a:pt x="130" y="228"/>
                  </a:lnTo>
                  <a:lnTo>
                    <a:pt x="90" y="208"/>
                  </a:lnTo>
                  <a:lnTo>
                    <a:pt x="70" y="206"/>
                  </a:lnTo>
                  <a:lnTo>
                    <a:pt x="45" y="228"/>
                  </a:lnTo>
                  <a:lnTo>
                    <a:pt x="12" y="225"/>
                  </a:lnTo>
                  <a:lnTo>
                    <a:pt x="0" y="248"/>
                  </a:lnTo>
                  <a:lnTo>
                    <a:pt x="17" y="261"/>
                  </a:lnTo>
                  <a:lnTo>
                    <a:pt x="12" y="278"/>
                  </a:lnTo>
                  <a:lnTo>
                    <a:pt x="37" y="298"/>
                  </a:lnTo>
                  <a:lnTo>
                    <a:pt x="73" y="306"/>
                  </a:lnTo>
                  <a:lnTo>
                    <a:pt x="101" y="311"/>
                  </a:lnTo>
                  <a:lnTo>
                    <a:pt x="113" y="326"/>
                  </a:lnTo>
                  <a:lnTo>
                    <a:pt x="135" y="326"/>
                  </a:lnTo>
                  <a:lnTo>
                    <a:pt x="160" y="354"/>
                  </a:lnTo>
                  <a:lnTo>
                    <a:pt x="148" y="382"/>
                  </a:lnTo>
                  <a:lnTo>
                    <a:pt x="205" y="424"/>
                  </a:lnTo>
                  <a:lnTo>
                    <a:pt x="208" y="447"/>
                  </a:lnTo>
                  <a:lnTo>
                    <a:pt x="196" y="449"/>
                  </a:lnTo>
                  <a:lnTo>
                    <a:pt x="203" y="492"/>
                  </a:lnTo>
                  <a:lnTo>
                    <a:pt x="208" y="522"/>
                  </a:lnTo>
                  <a:lnTo>
                    <a:pt x="225" y="531"/>
                  </a:lnTo>
                  <a:lnTo>
                    <a:pt x="233" y="554"/>
                  </a:lnTo>
                  <a:lnTo>
                    <a:pt x="211" y="537"/>
                  </a:lnTo>
                  <a:lnTo>
                    <a:pt x="211" y="576"/>
                  </a:lnTo>
                  <a:lnTo>
                    <a:pt x="200" y="624"/>
                  </a:lnTo>
                  <a:lnTo>
                    <a:pt x="183" y="668"/>
                  </a:lnTo>
                  <a:lnTo>
                    <a:pt x="228" y="700"/>
                  </a:lnTo>
                  <a:lnTo>
                    <a:pt x="244" y="700"/>
                  </a:lnTo>
                  <a:lnTo>
                    <a:pt x="264" y="717"/>
                  </a:lnTo>
                  <a:lnTo>
                    <a:pt x="336" y="713"/>
                  </a:lnTo>
                  <a:lnTo>
                    <a:pt x="340" y="702"/>
                  </a:lnTo>
                  <a:lnTo>
                    <a:pt x="354" y="700"/>
                  </a:lnTo>
                  <a:lnTo>
                    <a:pt x="363" y="708"/>
                  </a:lnTo>
                  <a:lnTo>
                    <a:pt x="356" y="719"/>
                  </a:lnTo>
                  <a:lnTo>
                    <a:pt x="379" y="730"/>
                  </a:lnTo>
                  <a:lnTo>
                    <a:pt x="444" y="73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 674"/>
            <p:cNvSpPr>
              <a:spLocks/>
            </p:cNvSpPr>
            <p:nvPr/>
          </p:nvSpPr>
          <p:spPr bwMode="auto">
            <a:xfrm>
              <a:off x="4584881" y="2666078"/>
              <a:ext cx="55129" cy="50265"/>
            </a:xfrm>
            <a:custGeom>
              <a:avLst/>
              <a:gdLst/>
              <a:ahLst/>
              <a:cxnLst>
                <a:cxn ang="0">
                  <a:pos x="0" y="123"/>
                </a:cxn>
                <a:cxn ang="0">
                  <a:pos x="31" y="98"/>
                </a:cxn>
                <a:cxn ang="0">
                  <a:pos x="58" y="88"/>
                </a:cxn>
                <a:cxn ang="0">
                  <a:pos x="78" y="70"/>
                </a:cxn>
                <a:cxn ang="0">
                  <a:pos x="129" y="67"/>
                </a:cxn>
                <a:cxn ang="0">
                  <a:pos x="138" y="41"/>
                </a:cxn>
                <a:cxn ang="0">
                  <a:pos x="138" y="0"/>
                </a:cxn>
                <a:cxn ang="0">
                  <a:pos x="101" y="10"/>
                </a:cxn>
                <a:cxn ang="0">
                  <a:pos x="81" y="33"/>
                </a:cxn>
                <a:cxn ang="0">
                  <a:pos x="56" y="53"/>
                </a:cxn>
                <a:cxn ang="0">
                  <a:pos x="31" y="61"/>
                </a:cxn>
                <a:cxn ang="0">
                  <a:pos x="3" y="88"/>
                </a:cxn>
                <a:cxn ang="0">
                  <a:pos x="0" y="123"/>
                </a:cxn>
              </a:cxnLst>
              <a:rect l="0" t="0" r="r" b="b"/>
              <a:pathLst>
                <a:path w="138" h="123">
                  <a:moveTo>
                    <a:pt x="0" y="123"/>
                  </a:moveTo>
                  <a:lnTo>
                    <a:pt x="31" y="98"/>
                  </a:lnTo>
                  <a:lnTo>
                    <a:pt x="58" y="88"/>
                  </a:lnTo>
                  <a:lnTo>
                    <a:pt x="78" y="70"/>
                  </a:lnTo>
                  <a:lnTo>
                    <a:pt x="129" y="67"/>
                  </a:lnTo>
                  <a:lnTo>
                    <a:pt x="138" y="41"/>
                  </a:lnTo>
                  <a:lnTo>
                    <a:pt x="138" y="0"/>
                  </a:lnTo>
                  <a:lnTo>
                    <a:pt x="101" y="10"/>
                  </a:lnTo>
                  <a:lnTo>
                    <a:pt x="81" y="33"/>
                  </a:lnTo>
                  <a:lnTo>
                    <a:pt x="56" y="53"/>
                  </a:lnTo>
                  <a:lnTo>
                    <a:pt x="31" y="61"/>
                  </a:lnTo>
                  <a:lnTo>
                    <a:pt x="3" y="88"/>
                  </a:lnTo>
                  <a:lnTo>
                    <a:pt x="0" y="12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 675"/>
            <p:cNvSpPr>
              <a:spLocks/>
            </p:cNvSpPr>
            <p:nvPr/>
          </p:nvSpPr>
          <p:spPr bwMode="auto">
            <a:xfrm>
              <a:off x="4651359" y="2742285"/>
              <a:ext cx="37293" cy="35673"/>
            </a:xfrm>
            <a:custGeom>
              <a:avLst/>
              <a:gdLst/>
              <a:ahLst/>
              <a:cxnLst>
                <a:cxn ang="0">
                  <a:pos x="33" y="13"/>
                </a:cxn>
                <a:cxn ang="0">
                  <a:pos x="5" y="18"/>
                </a:cxn>
                <a:cxn ang="0">
                  <a:pos x="0" y="33"/>
                </a:cxn>
                <a:cxn ang="0">
                  <a:pos x="20" y="61"/>
                </a:cxn>
                <a:cxn ang="0">
                  <a:pos x="33" y="75"/>
                </a:cxn>
                <a:cxn ang="0">
                  <a:pos x="53" y="75"/>
                </a:cxn>
                <a:cxn ang="0">
                  <a:pos x="61" y="88"/>
                </a:cxn>
                <a:cxn ang="0">
                  <a:pos x="83" y="75"/>
                </a:cxn>
                <a:cxn ang="0">
                  <a:pos x="93" y="55"/>
                </a:cxn>
                <a:cxn ang="0">
                  <a:pos x="81" y="36"/>
                </a:cxn>
                <a:cxn ang="0">
                  <a:pos x="87" y="8"/>
                </a:cxn>
                <a:cxn ang="0">
                  <a:pos x="61" y="0"/>
                </a:cxn>
                <a:cxn ang="0">
                  <a:pos x="33" y="13"/>
                </a:cxn>
              </a:cxnLst>
              <a:rect l="0" t="0" r="r" b="b"/>
              <a:pathLst>
                <a:path w="93" h="88">
                  <a:moveTo>
                    <a:pt x="33" y="13"/>
                  </a:moveTo>
                  <a:lnTo>
                    <a:pt x="5" y="18"/>
                  </a:lnTo>
                  <a:lnTo>
                    <a:pt x="0" y="33"/>
                  </a:lnTo>
                  <a:lnTo>
                    <a:pt x="20" y="61"/>
                  </a:lnTo>
                  <a:lnTo>
                    <a:pt x="33" y="75"/>
                  </a:lnTo>
                  <a:lnTo>
                    <a:pt x="53" y="75"/>
                  </a:lnTo>
                  <a:lnTo>
                    <a:pt x="61" y="88"/>
                  </a:lnTo>
                  <a:lnTo>
                    <a:pt x="83" y="75"/>
                  </a:lnTo>
                  <a:lnTo>
                    <a:pt x="93" y="55"/>
                  </a:lnTo>
                  <a:lnTo>
                    <a:pt x="81" y="36"/>
                  </a:lnTo>
                  <a:lnTo>
                    <a:pt x="87" y="8"/>
                  </a:lnTo>
                  <a:lnTo>
                    <a:pt x="61" y="0"/>
                  </a:lnTo>
                  <a:lnTo>
                    <a:pt x="33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 676"/>
            <p:cNvSpPr>
              <a:spLocks/>
            </p:cNvSpPr>
            <p:nvPr/>
          </p:nvSpPr>
          <p:spPr bwMode="auto">
            <a:xfrm>
              <a:off x="4677302" y="2779579"/>
              <a:ext cx="14593" cy="11350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22" y="0"/>
                </a:cxn>
                <a:cxn ang="0">
                  <a:pos x="35" y="0"/>
                </a:cxn>
                <a:cxn ang="0">
                  <a:pos x="30" y="8"/>
                </a:cxn>
                <a:cxn ang="0">
                  <a:pos x="8" y="26"/>
                </a:cxn>
                <a:cxn ang="0">
                  <a:pos x="0" y="16"/>
                </a:cxn>
              </a:cxnLst>
              <a:rect l="0" t="0" r="r" b="b"/>
              <a:pathLst>
                <a:path w="35" h="26">
                  <a:moveTo>
                    <a:pt x="0" y="16"/>
                  </a:moveTo>
                  <a:lnTo>
                    <a:pt x="22" y="0"/>
                  </a:lnTo>
                  <a:lnTo>
                    <a:pt x="35" y="0"/>
                  </a:lnTo>
                  <a:lnTo>
                    <a:pt x="30" y="8"/>
                  </a:lnTo>
                  <a:lnTo>
                    <a:pt x="8" y="2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 677"/>
            <p:cNvSpPr>
              <a:spLocks/>
            </p:cNvSpPr>
            <p:nvPr/>
          </p:nvSpPr>
          <p:spPr bwMode="auto">
            <a:xfrm>
              <a:off x="4652982" y="2782822"/>
              <a:ext cx="16214" cy="11350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9" y="0"/>
                </a:cxn>
                <a:cxn ang="0">
                  <a:pos x="34" y="10"/>
                </a:cxn>
                <a:cxn ang="0">
                  <a:pos x="37" y="28"/>
                </a:cxn>
                <a:cxn ang="0">
                  <a:pos x="9" y="25"/>
                </a:cxn>
                <a:cxn ang="0">
                  <a:pos x="0" y="10"/>
                </a:cxn>
              </a:cxnLst>
              <a:rect l="0" t="0" r="r" b="b"/>
              <a:pathLst>
                <a:path w="37" h="28">
                  <a:moveTo>
                    <a:pt x="0" y="10"/>
                  </a:moveTo>
                  <a:lnTo>
                    <a:pt x="9" y="0"/>
                  </a:lnTo>
                  <a:lnTo>
                    <a:pt x="34" y="10"/>
                  </a:lnTo>
                  <a:lnTo>
                    <a:pt x="37" y="28"/>
                  </a:lnTo>
                  <a:lnTo>
                    <a:pt x="9" y="25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 678"/>
            <p:cNvSpPr>
              <a:spLocks/>
            </p:cNvSpPr>
            <p:nvPr/>
          </p:nvSpPr>
          <p:spPr bwMode="auto">
            <a:xfrm>
              <a:off x="4623795" y="2758501"/>
              <a:ext cx="25944" cy="19457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0" y="0"/>
                </a:cxn>
                <a:cxn ang="0">
                  <a:pos x="53" y="4"/>
                </a:cxn>
                <a:cxn ang="0">
                  <a:pos x="62" y="22"/>
                </a:cxn>
                <a:cxn ang="0">
                  <a:pos x="45" y="45"/>
                </a:cxn>
                <a:cxn ang="0">
                  <a:pos x="12" y="37"/>
                </a:cxn>
                <a:cxn ang="0">
                  <a:pos x="0" y="9"/>
                </a:cxn>
              </a:cxnLst>
              <a:rect l="0" t="0" r="r" b="b"/>
              <a:pathLst>
                <a:path w="62" h="45">
                  <a:moveTo>
                    <a:pt x="0" y="9"/>
                  </a:moveTo>
                  <a:lnTo>
                    <a:pt x="20" y="0"/>
                  </a:lnTo>
                  <a:lnTo>
                    <a:pt x="53" y="4"/>
                  </a:lnTo>
                  <a:lnTo>
                    <a:pt x="62" y="22"/>
                  </a:lnTo>
                  <a:lnTo>
                    <a:pt x="45" y="45"/>
                  </a:lnTo>
                  <a:lnTo>
                    <a:pt x="12" y="37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 679"/>
            <p:cNvSpPr>
              <a:spLocks/>
            </p:cNvSpPr>
            <p:nvPr/>
          </p:nvSpPr>
          <p:spPr bwMode="auto">
            <a:xfrm>
              <a:off x="4580016" y="2698505"/>
              <a:ext cx="74586" cy="95666"/>
            </a:xfrm>
            <a:custGeom>
              <a:avLst/>
              <a:gdLst/>
              <a:ahLst/>
              <a:cxnLst>
                <a:cxn ang="0">
                  <a:pos x="105" y="228"/>
                </a:cxn>
                <a:cxn ang="0">
                  <a:pos x="65" y="226"/>
                </a:cxn>
                <a:cxn ang="0">
                  <a:pos x="41" y="231"/>
                </a:cxn>
                <a:cxn ang="0">
                  <a:pos x="40" y="234"/>
                </a:cxn>
                <a:cxn ang="0">
                  <a:pos x="37" y="226"/>
                </a:cxn>
                <a:cxn ang="0">
                  <a:pos x="35" y="183"/>
                </a:cxn>
                <a:cxn ang="0">
                  <a:pos x="9" y="155"/>
                </a:cxn>
                <a:cxn ang="0">
                  <a:pos x="0" y="105"/>
                </a:cxn>
                <a:cxn ang="0">
                  <a:pos x="4" y="60"/>
                </a:cxn>
                <a:cxn ang="0">
                  <a:pos x="48" y="31"/>
                </a:cxn>
                <a:cxn ang="0">
                  <a:pos x="70" y="38"/>
                </a:cxn>
                <a:cxn ang="0">
                  <a:pos x="97" y="3"/>
                </a:cxn>
                <a:cxn ang="0">
                  <a:pos x="122" y="0"/>
                </a:cxn>
                <a:cxn ang="0">
                  <a:pos x="145" y="45"/>
                </a:cxn>
                <a:cxn ang="0">
                  <a:pos x="170" y="48"/>
                </a:cxn>
                <a:cxn ang="0">
                  <a:pos x="186" y="60"/>
                </a:cxn>
                <a:cxn ang="0">
                  <a:pos x="175" y="79"/>
                </a:cxn>
                <a:cxn ang="0">
                  <a:pos x="135" y="88"/>
                </a:cxn>
                <a:cxn ang="0">
                  <a:pos x="130" y="113"/>
                </a:cxn>
                <a:cxn ang="0">
                  <a:pos x="90" y="144"/>
                </a:cxn>
                <a:cxn ang="0">
                  <a:pos x="88" y="183"/>
                </a:cxn>
                <a:cxn ang="0">
                  <a:pos x="105" y="223"/>
                </a:cxn>
                <a:cxn ang="0">
                  <a:pos x="109" y="228"/>
                </a:cxn>
                <a:cxn ang="0">
                  <a:pos x="105" y="228"/>
                </a:cxn>
              </a:cxnLst>
              <a:rect l="0" t="0" r="r" b="b"/>
              <a:pathLst>
                <a:path w="186" h="234">
                  <a:moveTo>
                    <a:pt x="105" y="228"/>
                  </a:moveTo>
                  <a:lnTo>
                    <a:pt x="65" y="226"/>
                  </a:lnTo>
                  <a:lnTo>
                    <a:pt x="41" y="231"/>
                  </a:lnTo>
                  <a:lnTo>
                    <a:pt x="40" y="234"/>
                  </a:lnTo>
                  <a:lnTo>
                    <a:pt x="37" y="226"/>
                  </a:lnTo>
                  <a:lnTo>
                    <a:pt x="35" y="183"/>
                  </a:lnTo>
                  <a:lnTo>
                    <a:pt x="9" y="155"/>
                  </a:lnTo>
                  <a:lnTo>
                    <a:pt x="0" y="105"/>
                  </a:lnTo>
                  <a:lnTo>
                    <a:pt x="4" y="60"/>
                  </a:lnTo>
                  <a:lnTo>
                    <a:pt x="48" y="31"/>
                  </a:lnTo>
                  <a:lnTo>
                    <a:pt x="70" y="38"/>
                  </a:lnTo>
                  <a:lnTo>
                    <a:pt x="97" y="3"/>
                  </a:lnTo>
                  <a:lnTo>
                    <a:pt x="122" y="0"/>
                  </a:lnTo>
                  <a:lnTo>
                    <a:pt x="145" y="45"/>
                  </a:lnTo>
                  <a:lnTo>
                    <a:pt x="170" y="48"/>
                  </a:lnTo>
                  <a:lnTo>
                    <a:pt x="186" y="60"/>
                  </a:lnTo>
                  <a:lnTo>
                    <a:pt x="175" y="79"/>
                  </a:lnTo>
                  <a:lnTo>
                    <a:pt x="135" y="88"/>
                  </a:lnTo>
                  <a:lnTo>
                    <a:pt x="130" y="113"/>
                  </a:lnTo>
                  <a:lnTo>
                    <a:pt x="90" y="144"/>
                  </a:lnTo>
                  <a:lnTo>
                    <a:pt x="88" y="183"/>
                  </a:lnTo>
                  <a:lnTo>
                    <a:pt x="105" y="223"/>
                  </a:lnTo>
                  <a:lnTo>
                    <a:pt x="109" y="228"/>
                  </a:lnTo>
                  <a:lnTo>
                    <a:pt x="105" y="2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 680"/>
            <p:cNvSpPr>
              <a:spLocks/>
            </p:cNvSpPr>
            <p:nvPr/>
          </p:nvSpPr>
          <p:spPr bwMode="auto">
            <a:xfrm>
              <a:off x="4952951" y="2028847"/>
              <a:ext cx="14593" cy="8107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3" y="8"/>
                </a:cxn>
                <a:cxn ang="0">
                  <a:pos x="20" y="19"/>
                </a:cxn>
                <a:cxn ang="0">
                  <a:pos x="0" y="12"/>
                </a:cxn>
                <a:cxn ang="0">
                  <a:pos x="16" y="0"/>
                </a:cxn>
                <a:cxn ang="0">
                  <a:pos x="31" y="0"/>
                </a:cxn>
              </a:cxnLst>
              <a:rect l="0" t="0" r="r" b="b"/>
              <a:pathLst>
                <a:path w="33" h="19">
                  <a:moveTo>
                    <a:pt x="31" y="0"/>
                  </a:moveTo>
                  <a:lnTo>
                    <a:pt x="33" y="8"/>
                  </a:lnTo>
                  <a:lnTo>
                    <a:pt x="20" y="19"/>
                  </a:lnTo>
                  <a:lnTo>
                    <a:pt x="0" y="12"/>
                  </a:lnTo>
                  <a:lnTo>
                    <a:pt x="16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 681"/>
            <p:cNvSpPr>
              <a:spLocks/>
            </p:cNvSpPr>
            <p:nvPr/>
          </p:nvSpPr>
          <p:spPr bwMode="auto">
            <a:xfrm>
              <a:off x="4959436" y="2041818"/>
              <a:ext cx="9728" cy="4865"/>
            </a:xfrm>
            <a:custGeom>
              <a:avLst/>
              <a:gdLst/>
              <a:ahLst/>
              <a:cxnLst>
                <a:cxn ang="0">
                  <a:pos x="7" y="12"/>
                </a:cxn>
                <a:cxn ang="0">
                  <a:pos x="0" y="7"/>
                </a:cxn>
                <a:cxn ang="0">
                  <a:pos x="12" y="0"/>
                </a:cxn>
                <a:cxn ang="0">
                  <a:pos x="26" y="4"/>
                </a:cxn>
                <a:cxn ang="0">
                  <a:pos x="18" y="11"/>
                </a:cxn>
                <a:cxn ang="0">
                  <a:pos x="7" y="12"/>
                </a:cxn>
              </a:cxnLst>
              <a:rect l="0" t="0" r="r" b="b"/>
              <a:pathLst>
                <a:path w="26" h="12">
                  <a:moveTo>
                    <a:pt x="7" y="12"/>
                  </a:moveTo>
                  <a:lnTo>
                    <a:pt x="0" y="7"/>
                  </a:lnTo>
                  <a:lnTo>
                    <a:pt x="12" y="0"/>
                  </a:lnTo>
                  <a:lnTo>
                    <a:pt x="26" y="4"/>
                  </a:lnTo>
                  <a:lnTo>
                    <a:pt x="18" y="11"/>
                  </a:lnTo>
                  <a:lnTo>
                    <a:pt x="7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 682"/>
            <p:cNvSpPr>
              <a:spLocks/>
            </p:cNvSpPr>
            <p:nvPr/>
          </p:nvSpPr>
          <p:spPr bwMode="auto">
            <a:xfrm>
              <a:off x="4948085" y="2049925"/>
              <a:ext cx="8107" cy="6485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0" y="4"/>
                </a:cxn>
                <a:cxn ang="0">
                  <a:pos x="14" y="0"/>
                </a:cxn>
                <a:cxn ang="0">
                  <a:pos x="22" y="9"/>
                </a:cxn>
                <a:cxn ang="0">
                  <a:pos x="12" y="16"/>
                </a:cxn>
                <a:cxn ang="0">
                  <a:pos x="0" y="11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0" y="4"/>
                  </a:lnTo>
                  <a:lnTo>
                    <a:pt x="14" y="0"/>
                  </a:lnTo>
                  <a:lnTo>
                    <a:pt x="22" y="9"/>
                  </a:lnTo>
                  <a:lnTo>
                    <a:pt x="12" y="16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 683"/>
            <p:cNvSpPr>
              <a:spLocks/>
            </p:cNvSpPr>
            <p:nvPr/>
          </p:nvSpPr>
          <p:spPr bwMode="auto">
            <a:xfrm>
              <a:off x="4930250" y="2056410"/>
              <a:ext cx="8107" cy="6485"/>
            </a:xfrm>
            <a:custGeom>
              <a:avLst/>
              <a:gdLst/>
              <a:ahLst/>
              <a:cxnLst>
                <a:cxn ang="0">
                  <a:pos x="9" y="15"/>
                </a:cxn>
                <a:cxn ang="0">
                  <a:pos x="0" y="7"/>
                </a:cxn>
                <a:cxn ang="0">
                  <a:pos x="12" y="0"/>
                </a:cxn>
                <a:cxn ang="0">
                  <a:pos x="20" y="4"/>
                </a:cxn>
                <a:cxn ang="0">
                  <a:pos x="20" y="13"/>
                </a:cxn>
                <a:cxn ang="0">
                  <a:pos x="9" y="15"/>
                </a:cxn>
              </a:cxnLst>
              <a:rect l="0" t="0" r="r" b="b"/>
              <a:pathLst>
                <a:path w="20" h="15">
                  <a:moveTo>
                    <a:pt x="9" y="15"/>
                  </a:moveTo>
                  <a:lnTo>
                    <a:pt x="0" y="7"/>
                  </a:lnTo>
                  <a:lnTo>
                    <a:pt x="12" y="0"/>
                  </a:lnTo>
                  <a:lnTo>
                    <a:pt x="20" y="4"/>
                  </a:lnTo>
                  <a:lnTo>
                    <a:pt x="20" y="13"/>
                  </a:lnTo>
                  <a:lnTo>
                    <a:pt x="9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 684"/>
            <p:cNvSpPr>
              <a:spLocks/>
            </p:cNvSpPr>
            <p:nvPr/>
          </p:nvSpPr>
          <p:spPr bwMode="auto">
            <a:xfrm>
              <a:off x="4909171" y="2040198"/>
              <a:ext cx="34050" cy="129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9" y="32"/>
                </a:cxn>
                <a:cxn ang="0">
                  <a:pos x="25" y="34"/>
                </a:cxn>
                <a:cxn ang="0">
                  <a:pos x="75" y="16"/>
                </a:cxn>
                <a:cxn ang="0">
                  <a:pos x="82" y="0"/>
                </a:cxn>
                <a:cxn ang="0">
                  <a:pos x="62" y="4"/>
                </a:cxn>
                <a:cxn ang="0">
                  <a:pos x="37" y="16"/>
                </a:cxn>
                <a:cxn ang="0">
                  <a:pos x="0" y="20"/>
                </a:cxn>
              </a:cxnLst>
              <a:rect l="0" t="0" r="r" b="b"/>
              <a:pathLst>
                <a:path w="82" h="34">
                  <a:moveTo>
                    <a:pt x="0" y="20"/>
                  </a:moveTo>
                  <a:lnTo>
                    <a:pt x="9" y="32"/>
                  </a:lnTo>
                  <a:lnTo>
                    <a:pt x="25" y="34"/>
                  </a:lnTo>
                  <a:lnTo>
                    <a:pt x="75" y="16"/>
                  </a:lnTo>
                  <a:lnTo>
                    <a:pt x="82" y="0"/>
                  </a:lnTo>
                  <a:lnTo>
                    <a:pt x="62" y="4"/>
                  </a:lnTo>
                  <a:lnTo>
                    <a:pt x="37" y="16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 685"/>
            <p:cNvSpPr>
              <a:spLocks/>
            </p:cNvSpPr>
            <p:nvPr/>
          </p:nvSpPr>
          <p:spPr bwMode="auto">
            <a:xfrm>
              <a:off x="4875120" y="2064518"/>
              <a:ext cx="9728" cy="8107"/>
            </a:xfrm>
            <a:custGeom>
              <a:avLst/>
              <a:gdLst/>
              <a:ahLst/>
              <a:cxnLst>
                <a:cxn ang="0">
                  <a:pos x="4" y="14"/>
                </a:cxn>
                <a:cxn ang="0">
                  <a:pos x="0" y="20"/>
                </a:cxn>
                <a:cxn ang="0">
                  <a:pos x="18" y="22"/>
                </a:cxn>
                <a:cxn ang="0">
                  <a:pos x="27" y="10"/>
                </a:cxn>
                <a:cxn ang="0">
                  <a:pos x="23" y="0"/>
                </a:cxn>
                <a:cxn ang="0">
                  <a:pos x="4" y="14"/>
                </a:cxn>
              </a:cxnLst>
              <a:rect l="0" t="0" r="r" b="b"/>
              <a:pathLst>
                <a:path w="27" h="22">
                  <a:moveTo>
                    <a:pt x="4" y="14"/>
                  </a:moveTo>
                  <a:lnTo>
                    <a:pt x="0" y="20"/>
                  </a:lnTo>
                  <a:lnTo>
                    <a:pt x="18" y="22"/>
                  </a:lnTo>
                  <a:lnTo>
                    <a:pt x="27" y="10"/>
                  </a:lnTo>
                  <a:lnTo>
                    <a:pt x="23" y="0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 686"/>
            <p:cNvSpPr>
              <a:spLocks/>
            </p:cNvSpPr>
            <p:nvPr/>
          </p:nvSpPr>
          <p:spPr bwMode="auto">
            <a:xfrm>
              <a:off x="4854042" y="2062898"/>
              <a:ext cx="9728" cy="11350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23" y="9"/>
                </a:cxn>
                <a:cxn ang="0">
                  <a:pos x="23" y="21"/>
                </a:cxn>
                <a:cxn ang="0">
                  <a:pos x="9" y="26"/>
                </a:cxn>
                <a:cxn ang="0">
                  <a:pos x="0" y="12"/>
                </a:cxn>
                <a:cxn ang="0">
                  <a:pos x="17" y="0"/>
                </a:cxn>
              </a:cxnLst>
              <a:rect l="0" t="0" r="r" b="b"/>
              <a:pathLst>
                <a:path w="23" h="26">
                  <a:moveTo>
                    <a:pt x="17" y="0"/>
                  </a:moveTo>
                  <a:lnTo>
                    <a:pt x="23" y="9"/>
                  </a:lnTo>
                  <a:lnTo>
                    <a:pt x="23" y="21"/>
                  </a:lnTo>
                  <a:lnTo>
                    <a:pt x="9" y="26"/>
                  </a:lnTo>
                  <a:lnTo>
                    <a:pt x="0" y="12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 687"/>
            <p:cNvSpPr>
              <a:spLocks/>
            </p:cNvSpPr>
            <p:nvPr/>
          </p:nvSpPr>
          <p:spPr bwMode="auto">
            <a:xfrm>
              <a:off x="4813505" y="2085598"/>
              <a:ext cx="24322" cy="11350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12" y="8"/>
                </a:cxn>
                <a:cxn ang="0">
                  <a:pos x="38" y="0"/>
                </a:cxn>
                <a:cxn ang="0">
                  <a:pos x="60" y="3"/>
                </a:cxn>
                <a:cxn ang="0">
                  <a:pos x="60" y="15"/>
                </a:cxn>
                <a:cxn ang="0">
                  <a:pos x="38" y="28"/>
                </a:cxn>
                <a:cxn ang="0">
                  <a:pos x="0" y="23"/>
                </a:cxn>
              </a:cxnLst>
              <a:rect l="0" t="0" r="r" b="b"/>
              <a:pathLst>
                <a:path w="60" h="28">
                  <a:moveTo>
                    <a:pt x="0" y="23"/>
                  </a:moveTo>
                  <a:lnTo>
                    <a:pt x="12" y="8"/>
                  </a:lnTo>
                  <a:lnTo>
                    <a:pt x="38" y="0"/>
                  </a:lnTo>
                  <a:lnTo>
                    <a:pt x="60" y="3"/>
                  </a:lnTo>
                  <a:lnTo>
                    <a:pt x="60" y="15"/>
                  </a:lnTo>
                  <a:lnTo>
                    <a:pt x="38" y="28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 688"/>
            <p:cNvSpPr>
              <a:spLocks/>
            </p:cNvSpPr>
            <p:nvPr/>
          </p:nvSpPr>
          <p:spPr bwMode="auto">
            <a:xfrm>
              <a:off x="4507050" y="2027226"/>
              <a:ext cx="617773" cy="630745"/>
            </a:xfrm>
            <a:custGeom>
              <a:avLst/>
              <a:gdLst/>
              <a:ahLst/>
              <a:cxnLst>
                <a:cxn ang="0">
                  <a:pos x="1301" y="114"/>
                </a:cxn>
                <a:cxn ang="0">
                  <a:pos x="1183" y="241"/>
                </a:cxn>
                <a:cxn ang="0">
                  <a:pos x="1044" y="236"/>
                </a:cxn>
                <a:cxn ang="0">
                  <a:pos x="897" y="206"/>
                </a:cxn>
                <a:cxn ang="0">
                  <a:pos x="783" y="256"/>
                </a:cxn>
                <a:cxn ang="0">
                  <a:pos x="657" y="370"/>
                </a:cxn>
                <a:cxn ang="0">
                  <a:pos x="573" y="486"/>
                </a:cxn>
                <a:cxn ang="0">
                  <a:pos x="518" y="730"/>
                </a:cxn>
                <a:cxn ang="0">
                  <a:pos x="426" y="840"/>
                </a:cxn>
                <a:cxn ang="0">
                  <a:pos x="463" y="1173"/>
                </a:cxn>
                <a:cxn ang="0">
                  <a:pos x="443" y="1277"/>
                </a:cxn>
                <a:cxn ang="0">
                  <a:pos x="387" y="1497"/>
                </a:cxn>
                <a:cxn ang="0">
                  <a:pos x="354" y="1363"/>
                </a:cxn>
                <a:cxn ang="0">
                  <a:pos x="297" y="1424"/>
                </a:cxn>
                <a:cxn ang="0">
                  <a:pos x="249" y="1449"/>
                </a:cxn>
                <a:cxn ang="0">
                  <a:pos x="113" y="1557"/>
                </a:cxn>
                <a:cxn ang="0">
                  <a:pos x="84" y="1506"/>
                </a:cxn>
                <a:cxn ang="0">
                  <a:pos x="23" y="1447"/>
                </a:cxn>
                <a:cxn ang="0">
                  <a:pos x="73" y="1374"/>
                </a:cxn>
                <a:cxn ang="0">
                  <a:pos x="16" y="1366"/>
                </a:cxn>
                <a:cxn ang="0">
                  <a:pos x="90" y="1276"/>
                </a:cxn>
                <a:cxn ang="0">
                  <a:pos x="33" y="1284"/>
                </a:cxn>
                <a:cxn ang="0">
                  <a:pos x="14" y="1228"/>
                </a:cxn>
                <a:cxn ang="0">
                  <a:pos x="90" y="1191"/>
                </a:cxn>
                <a:cxn ang="0">
                  <a:pos x="116" y="1166"/>
                </a:cxn>
                <a:cxn ang="0">
                  <a:pos x="0" y="1181"/>
                </a:cxn>
                <a:cxn ang="0">
                  <a:pos x="11" y="1075"/>
                </a:cxn>
                <a:cxn ang="0">
                  <a:pos x="116" y="1015"/>
                </a:cxn>
                <a:cxn ang="0">
                  <a:pos x="124" y="975"/>
                </a:cxn>
                <a:cxn ang="0">
                  <a:pos x="183" y="914"/>
                </a:cxn>
                <a:cxn ang="0">
                  <a:pos x="264" y="867"/>
                </a:cxn>
                <a:cxn ang="0">
                  <a:pos x="407" y="659"/>
                </a:cxn>
                <a:cxn ang="0">
                  <a:pos x="430" y="619"/>
                </a:cxn>
                <a:cxn ang="0">
                  <a:pos x="502" y="508"/>
                </a:cxn>
                <a:cxn ang="0">
                  <a:pos x="475" y="453"/>
                </a:cxn>
                <a:cxn ang="0">
                  <a:pos x="582" y="394"/>
                </a:cxn>
                <a:cxn ang="0">
                  <a:pos x="600" y="361"/>
                </a:cxn>
                <a:cxn ang="0">
                  <a:pos x="640" y="302"/>
                </a:cxn>
                <a:cxn ang="0">
                  <a:pos x="718" y="283"/>
                </a:cxn>
                <a:cxn ang="0">
                  <a:pos x="691" y="248"/>
                </a:cxn>
                <a:cxn ang="0">
                  <a:pos x="758" y="198"/>
                </a:cxn>
                <a:cxn ang="0">
                  <a:pos x="814" y="174"/>
                </a:cxn>
                <a:cxn ang="0">
                  <a:pos x="828" y="161"/>
                </a:cxn>
                <a:cxn ang="0">
                  <a:pos x="879" y="132"/>
                </a:cxn>
                <a:cxn ang="0">
                  <a:pos x="893" y="166"/>
                </a:cxn>
                <a:cxn ang="0">
                  <a:pos x="929" y="139"/>
                </a:cxn>
                <a:cxn ang="0">
                  <a:pos x="1008" y="134"/>
                </a:cxn>
                <a:cxn ang="0">
                  <a:pos x="991" y="80"/>
                </a:cxn>
                <a:cxn ang="0">
                  <a:pos x="1104" y="117"/>
                </a:cxn>
                <a:cxn ang="0">
                  <a:pos x="1154" y="55"/>
                </a:cxn>
                <a:cxn ang="0">
                  <a:pos x="1179" y="16"/>
                </a:cxn>
                <a:cxn ang="0">
                  <a:pos x="1187" y="69"/>
                </a:cxn>
                <a:cxn ang="0">
                  <a:pos x="1259" y="26"/>
                </a:cxn>
                <a:cxn ang="0">
                  <a:pos x="1310" y="24"/>
                </a:cxn>
                <a:cxn ang="0">
                  <a:pos x="1357" y="39"/>
                </a:cxn>
                <a:cxn ang="0">
                  <a:pos x="1508" y="75"/>
                </a:cxn>
                <a:cxn ang="0">
                  <a:pos x="1450" y="125"/>
                </a:cxn>
                <a:cxn ang="0">
                  <a:pos x="1525" y="139"/>
                </a:cxn>
              </a:cxnLst>
              <a:rect l="0" t="0" r="r" b="b"/>
              <a:pathLst>
                <a:path w="1525" h="1557">
                  <a:moveTo>
                    <a:pt x="1411" y="198"/>
                  </a:moveTo>
                  <a:lnTo>
                    <a:pt x="1407" y="139"/>
                  </a:lnTo>
                  <a:lnTo>
                    <a:pt x="1352" y="112"/>
                  </a:lnTo>
                  <a:lnTo>
                    <a:pt x="1301" y="114"/>
                  </a:lnTo>
                  <a:lnTo>
                    <a:pt x="1247" y="139"/>
                  </a:lnTo>
                  <a:lnTo>
                    <a:pt x="1243" y="208"/>
                  </a:lnTo>
                  <a:lnTo>
                    <a:pt x="1201" y="241"/>
                  </a:lnTo>
                  <a:lnTo>
                    <a:pt x="1183" y="241"/>
                  </a:lnTo>
                  <a:lnTo>
                    <a:pt x="1158" y="226"/>
                  </a:lnTo>
                  <a:lnTo>
                    <a:pt x="1125" y="226"/>
                  </a:lnTo>
                  <a:lnTo>
                    <a:pt x="1087" y="243"/>
                  </a:lnTo>
                  <a:lnTo>
                    <a:pt x="1044" y="236"/>
                  </a:lnTo>
                  <a:lnTo>
                    <a:pt x="990" y="187"/>
                  </a:lnTo>
                  <a:lnTo>
                    <a:pt x="957" y="186"/>
                  </a:lnTo>
                  <a:lnTo>
                    <a:pt x="926" y="203"/>
                  </a:lnTo>
                  <a:lnTo>
                    <a:pt x="897" y="206"/>
                  </a:lnTo>
                  <a:lnTo>
                    <a:pt x="884" y="253"/>
                  </a:lnTo>
                  <a:lnTo>
                    <a:pt x="851" y="261"/>
                  </a:lnTo>
                  <a:lnTo>
                    <a:pt x="818" y="253"/>
                  </a:lnTo>
                  <a:lnTo>
                    <a:pt x="783" y="256"/>
                  </a:lnTo>
                  <a:lnTo>
                    <a:pt x="771" y="292"/>
                  </a:lnTo>
                  <a:lnTo>
                    <a:pt x="720" y="306"/>
                  </a:lnTo>
                  <a:lnTo>
                    <a:pt x="704" y="334"/>
                  </a:lnTo>
                  <a:lnTo>
                    <a:pt x="657" y="370"/>
                  </a:lnTo>
                  <a:lnTo>
                    <a:pt x="679" y="382"/>
                  </a:lnTo>
                  <a:lnTo>
                    <a:pt x="675" y="407"/>
                  </a:lnTo>
                  <a:lnTo>
                    <a:pt x="607" y="473"/>
                  </a:lnTo>
                  <a:lnTo>
                    <a:pt x="573" y="486"/>
                  </a:lnTo>
                  <a:lnTo>
                    <a:pt x="551" y="520"/>
                  </a:lnTo>
                  <a:lnTo>
                    <a:pt x="569" y="558"/>
                  </a:lnTo>
                  <a:lnTo>
                    <a:pt x="555" y="671"/>
                  </a:lnTo>
                  <a:lnTo>
                    <a:pt x="518" y="730"/>
                  </a:lnTo>
                  <a:lnTo>
                    <a:pt x="551" y="781"/>
                  </a:lnTo>
                  <a:lnTo>
                    <a:pt x="518" y="814"/>
                  </a:lnTo>
                  <a:lnTo>
                    <a:pt x="459" y="806"/>
                  </a:lnTo>
                  <a:lnTo>
                    <a:pt x="426" y="840"/>
                  </a:lnTo>
                  <a:lnTo>
                    <a:pt x="426" y="941"/>
                  </a:lnTo>
                  <a:lnTo>
                    <a:pt x="437" y="1088"/>
                  </a:lnTo>
                  <a:lnTo>
                    <a:pt x="463" y="1121"/>
                  </a:lnTo>
                  <a:lnTo>
                    <a:pt x="463" y="1173"/>
                  </a:lnTo>
                  <a:lnTo>
                    <a:pt x="430" y="1185"/>
                  </a:lnTo>
                  <a:lnTo>
                    <a:pt x="426" y="1206"/>
                  </a:lnTo>
                  <a:lnTo>
                    <a:pt x="451" y="1240"/>
                  </a:lnTo>
                  <a:lnTo>
                    <a:pt x="443" y="1277"/>
                  </a:lnTo>
                  <a:lnTo>
                    <a:pt x="422" y="1302"/>
                  </a:lnTo>
                  <a:lnTo>
                    <a:pt x="408" y="1416"/>
                  </a:lnTo>
                  <a:lnTo>
                    <a:pt x="404" y="1446"/>
                  </a:lnTo>
                  <a:lnTo>
                    <a:pt x="387" y="1497"/>
                  </a:lnTo>
                  <a:lnTo>
                    <a:pt x="377" y="1464"/>
                  </a:lnTo>
                  <a:lnTo>
                    <a:pt x="377" y="1424"/>
                  </a:lnTo>
                  <a:lnTo>
                    <a:pt x="345" y="1397"/>
                  </a:lnTo>
                  <a:lnTo>
                    <a:pt x="354" y="1363"/>
                  </a:lnTo>
                  <a:lnTo>
                    <a:pt x="339" y="1354"/>
                  </a:lnTo>
                  <a:lnTo>
                    <a:pt x="324" y="1369"/>
                  </a:lnTo>
                  <a:lnTo>
                    <a:pt x="324" y="1402"/>
                  </a:lnTo>
                  <a:lnTo>
                    <a:pt x="297" y="1424"/>
                  </a:lnTo>
                  <a:lnTo>
                    <a:pt x="269" y="1427"/>
                  </a:lnTo>
                  <a:lnTo>
                    <a:pt x="272" y="1416"/>
                  </a:lnTo>
                  <a:lnTo>
                    <a:pt x="249" y="1434"/>
                  </a:lnTo>
                  <a:lnTo>
                    <a:pt x="249" y="1449"/>
                  </a:lnTo>
                  <a:lnTo>
                    <a:pt x="211" y="1506"/>
                  </a:lnTo>
                  <a:lnTo>
                    <a:pt x="186" y="1520"/>
                  </a:lnTo>
                  <a:lnTo>
                    <a:pt x="151" y="1540"/>
                  </a:lnTo>
                  <a:lnTo>
                    <a:pt x="113" y="1557"/>
                  </a:lnTo>
                  <a:lnTo>
                    <a:pt x="93" y="1526"/>
                  </a:lnTo>
                  <a:lnTo>
                    <a:pt x="113" y="1497"/>
                  </a:lnTo>
                  <a:lnTo>
                    <a:pt x="96" y="1495"/>
                  </a:lnTo>
                  <a:lnTo>
                    <a:pt x="84" y="1506"/>
                  </a:lnTo>
                  <a:lnTo>
                    <a:pt x="56" y="1506"/>
                  </a:lnTo>
                  <a:lnTo>
                    <a:pt x="56" y="1475"/>
                  </a:lnTo>
                  <a:lnTo>
                    <a:pt x="43" y="1472"/>
                  </a:lnTo>
                  <a:lnTo>
                    <a:pt x="23" y="1447"/>
                  </a:lnTo>
                  <a:lnTo>
                    <a:pt x="28" y="1427"/>
                  </a:lnTo>
                  <a:lnTo>
                    <a:pt x="56" y="1422"/>
                  </a:lnTo>
                  <a:lnTo>
                    <a:pt x="56" y="1397"/>
                  </a:lnTo>
                  <a:lnTo>
                    <a:pt x="73" y="1374"/>
                  </a:lnTo>
                  <a:lnTo>
                    <a:pt x="53" y="1371"/>
                  </a:lnTo>
                  <a:lnTo>
                    <a:pt x="45" y="1386"/>
                  </a:lnTo>
                  <a:lnTo>
                    <a:pt x="20" y="1391"/>
                  </a:lnTo>
                  <a:lnTo>
                    <a:pt x="16" y="1366"/>
                  </a:lnTo>
                  <a:lnTo>
                    <a:pt x="25" y="1346"/>
                  </a:lnTo>
                  <a:lnTo>
                    <a:pt x="51" y="1336"/>
                  </a:lnTo>
                  <a:lnTo>
                    <a:pt x="59" y="1309"/>
                  </a:lnTo>
                  <a:lnTo>
                    <a:pt x="90" y="1276"/>
                  </a:lnTo>
                  <a:lnTo>
                    <a:pt x="93" y="1251"/>
                  </a:lnTo>
                  <a:lnTo>
                    <a:pt x="78" y="1256"/>
                  </a:lnTo>
                  <a:lnTo>
                    <a:pt x="56" y="1284"/>
                  </a:lnTo>
                  <a:lnTo>
                    <a:pt x="33" y="1284"/>
                  </a:lnTo>
                  <a:lnTo>
                    <a:pt x="20" y="1273"/>
                  </a:lnTo>
                  <a:lnTo>
                    <a:pt x="36" y="1253"/>
                  </a:lnTo>
                  <a:lnTo>
                    <a:pt x="31" y="1236"/>
                  </a:lnTo>
                  <a:lnTo>
                    <a:pt x="14" y="1228"/>
                  </a:lnTo>
                  <a:lnTo>
                    <a:pt x="11" y="1206"/>
                  </a:lnTo>
                  <a:lnTo>
                    <a:pt x="48" y="1198"/>
                  </a:lnTo>
                  <a:lnTo>
                    <a:pt x="68" y="1200"/>
                  </a:lnTo>
                  <a:lnTo>
                    <a:pt x="90" y="1191"/>
                  </a:lnTo>
                  <a:lnTo>
                    <a:pt x="109" y="1186"/>
                  </a:lnTo>
                  <a:lnTo>
                    <a:pt x="135" y="1178"/>
                  </a:lnTo>
                  <a:lnTo>
                    <a:pt x="138" y="1161"/>
                  </a:lnTo>
                  <a:lnTo>
                    <a:pt x="116" y="1166"/>
                  </a:lnTo>
                  <a:lnTo>
                    <a:pt x="96" y="1175"/>
                  </a:lnTo>
                  <a:lnTo>
                    <a:pt x="43" y="1175"/>
                  </a:lnTo>
                  <a:lnTo>
                    <a:pt x="28" y="1186"/>
                  </a:lnTo>
                  <a:lnTo>
                    <a:pt x="0" y="1181"/>
                  </a:lnTo>
                  <a:lnTo>
                    <a:pt x="6" y="1138"/>
                  </a:lnTo>
                  <a:lnTo>
                    <a:pt x="0" y="1102"/>
                  </a:lnTo>
                  <a:lnTo>
                    <a:pt x="8" y="1091"/>
                  </a:lnTo>
                  <a:lnTo>
                    <a:pt x="11" y="1075"/>
                  </a:lnTo>
                  <a:lnTo>
                    <a:pt x="23" y="1057"/>
                  </a:lnTo>
                  <a:lnTo>
                    <a:pt x="45" y="1052"/>
                  </a:lnTo>
                  <a:lnTo>
                    <a:pt x="65" y="1018"/>
                  </a:lnTo>
                  <a:lnTo>
                    <a:pt x="116" y="1015"/>
                  </a:lnTo>
                  <a:lnTo>
                    <a:pt x="113" y="1000"/>
                  </a:lnTo>
                  <a:lnTo>
                    <a:pt x="96" y="995"/>
                  </a:lnTo>
                  <a:lnTo>
                    <a:pt x="101" y="978"/>
                  </a:lnTo>
                  <a:lnTo>
                    <a:pt x="124" y="975"/>
                  </a:lnTo>
                  <a:lnTo>
                    <a:pt x="124" y="953"/>
                  </a:lnTo>
                  <a:lnTo>
                    <a:pt x="151" y="930"/>
                  </a:lnTo>
                  <a:lnTo>
                    <a:pt x="177" y="930"/>
                  </a:lnTo>
                  <a:lnTo>
                    <a:pt x="183" y="914"/>
                  </a:lnTo>
                  <a:lnTo>
                    <a:pt x="219" y="892"/>
                  </a:lnTo>
                  <a:lnTo>
                    <a:pt x="241" y="897"/>
                  </a:lnTo>
                  <a:lnTo>
                    <a:pt x="249" y="880"/>
                  </a:lnTo>
                  <a:lnTo>
                    <a:pt x="264" y="867"/>
                  </a:lnTo>
                  <a:lnTo>
                    <a:pt x="276" y="819"/>
                  </a:lnTo>
                  <a:lnTo>
                    <a:pt x="357" y="746"/>
                  </a:lnTo>
                  <a:lnTo>
                    <a:pt x="357" y="721"/>
                  </a:lnTo>
                  <a:lnTo>
                    <a:pt x="407" y="659"/>
                  </a:lnTo>
                  <a:lnTo>
                    <a:pt x="435" y="653"/>
                  </a:lnTo>
                  <a:lnTo>
                    <a:pt x="452" y="628"/>
                  </a:lnTo>
                  <a:lnTo>
                    <a:pt x="430" y="634"/>
                  </a:lnTo>
                  <a:lnTo>
                    <a:pt x="430" y="619"/>
                  </a:lnTo>
                  <a:lnTo>
                    <a:pt x="447" y="596"/>
                  </a:lnTo>
                  <a:lnTo>
                    <a:pt x="460" y="549"/>
                  </a:lnTo>
                  <a:lnTo>
                    <a:pt x="464" y="510"/>
                  </a:lnTo>
                  <a:lnTo>
                    <a:pt x="502" y="508"/>
                  </a:lnTo>
                  <a:lnTo>
                    <a:pt x="522" y="488"/>
                  </a:lnTo>
                  <a:lnTo>
                    <a:pt x="505" y="476"/>
                  </a:lnTo>
                  <a:lnTo>
                    <a:pt x="475" y="485"/>
                  </a:lnTo>
                  <a:lnTo>
                    <a:pt x="475" y="453"/>
                  </a:lnTo>
                  <a:lnTo>
                    <a:pt x="492" y="445"/>
                  </a:lnTo>
                  <a:lnTo>
                    <a:pt x="528" y="408"/>
                  </a:lnTo>
                  <a:lnTo>
                    <a:pt x="559" y="391"/>
                  </a:lnTo>
                  <a:lnTo>
                    <a:pt x="582" y="394"/>
                  </a:lnTo>
                  <a:lnTo>
                    <a:pt x="603" y="378"/>
                  </a:lnTo>
                  <a:lnTo>
                    <a:pt x="575" y="375"/>
                  </a:lnTo>
                  <a:lnTo>
                    <a:pt x="575" y="367"/>
                  </a:lnTo>
                  <a:lnTo>
                    <a:pt x="600" y="361"/>
                  </a:lnTo>
                  <a:lnTo>
                    <a:pt x="626" y="361"/>
                  </a:lnTo>
                  <a:lnTo>
                    <a:pt x="632" y="346"/>
                  </a:lnTo>
                  <a:lnTo>
                    <a:pt x="590" y="347"/>
                  </a:lnTo>
                  <a:lnTo>
                    <a:pt x="640" y="302"/>
                  </a:lnTo>
                  <a:lnTo>
                    <a:pt x="657" y="317"/>
                  </a:lnTo>
                  <a:lnTo>
                    <a:pt x="677" y="313"/>
                  </a:lnTo>
                  <a:lnTo>
                    <a:pt x="675" y="283"/>
                  </a:lnTo>
                  <a:lnTo>
                    <a:pt x="718" y="283"/>
                  </a:lnTo>
                  <a:lnTo>
                    <a:pt x="722" y="268"/>
                  </a:lnTo>
                  <a:lnTo>
                    <a:pt x="700" y="271"/>
                  </a:lnTo>
                  <a:lnTo>
                    <a:pt x="665" y="272"/>
                  </a:lnTo>
                  <a:lnTo>
                    <a:pt x="691" y="248"/>
                  </a:lnTo>
                  <a:lnTo>
                    <a:pt x="725" y="251"/>
                  </a:lnTo>
                  <a:lnTo>
                    <a:pt x="745" y="235"/>
                  </a:lnTo>
                  <a:lnTo>
                    <a:pt x="741" y="222"/>
                  </a:lnTo>
                  <a:lnTo>
                    <a:pt x="758" y="198"/>
                  </a:lnTo>
                  <a:lnTo>
                    <a:pt x="786" y="190"/>
                  </a:lnTo>
                  <a:lnTo>
                    <a:pt x="795" y="203"/>
                  </a:lnTo>
                  <a:lnTo>
                    <a:pt x="811" y="191"/>
                  </a:lnTo>
                  <a:lnTo>
                    <a:pt x="814" y="174"/>
                  </a:lnTo>
                  <a:lnTo>
                    <a:pt x="836" y="183"/>
                  </a:lnTo>
                  <a:lnTo>
                    <a:pt x="851" y="178"/>
                  </a:lnTo>
                  <a:lnTo>
                    <a:pt x="840" y="169"/>
                  </a:lnTo>
                  <a:lnTo>
                    <a:pt x="828" y="161"/>
                  </a:lnTo>
                  <a:lnTo>
                    <a:pt x="836" y="146"/>
                  </a:lnTo>
                  <a:lnTo>
                    <a:pt x="856" y="146"/>
                  </a:lnTo>
                  <a:lnTo>
                    <a:pt x="865" y="161"/>
                  </a:lnTo>
                  <a:lnTo>
                    <a:pt x="879" y="132"/>
                  </a:lnTo>
                  <a:lnTo>
                    <a:pt x="893" y="122"/>
                  </a:lnTo>
                  <a:lnTo>
                    <a:pt x="910" y="129"/>
                  </a:lnTo>
                  <a:lnTo>
                    <a:pt x="898" y="143"/>
                  </a:lnTo>
                  <a:lnTo>
                    <a:pt x="893" y="166"/>
                  </a:lnTo>
                  <a:lnTo>
                    <a:pt x="896" y="181"/>
                  </a:lnTo>
                  <a:lnTo>
                    <a:pt x="916" y="178"/>
                  </a:lnTo>
                  <a:lnTo>
                    <a:pt x="929" y="165"/>
                  </a:lnTo>
                  <a:lnTo>
                    <a:pt x="929" y="139"/>
                  </a:lnTo>
                  <a:lnTo>
                    <a:pt x="946" y="125"/>
                  </a:lnTo>
                  <a:lnTo>
                    <a:pt x="981" y="124"/>
                  </a:lnTo>
                  <a:lnTo>
                    <a:pt x="989" y="132"/>
                  </a:lnTo>
                  <a:lnTo>
                    <a:pt x="1008" y="134"/>
                  </a:lnTo>
                  <a:lnTo>
                    <a:pt x="1014" y="121"/>
                  </a:lnTo>
                  <a:lnTo>
                    <a:pt x="963" y="98"/>
                  </a:lnTo>
                  <a:lnTo>
                    <a:pt x="969" y="86"/>
                  </a:lnTo>
                  <a:lnTo>
                    <a:pt x="991" y="80"/>
                  </a:lnTo>
                  <a:lnTo>
                    <a:pt x="1022" y="85"/>
                  </a:lnTo>
                  <a:lnTo>
                    <a:pt x="1053" y="106"/>
                  </a:lnTo>
                  <a:lnTo>
                    <a:pt x="1061" y="121"/>
                  </a:lnTo>
                  <a:lnTo>
                    <a:pt x="1104" y="117"/>
                  </a:lnTo>
                  <a:lnTo>
                    <a:pt x="1092" y="93"/>
                  </a:lnTo>
                  <a:lnTo>
                    <a:pt x="1114" y="75"/>
                  </a:lnTo>
                  <a:lnTo>
                    <a:pt x="1144" y="69"/>
                  </a:lnTo>
                  <a:lnTo>
                    <a:pt x="1154" y="55"/>
                  </a:lnTo>
                  <a:lnTo>
                    <a:pt x="1171" y="47"/>
                  </a:lnTo>
                  <a:lnTo>
                    <a:pt x="1154" y="31"/>
                  </a:lnTo>
                  <a:lnTo>
                    <a:pt x="1162" y="18"/>
                  </a:lnTo>
                  <a:lnTo>
                    <a:pt x="1179" y="16"/>
                  </a:lnTo>
                  <a:lnTo>
                    <a:pt x="1226" y="19"/>
                  </a:lnTo>
                  <a:lnTo>
                    <a:pt x="1234" y="31"/>
                  </a:lnTo>
                  <a:lnTo>
                    <a:pt x="1208" y="47"/>
                  </a:lnTo>
                  <a:lnTo>
                    <a:pt x="1187" y="69"/>
                  </a:lnTo>
                  <a:lnTo>
                    <a:pt x="1179" y="102"/>
                  </a:lnTo>
                  <a:lnTo>
                    <a:pt x="1226" y="80"/>
                  </a:lnTo>
                  <a:lnTo>
                    <a:pt x="1239" y="59"/>
                  </a:lnTo>
                  <a:lnTo>
                    <a:pt x="1259" y="26"/>
                  </a:lnTo>
                  <a:lnTo>
                    <a:pt x="1289" y="26"/>
                  </a:lnTo>
                  <a:lnTo>
                    <a:pt x="1276" y="41"/>
                  </a:lnTo>
                  <a:lnTo>
                    <a:pt x="1289" y="52"/>
                  </a:lnTo>
                  <a:lnTo>
                    <a:pt x="1310" y="24"/>
                  </a:lnTo>
                  <a:lnTo>
                    <a:pt x="1301" y="0"/>
                  </a:lnTo>
                  <a:lnTo>
                    <a:pt x="1357" y="6"/>
                  </a:lnTo>
                  <a:lnTo>
                    <a:pt x="1382" y="24"/>
                  </a:lnTo>
                  <a:lnTo>
                    <a:pt x="1357" y="39"/>
                  </a:lnTo>
                  <a:lnTo>
                    <a:pt x="1378" y="52"/>
                  </a:lnTo>
                  <a:lnTo>
                    <a:pt x="1398" y="31"/>
                  </a:lnTo>
                  <a:lnTo>
                    <a:pt x="1424" y="26"/>
                  </a:lnTo>
                  <a:lnTo>
                    <a:pt x="1508" y="75"/>
                  </a:lnTo>
                  <a:lnTo>
                    <a:pt x="1465" y="104"/>
                  </a:lnTo>
                  <a:lnTo>
                    <a:pt x="1403" y="94"/>
                  </a:lnTo>
                  <a:lnTo>
                    <a:pt x="1398" y="104"/>
                  </a:lnTo>
                  <a:lnTo>
                    <a:pt x="1450" y="125"/>
                  </a:lnTo>
                  <a:lnTo>
                    <a:pt x="1450" y="137"/>
                  </a:lnTo>
                  <a:lnTo>
                    <a:pt x="1465" y="142"/>
                  </a:lnTo>
                  <a:lnTo>
                    <a:pt x="1500" y="130"/>
                  </a:lnTo>
                  <a:lnTo>
                    <a:pt x="1525" y="139"/>
                  </a:lnTo>
                  <a:lnTo>
                    <a:pt x="1444" y="170"/>
                  </a:lnTo>
                  <a:lnTo>
                    <a:pt x="1440" y="183"/>
                  </a:lnTo>
                  <a:lnTo>
                    <a:pt x="1411" y="19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 689"/>
            <p:cNvSpPr>
              <a:spLocks/>
            </p:cNvSpPr>
            <p:nvPr/>
          </p:nvSpPr>
          <p:spPr bwMode="auto">
            <a:xfrm>
              <a:off x="4695140" y="2147212"/>
              <a:ext cx="24322" cy="16214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38" y="0"/>
                </a:cxn>
                <a:cxn ang="0">
                  <a:pos x="3" y="20"/>
                </a:cxn>
                <a:cxn ang="0">
                  <a:pos x="0" y="39"/>
                </a:cxn>
                <a:cxn ang="0">
                  <a:pos x="11" y="26"/>
                </a:cxn>
                <a:cxn ang="0">
                  <a:pos x="38" y="17"/>
                </a:cxn>
                <a:cxn ang="0">
                  <a:pos x="61" y="5"/>
                </a:cxn>
                <a:cxn ang="0">
                  <a:pos x="58" y="0"/>
                </a:cxn>
              </a:cxnLst>
              <a:rect l="0" t="0" r="r" b="b"/>
              <a:pathLst>
                <a:path w="61" h="39">
                  <a:moveTo>
                    <a:pt x="58" y="0"/>
                  </a:moveTo>
                  <a:lnTo>
                    <a:pt x="38" y="0"/>
                  </a:lnTo>
                  <a:lnTo>
                    <a:pt x="3" y="20"/>
                  </a:lnTo>
                  <a:lnTo>
                    <a:pt x="0" y="39"/>
                  </a:lnTo>
                  <a:lnTo>
                    <a:pt x="11" y="26"/>
                  </a:lnTo>
                  <a:lnTo>
                    <a:pt x="38" y="17"/>
                  </a:lnTo>
                  <a:lnTo>
                    <a:pt x="61" y="5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 690"/>
            <p:cNvSpPr>
              <a:spLocks/>
            </p:cNvSpPr>
            <p:nvPr/>
          </p:nvSpPr>
          <p:spPr bwMode="auto">
            <a:xfrm>
              <a:off x="4883227" y="2072625"/>
              <a:ext cx="259432" cy="486435"/>
            </a:xfrm>
            <a:custGeom>
              <a:avLst/>
              <a:gdLst/>
              <a:ahLst/>
              <a:cxnLst>
                <a:cxn ang="0">
                  <a:pos x="472" y="1047"/>
                </a:cxn>
                <a:cxn ang="0">
                  <a:pos x="641" y="833"/>
                </a:cxn>
                <a:cxn ang="0">
                  <a:pos x="553" y="757"/>
                </a:cxn>
                <a:cxn ang="0">
                  <a:pos x="565" y="686"/>
                </a:cxn>
                <a:cxn ang="0">
                  <a:pos x="539" y="601"/>
                </a:cxn>
                <a:cxn ang="0">
                  <a:pos x="528" y="551"/>
                </a:cxn>
                <a:cxn ang="0">
                  <a:pos x="532" y="450"/>
                </a:cxn>
                <a:cxn ang="0">
                  <a:pos x="481" y="291"/>
                </a:cxn>
                <a:cxn ang="0">
                  <a:pos x="498" y="192"/>
                </a:cxn>
                <a:cxn ang="0">
                  <a:pos x="447" y="131"/>
                </a:cxn>
                <a:cxn ang="0">
                  <a:pos x="481" y="27"/>
                </a:cxn>
                <a:cxn ang="0">
                  <a:pos x="375" y="2"/>
                </a:cxn>
                <a:cxn ang="0">
                  <a:pos x="317" y="96"/>
                </a:cxn>
                <a:cxn ang="0">
                  <a:pos x="257" y="129"/>
                </a:cxn>
                <a:cxn ang="0">
                  <a:pos x="199" y="114"/>
                </a:cxn>
                <a:cxn ang="0">
                  <a:pos x="118" y="124"/>
                </a:cxn>
                <a:cxn ang="0">
                  <a:pos x="31" y="74"/>
                </a:cxn>
                <a:cxn ang="0">
                  <a:pos x="14" y="122"/>
                </a:cxn>
                <a:cxn ang="0">
                  <a:pos x="93" y="152"/>
                </a:cxn>
                <a:cxn ang="0">
                  <a:pos x="153" y="247"/>
                </a:cxn>
                <a:cxn ang="0">
                  <a:pos x="195" y="319"/>
                </a:cxn>
                <a:cxn ang="0">
                  <a:pos x="198" y="426"/>
                </a:cxn>
                <a:cxn ang="0">
                  <a:pos x="290" y="487"/>
                </a:cxn>
                <a:cxn ang="0">
                  <a:pos x="290" y="535"/>
                </a:cxn>
                <a:cxn ang="0">
                  <a:pos x="245" y="564"/>
                </a:cxn>
                <a:cxn ang="0">
                  <a:pos x="188" y="682"/>
                </a:cxn>
                <a:cxn ang="0">
                  <a:pos x="150" y="726"/>
                </a:cxn>
                <a:cxn ang="0">
                  <a:pos x="108" y="755"/>
                </a:cxn>
                <a:cxn ang="0">
                  <a:pos x="68" y="793"/>
                </a:cxn>
                <a:cxn ang="0">
                  <a:pos x="32" y="853"/>
                </a:cxn>
                <a:cxn ang="0">
                  <a:pos x="32" y="877"/>
                </a:cxn>
                <a:cxn ang="0">
                  <a:pos x="35" y="911"/>
                </a:cxn>
                <a:cxn ang="0">
                  <a:pos x="44" y="951"/>
                </a:cxn>
                <a:cxn ang="0">
                  <a:pos x="51" y="979"/>
                </a:cxn>
                <a:cxn ang="0">
                  <a:pos x="48" y="1043"/>
                </a:cxn>
                <a:cxn ang="0">
                  <a:pos x="88" y="1139"/>
                </a:cxn>
                <a:cxn ang="0">
                  <a:pos x="133" y="1161"/>
                </a:cxn>
                <a:cxn ang="0">
                  <a:pos x="158" y="1201"/>
                </a:cxn>
                <a:cxn ang="0">
                  <a:pos x="206" y="1179"/>
                </a:cxn>
                <a:cxn ang="0">
                  <a:pos x="261" y="1164"/>
                </a:cxn>
                <a:cxn ang="0">
                  <a:pos x="309" y="1144"/>
                </a:cxn>
                <a:cxn ang="0">
                  <a:pos x="379" y="1119"/>
                </a:cxn>
                <a:cxn ang="0">
                  <a:pos x="459" y="1108"/>
                </a:cxn>
              </a:cxnLst>
              <a:rect l="0" t="0" r="r" b="b"/>
              <a:pathLst>
                <a:path w="641" h="1201">
                  <a:moveTo>
                    <a:pt x="459" y="1108"/>
                  </a:moveTo>
                  <a:lnTo>
                    <a:pt x="472" y="1047"/>
                  </a:lnTo>
                  <a:lnTo>
                    <a:pt x="536" y="959"/>
                  </a:lnTo>
                  <a:lnTo>
                    <a:pt x="641" y="833"/>
                  </a:lnTo>
                  <a:lnTo>
                    <a:pt x="595" y="769"/>
                  </a:lnTo>
                  <a:lnTo>
                    <a:pt x="553" y="757"/>
                  </a:lnTo>
                  <a:lnTo>
                    <a:pt x="543" y="723"/>
                  </a:lnTo>
                  <a:lnTo>
                    <a:pt x="565" y="686"/>
                  </a:lnTo>
                  <a:lnTo>
                    <a:pt x="565" y="647"/>
                  </a:lnTo>
                  <a:lnTo>
                    <a:pt x="539" y="601"/>
                  </a:lnTo>
                  <a:lnTo>
                    <a:pt x="557" y="572"/>
                  </a:lnTo>
                  <a:lnTo>
                    <a:pt x="528" y="551"/>
                  </a:lnTo>
                  <a:lnTo>
                    <a:pt x="543" y="496"/>
                  </a:lnTo>
                  <a:lnTo>
                    <a:pt x="532" y="450"/>
                  </a:lnTo>
                  <a:lnTo>
                    <a:pt x="539" y="378"/>
                  </a:lnTo>
                  <a:lnTo>
                    <a:pt x="481" y="291"/>
                  </a:lnTo>
                  <a:lnTo>
                    <a:pt x="524" y="245"/>
                  </a:lnTo>
                  <a:lnTo>
                    <a:pt x="498" y="192"/>
                  </a:lnTo>
                  <a:lnTo>
                    <a:pt x="447" y="164"/>
                  </a:lnTo>
                  <a:lnTo>
                    <a:pt x="447" y="131"/>
                  </a:lnTo>
                  <a:lnTo>
                    <a:pt x="485" y="86"/>
                  </a:lnTo>
                  <a:lnTo>
                    <a:pt x="481" y="27"/>
                  </a:lnTo>
                  <a:lnTo>
                    <a:pt x="426" y="0"/>
                  </a:lnTo>
                  <a:lnTo>
                    <a:pt x="375" y="2"/>
                  </a:lnTo>
                  <a:lnTo>
                    <a:pt x="321" y="27"/>
                  </a:lnTo>
                  <a:lnTo>
                    <a:pt x="317" y="96"/>
                  </a:lnTo>
                  <a:lnTo>
                    <a:pt x="275" y="129"/>
                  </a:lnTo>
                  <a:lnTo>
                    <a:pt x="257" y="129"/>
                  </a:lnTo>
                  <a:lnTo>
                    <a:pt x="232" y="114"/>
                  </a:lnTo>
                  <a:lnTo>
                    <a:pt x="199" y="114"/>
                  </a:lnTo>
                  <a:lnTo>
                    <a:pt x="161" y="131"/>
                  </a:lnTo>
                  <a:lnTo>
                    <a:pt x="118" y="124"/>
                  </a:lnTo>
                  <a:lnTo>
                    <a:pt x="64" y="75"/>
                  </a:lnTo>
                  <a:lnTo>
                    <a:pt x="31" y="74"/>
                  </a:lnTo>
                  <a:lnTo>
                    <a:pt x="0" y="91"/>
                  </a:lnTo>
                  <a:lnTo>
                    <a:pt x="14" y="122"/>
                  </a:lnTo>
                  <a:lnTo>
                    <a:pt x="56" y="149"/>
                  </a:lnTo>
                  <a:lnTo>
                    <a:pt x="93" y="152"/>
                  </a:lnTo>
                  <a:lnTo>
                    <a:pt x="178" y="208"/>
                  </a:lnTo>
                  <a:lnTo>
                    <a:pt x="153" y="247"/>
                  </a:lnTo>
                  <a:lnTo>
                    <a:pt x="190" y="275"/>
                  </a:lnTo>
                  <a:lnTo>
                    <a:pt x="195" y="319"/>
                  </a:lnTo>
                  <a:lnTo>
                    <a:pt x="190" y="378"/>
                  </a:lnTo>
                  <a:lnTo>
                    <a:pt x="198" y="426"/>
                  </a:lnTo>
                  <a:lnTo>
                    <a:pt x="236" y="437"/>
                  </a:lnTo>
                  <a:lnTo>
                    <a:pt x="290" y="487"/>
                  </a:lnTo>
                  <a:lnTo>
                    <a:pt x="284" y="514"/>
                  </a:lnTo>
                  <a:lnTo>
                    <a:pt x="290" y="535"/>
                  </a:lnTo>
                  <a:lnTo>
                    <a:pt x="271" y="564"/>
                  </a:lnTo>
                  <a:lnTo>
                    <a:pt x="245" y="564"/>
                  </a:lnTo>
                  <a:lnTo>
                    <a:pt x="223" y="637"/>
                  </a:lnTo>
                  <a:lnTo>
                    <a:pt x="188" y="682"/>
                  </a:lnTo>
                  <a:lnTo>
                    <a:pt x="163" y="690"/>
                  </a:lnTo>
                  <a:lnTo>
                    <a:pt x="150" y="726"/>
                  </a:lnTo>
                  <a:lnTo>
                    <a:pt x="130" y="732"/>
                  </a:lnTo>
                  <a:lnTo>
                    <a:pt x="108" y="755"/>
                  </a:lnTo>
                  <a:lnTo>
                    <a:pt x="93" y="788"/>
                  </a:lnTo>
                  <a:lnTo>
                    <a:pt x="68" y="793"/>
                  </a:lnTo>
                  <a:lnTo>
                    <a:pt x="65" y="818"/>
                  </a:lnTo>
                  <a:lnTo>
                    <a:pt x="32" y="853"/>
                  </a:lnTo>
                  <a:lnTo>
                    <a:pt x="32" y="859"/>
                  </a:lnTo>
                  <a:lnTo>
                    <a:pt x="32" y="877"/>
                  </a:lnTo>
                  <a:lnTo>
                    <a:pt x="32" y="896"/>
                  </a:lnTo>
                  <a:lnTo>
                    <a:pt x="35" y="911"/>
                  </a:lnTo>
                  <a:lnTo>
                    <a:pt x="39" y="928"/>
                  </a:lnTo>
                  <a:lnTo>
                    <a:pt x="44" y="951"/>
                  </a:lnTo>
                  <a:lnTo>
                    <a:pt x="49" y="971"/>
                  </a:lnTo>
                  <a:lnTo>
                    <a:pt x="51" y="979"/>
                  </a:lnTo>
                  <a:lnTo>
                    <a:pt x="65" y="1026"/>
                  </a:lnTo>
                  <a:lnTo>
                    <a:pt x="48" y="1043"/>
                  </a:lnTo>
                  <a:lnTo>
                    <a:pt x="60" y="1136"/>
                  </a:lnTo>
                  <a:lnTo>
                    <a:pt x="88" y="1139"/>
                  </a:lnTo>
                  <a:lnTo>
                    <a:pt x="98" y="1161"/>
                  </a:lnTo>
                  <a:lnTo>
                    <a:pt x="133" y="1161"/>
                  </a:lnTo>
                  <a:lnTo>
                    <a:pt x="138" y="1194"/>
                  </a:lnTo>
                  <a:lnTo>
                    <a:pt x="158" y="1201"/>
                  </a:lnTo>
                  <a:lnTo>
                    <a:pt x="188" y="1189"/>
                  </a:lnTo>
                  <a:lnTo>
                    <a:pt x="206" y="1179"/>
                  </a:lnTo>
                  <a:lnTo>
                    <a:pt x="228" y="1181"/>
                  </a:lnTo>
                  <a:lnTo>
                    <a:pt x="261" y="1164"/>
                  </a:lnTo>
                  <a:lnTo>
                    <a:pt x="301" y="1164"/>
                  </a:lnTo>
                  <a:lnTo>
                    <a:pt x="309" y="1144"/>
                  </a:lnTo>
                  <a:lnTo>
                    <a:pt x="366" y="1133"/>
                  </a:lnTo>
                  <a:lnTo>
                    <a:pt x="379" y="1119"/>
                  </a:lnTo>
                  <a:lnTo>
                    <a:pt x="408" y="1133"/>
                  </a:lnTo>
                  <a:lnTo>
                    <a:pt x="459" y="110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 691"/>
            <p:cNvSpPr>
              <a:spLocks/>
            </p:cNvSpPr>
            <p:nvPr/>
          </p:nvSpPr>
          <p:spPr bwMode="auto">
            <a:xfrm>
              <a:off x="4664331" y="2109919"/>
              <a:ext cx="298347" cy="648580"/>
            </a:xfrm>
            <a:custGeom>
              <a:avLst/>
              <a:gdLst/>
              <a:ahLst/>
              <a:cxnLst>
                <a:cxn ang="0">
                  <a:pos x="729" y="287"/>
                </a:cxn>
                <a:cxn ang="0">
                  <a:pos x="729" y="184"/>
                </a:cxn>
                <a:cxn ang="0">
                  <a:pos x="717" y="117"/>
                </a:cxn>
                <a:cxn ang="0">
                  <a:pos x="595" y="58"/>
                </a:cxn>
                <a:cxn ang="0">
                  <a:pos x="539" y="0"/>
                </a:cxn>
                <a:cxn ang="0">
                  <a:pos x="497" y="50"/>
                </a:cxn>
                <a:cxn ang="0">
                  <a:pos x="431" y="50"/>
                </a:cxn>
                <a:cxn ang="0">
                  <a:pos x="384" y="89"/>
                </a:cxn>
                <a:cxn ang="0">
                  <a:pos x="317" y="131"/>
                </a:cxn>
                <a:cxn ang="0">
                  <a:pos x="292" y="179"/>
                </a:cxn>
                <a:cxn ang="0">
                  <a:pos x="220" y="270"/>
                </a:cxn>
                <a:cxn ang="0">
                  <a:pos x="164" y="317"/>
                </a:cxn>
                <a:cxn ang="0">
                  <a:pos x="168" y="468"/>
                </a:cxn>
                <a:cxn ang="0">
                  <a:pos x="164" y="578"/>
                </a:cxn>
                <a:cxn ang="0">
                  <a:pos x="72" y="603"/>
                </a:cxn>
                <a:cxn ang="0">
                  <a:pos x="39" y="738"/>
                </a:cxn>
                <a:cxn ang="0">
                  <a:pos x="76" y="918"/>
                </a:cxn>
                <a:cxn ang="0">
                  <a:pos x="43" y="982"/>
                </a:cxn>
                <a:cxn ang="0">
                  <a:pos x="64" y="1036"/>
                </a:cxn>
                <a:cxn ang="0">
                  <a:pos x="35" y="1099"/>
                </a:cxn>
                <a:cxn ang="0">
                  <a:pos x="17" y="1243"/>
                </a:cxn>
                <a:cxn ang="0">
                  <a:pos x="32" y="1319"/>
                </a:cxn>
                <a:cxn ang="0">
                  <a:pos x="45" y="1429"/>
                </a:cxn>
                <a:cxn ang="0">
                  <a:pos x="80" y="1492"/>
                </a:cxn>
                <a:cxn ang="0">
                  <a:pos x="98" y="1580"/>
                </a:cxn>
                <a:cxn ang="0">
                  <a:pos x="143" y="1598"/>
                </a:cxn>
                <a:cxn ang="0">
                  <a:pos x="200" y="1539"/>
                </a:cxn>
                <a:cxn ang="0">
                  <a:pos x="268" y="1517"/>
                </a:cxn>
                <a:cxn ang="0">
                  <a:pos x="313" y="1376"/>
                </a:cxn>
                <a:cxn ang="0">
                  <a:pos x="329" y="1253"/>
                </a:cxn>
                <a:cxn ang="0">
                  <a:pos x="349" y="1233"/>
                </a:cxn>
                <a:cxn ang="0">
                  <a:pos x="394" y="1221"/>
                </a:cxn>
                <a:cxn ang="0">
                  <a:pos x="431" y="1081"/>
                </a:cxn>
                <a:cxn ang="0">
                  <a:pos x="341" y="997"/>
                </a:cxn>
                <a:cxn ang="0">
                  <a:pos x="358" y="888"/>
                </a:cxn>
                <a:cxn ang="0">
                  <a:pos x="349" y="823"/>
                </a:cxn>
                <a:cxn ang="0">
                  <a:pos x="394" y="727"/>
                </a:cxn>
                <a:cxn ang="0">
                  <a:pos x="461" y="669"/>
                </a:cxn>
                <a:cxn ang="0">
                  <a:pos x="551" y="591"/>
                </a:cxn>
                <a:cxn ang="0">
                  <a:pos x="582" y="501"/>
                </a:cxn>
                <a:cxn ang="0">
                  <a:pos x="604" y="431"/>
                </a:cxn>
                <a:cxn ang="0">
                  <a:pos x="637" y="375"/>
                </a:cxn>
                <a:cxn ang="0">
                  <a:pos x="685" y="355"/>
                </a:cxn>
              </a:cxnLst>
              <a:rect l="0" t="0" r="r" b="b"/>
              <a:pathLst>
                <a:path w="737" h="1603">
                  <a:moveTo>
                    <a:pt x="737" y="335"/>
                  </a:moveTo>
                  <a:lnTo>
                    <a:pt x="729" y="287"/>
                  </a:lnTo>
                  <a:lnTo>
                    <a:pt x="734" y="228"/>
                  </a:lnTo>
                  <a:lnTo>
                    <a:pt x="729" y="184"/>
                  </a:lnTo>
                  <a:lnTo>
                    <a:pt x="692" y="156"/>
                  </a:lnTo>
                  <a:lnTo>
                    <a:pt x="717" y="117"/>
                  </a:lnTo>
                  <a:lnTo>
                    <a:pt x="632" y="61"/>
                  </a:lnTo>
                  <a:lnTo>
                    <a:pt x="595" y="58"/>
                  </a:lnTo>
                  <a:lnTo>
                    <a:pt x="553" y="31"/>
                  </a:lnTo>
                  <a:lnTo>
                    <a:pt x="539" y="0"/>
                  </a:lnTo>
                  <a:lnTo>
                    <a:pt x="510" y="3"/>
                  </a:lnTo>
                  <a:lnTo>
                    <a:pt x="497" y="50"/>
                  </a:lnTo>
                  <a:lnTo>
                    <a:pt x="464" y="58"/>
                  </a:lnTo>
                  <a:lnTo>
                    <a:pt x="431" y="50"/>
                  </a:lnTo>
                  <a:lnTo>
                    <a:pt x="396" y="53"/>
                  </a:lnTo>
                  <a:lnTo>
                    <a:pt x="384" y="89"/>
                  </a:lnTo>
                  <a:lnTo>
                    <a:pt x="334" y="103"/>
                  </a:lnTo>
                  <a:lnTo>
                    <a:pt x="317" y="131"/>
                  </a:lnTo>
                  <a:lnTo>
                    <a:pt x="270" y="167"/>
                  </a:lnTo>
                  <a:lnTo>
                    <a:pt x="292" y="179"/>
                  </a:lnTo>
                  <a:lnTo>
                    <a:pt x="286" y="204"/>
                  </a:lnTo>
                  <a:lnTo>
                    <a:pt x="220" y="270"/>
                  </a:lnTo>
                  <a:lnTo>
                    <a:pt x="186" y="283"/>
                  </a:lnTo>
                  <a:lnTo>
                    <a:pt x="164" y="317"/>
                  </a:lnTo>
                  <a:lnTo>
                    <a:pt x="182" y="355"/>
                  </a:lnTo>
                  <a:lnTo>
                    <a:pt x="168" y="468"/>
                  </a:lnTo>
                  <a:lnTo>
                    <a:pt x="131" y="527"/>
                  </a:lnTo>
                  <a:lnTo>
                    <a:pt x="164" y="578"/>
                  </a:lnTo>
                  <a:lnTo>
                    <a:pt x="131" y="612"/>
                  </a:lnTo>
                  <a:lnTo>
                    <a:pt x="72" y="603"/>
                  </a:lnTo>
                  <a:lnTo>
                    <a:pt x="39" y="637"/>
                  </a:lnTo>
                  <a:lnTo>
                    <a:pt x="39" y="738"/>
                  </a:lnTo>
                  <a:lnTo>
                    <a:pt x="50" y="885"/>
                  </a:lnTo>
                  <a:lnTo>
                    <a:pt x="76" y="918"/>
                  </a:lnTo>
                  <a:lnTo>
                    <a:pt x="76" y="970"/>
                  </a:lnTo>
                  <a:lnTo>
                    <a:pt x="43" y="982"/>
                  </a:lnTo>
                  <a:lnTo>
                    <a:pt x="39" y="1003"/>
                  </a:lnTo>
                  <a:lnTo>
                    <a:pt x="64" y="1036"/>
                  </a:lnTo>
                  <a:lnTo>
                    <a:pt x="56" y="1074"/>
                  </a:lnTo>
                  <a:lnTo>
                    <a:pt x="35" y="1099"/>
                  </a:lnTo>
                  <a:lnTo>
                    <a:pt x="21" y="1213"/>
                  </a:lnTo>
                  <a:lnTo>
                    <a:pt x="17" y="1243"/>
                  </a:lnTo>
                  <a:lnTo>
                    <a:pt x="0" y="1294"/>
                  </a:lnTo>
                  <a:lnTo>
                    <a:pt x="32" y="1319"/>
                  </a:lnTo>
                  <a:lnTo>
                    <a:pt x="25" y="1401"/>
                  </a:lnTo>
                  <a:lnTo>
                    <a:pt x="45" y="1429"/>
                  </a:lnTo>
                  <a:lnTo>
                    <a:pt x="53" y="1462"/>
                  </a:lnTo>
                  <a:lnTo>
                    <a:pt x="80" y="1492"/>
                  </a:lnTo>
                  <a:lnTo>
                    <a:pt x="80" y="1545"/>
                  </a:lnTo>
                  <a:lnTo>
                    <a:pt x="98" y="1580"/>
                  </a:lnTo>
                  <a:lnTo>
                    <a:pt x="123" y="1603"/>
                  </a:lnTo>
                  <a:lnTo>
                    <a:pt x="143" y="1598"/>
                  </a:lnTo>
                  <a:lnTo>
                    <a:pt x="163" y="1595"/>
                  </a:lnTo>
                  <a:lnTo>
                    <a:pt x="200" y="1539"/>
                  </a:lnTo>
                  <a:lnTo>
                    <a:pt x="239" y="1537"/>
                  </a:lnTo>
                  <a:lnTo>
                    <a:pt x="268" y="1517"/>
                  </a:lnTo>
                  <a:lnTo>
                    <a:pt x="293" y="1441"/>
                  </a:lnTo>
                  <a:lnTo>
                    <a:pt x="313" y="1376"/>
                  </a:lnTo>
                  <a:lnTo>
                    <a:pt x="306" y="1284"/>
                  </a:lnTo>
                  <a:lnTo>
                    <a:pt x="329" y="1253"/>
                  </a:lnTo>
                  <a:lnTo>
                    <a:pt x="351" y="1258"/>
                  </a:lnTo>
                  <a:lnTo>
                    <a:pt x="349" y="1233"/>
                  </a:lnTo>
                  <a:lnTo>
                    <a:pt x="371" y="1219"/>
                  </a:lnTo>
                  <a:lnTo>
                    <a:pt x="394" y="1221"/>
                  </a:lnTo>
                  <a:lnTo>
                    <a:pt x="433" y="1166"/>
                  </a:lnTo>
                  <a:lnTo>
                    <a:pt x="431" y="1081"/>
                  </a:lnTo>
                  <a:lnTo>
                    <a:pt x="388" y="1031"/>
                  </a:lnTo>
                  <a:lnTo>
                    <a:pt x="341" y="997"/>
                  </a:lnTo>
                  <a:lnTo>
                    <a:pt x="343" y="913"/>
                  </a:lnTo>
                  <a:lnTo>
                    <a:pt x="358" y="888"/>
                  </a:lnTo>
                  <a:lnTo>
                    <a:pt x="349" y="874"/>
                  </a:lnTo>
                  <a:lnTo>
                    <a:pt x="349" y="823"/>
                  </a:lnTo>
                  <a:lnTo>
                    <a:pt x="383" y="801"/>
                  </a:lnTo>
                  <a:lnTo>
                    <a:pt x="394" y="727"/>
                  </a:lnTo>
                  <a:lnTo>
                    <a:pt x="433" y="709"/>
                  </a:lnTo>
                  <a:lnTo>
                    <a:pt x="461" y="669"/>
                  </a:lnTo>
                  <a:lnTo>
                    <a:pt x="504" y="638"/>
                  </a:lnTo>
                  <a:lnTo>
                    <a:pt x="551" y="591"/>
                  </a:lnTo>
                  <a:lnTo>
                    <a:pt x="590" y="529"/>
                  </a:lnTo>
                  <a:lnTo>
                    <a:pt x="582" y="501"/>
                  </a:lnTo>
                  <a:lnTo>
                    <a:pt x="576" y="484"/>
                  </a:lnTo>
                  <a:lnTo>
                    <a:pt x="604" y="431"/>
                  </a:lnTo>
                  <a:lnTo>
                    <a:pt x="604" y="403"/>
                  </a:lnTo>
                  <a:lnTo>
                    <a:pt x="637" y="375"/>
                  </a:lnTo>
                  <a:lnTo>
                    <a:pt x="647" y="346"/>
                  </a:lnTo>
                  <a:lnTo>
                    <a:pt x="685" y="355"/>
                  </a:lnTo>
                  <a:lnTo>
                    <a:pt x="737" y="33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 692"/>
            <p:cNvSpPr>
              <a:spLocks/>
            </p:cNvSpPr>
            <p:nvPr/>
          </p:nvSpPr>
          <p:spPr bwMode="auto">
            <a:xfrm>
              <a:off x="4860527" y="2539604"/>
              <a:ext cx="6485" cy="11350"/>
            </a:xfrm>
            <a:custGeom>
              <a:avLst/>
              <a:gdLst/>
              <a:ahLst/>
              <a:cxnLst>
                <a:cxn ang="0">
                  <a:pos x="12" y="26"/>
                </a:cxn>
                <a:cxn ang="0">
                  <a:pos x="0" y="16"/>
                </a:cxn>
                <a:cxn ang="0">
                  <a:pos x="0" y="0"/>
                </a:cxn>
                <a:cxn ang="0">
                  <a:pos x="17" y="0"/>
                </a:cxn>
                <a:cxn ang="0">
                  <a:pos x="12" y="26"/>
                </a:cxn>
              </a:cxnLst>
              <a:rect l="0" t="0" r="r" b="b"/>
              <a:pathLst>
                <a:path w="17" h="26">
                  <a:moveTo>
                    <a:pt x="12" y="26"/>
                  </a:moveTo>
                  <a:lnTo>
                    <a:pt x="0" y="1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2" y="2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 693"/>
            <p:cNvSpPr>
              <a:spLocks/>
            </p:cNvSpPr>
            <p:nvPr/>
          </p:nvSpPr>
          <p:spPr bwMode="auto">
            <a:xfrm>
              <a:off x="4826476" y="2656347"/>
              <a:ext cx="14593" cy="25944"/>
            </a:xfrm>
            <a:custGeom>
              <a:avLst/>
              <a:gdLst/>
              <a:ahLst/>
              <a:cxnLst>
                <a:cxn ang="0">
                  <a:pos x="4" y="42"/>
                </a:cxn>
                <a:cxn ang="0">
                  <a:pos x="0" y="19"/>
                </a:cxn>
                <a:cxn ang="0">
                  <a:pos x="14" y="0"/>
                </a:cxn>
                <a:cxn ang="0">
                  <a:pos x="37" y="6"/>
                </a:cxn>
                <a:cxn ang="0">
                  <a:pos x="34" y="53"/>
                </a:cxn>
                <a:cxn ang="0">
                  <a:pos x="14" y="64"/>
                </a:cxn>
                <a:cxn ang="0">
                  <a:pos x="4" y="42"/>
                </a:cxn>
              </a:cxnLst>
              <a:rect l="0" t="0" r="r" b="b"/>
              <a:pathLst>
                <a:path w="37" h="64">
                  <a:moveTo>
                    <a:pt x="4" y="42"/>
                  </a:moveTo>
                  <a:lnTo>
                    <a:pt x="0" y="19"/>
                  </a:lnTo>
                  <a:lnTo>
                    <a:pt x="14" y="0"/>
                  </a:lnTo>
                  <a:lnTo>
                    <a:pt x="37" y="6"/>
                  </a:lnTo>
                  <a:lnTo>
                    <a:pt x="34" y="53"/>
                  </a:lnTo>
                  <a:lnTo>
                    <a:pt x="14" y="64"/>
                  </a:lnTo>
                  <a:lnTo>
                    <a:pt x="4" y="4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 694"/>
            <p:cNvSpPr>
              <a:spLocks/>
            </p:cNvSpPr>
            <p:nvPr/>
          </p:nvSpPr>
          <p:spPr bwMode="auto">
            <a:xfrm>
              <a:off x="4779454" y="2693642"/>
              <a:ext cx="14593" cy="30808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22" y="6"/>
                </a:cxn>
                <a:cxn ang="0">
                  <a:pos x="23" y="3"/>
                </a:cxn>
                <a:cxn ang="0">
                  <a:pos x="23" y="0"/>
                </a:cxn>
                <a:cxn ang="0">
                  <a:pos x="22" y="7"/>
                </a:cxn>
                <a:cxn ang="0">
                  <a:pos x="17" y="28"/>
                </a:cxn>
                <a:cxn ang="0">
                  <a:pos x="10" y="53"/>
                </a:cxn>
                <a:cxn ang="0">
                  <a:pos x="5" y="68"/>
                </a:cxn>
                <a:cxn ang="0">
                  <a:pos x="1" y="74"/>
                </a:cxn>
                <a:cxn ang="0">
                  <a:pos x="0" y="76"/>
                </a:cxn>
                <a:cxn ang="0">
                  <a:pos x="14" y="70"/>
                </a:cxn>
                <a:cxn ang="0">
                  <a:pos x="37" y="0"/>
                </a:cxn>
              </a:cxnLst>
              <a:rect l="0" t="0" r="r" b="b"/>
              <a:pathLst>
                <a:path w="37" h="76">
                  <a:moveTo>
                    <a:pt x="37" y="0"/>
                  </a:moveTo>
                  <a:lnTo>
                    <a:pt x="22" y="6"/>
                  </a:lnTo>
                  <a:lnTo>
                    <a:pt x="23" y="3"/>
                  </a:lnTo>
                  <a:lnTo>
                    <a:pt x="23" y="0"/>
                  </a:lnTo>
                  <a:lnTo>
                    <a:pt x="22" y="7"/>
                  </a:lnTo>
                  <a:lnTo>
                    <a:pt x="17" y="28"/>
                  </a:lnTo>
                  <a:lnTo>
                    <a:pt x="10" y="53"/>
                  </a:lnTo>
                  <a:lnTo>
                    <a:pt x="5" y="68"/>
                  </a:lnTo>
                  <a:lnTo>
                    <a:pt x="1" y="74"/>
                  </a:lnTo>
                  <a:lnTo>
                    <a:pt x="0" y="76"/>
                  </a:lnTo>
                  <a:lnTo>
                    <a:pt x="14" y="7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 695"/>
            <p:cNvSpPr>
              <a:spLocks/>
            </p:cNvSpPr>
            <p:nvPr/>
          </p:nvSpPr>
          <p:spPr bwMode="auto">
            <a:xfrm>
              <a:off x="4951328" y="3345463"/>
              <a:ext cx="25944" cy="32428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21" y="33"/>
                </a:cxn>
                <a:cxn ang="0">
                  <a:pos x="47" y="54"/>
                </a:cxn>
                <a:cxn ang="0">
                  <a:pos x="53" y="75"/>
                </a:cxn>
                <a:cxn ang="0">
                  <a:pos x="64" y="78"/>
                </a:cxn>
                <a:cxn ang="0">
                  <a:pos x="61" y="46"/>
                </a:cxn>
                <a:cxn ang="0">
                  <a:pos x="28" y="0"/>
                </a:cxn>
                <a:cxn ang="0">
                  <a:pos x="4" y="0"/>
                </a:cxn>
                <a:cxn ang="0">
                  <a:pos x="0" y="13"/>
                </a:cxn>
              </a:cxnLst>
              <a:rect l="0" t="0" r="r" b="b"/>
              <a:pathLst>
                <a:path w="64" h="78">
                  <a:moveTo>
                    <a:pt x="0" y="13"/>
                  </a:moveTo>
                  <a:lnTo>
                    <a:pt x="21" y="33"/>
                  </a:lnTo>
                  <a:lnTo>
                    <a:pt x="47" y="54"/>
                  </a:lnTo>
                  <a:lnTo>
                    <a:pt x="53" y="75"/>
                  </a:lnTo>
                  <a:lnTo>
                    <a:pt x="64" y="78"/>
                  </a:lnTo>
                  <a:lnTo>
                    <a:pt x="61" y="46"/>
                  </a:lnTo>
                  <a:lnTo>
                    <a:pt x="28" y="0"/>
                  </a:lnTo>
                  <a:lnTo>
                    <a:pt x="4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 696"/>
            <p:cNvSpPr>
              <a:spLocks/>
            </p:cNvSpPr>
            <p:nvPr/>
          </p:nvSpPr>
          <p:spPr bwMode="auto">
            <a:xfrm>
              <a:off x="4982136" y="3293578"/>
              <a:ext cx="6485" cy="64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0"/>
                </a:cxn>
                <a:cxn ang="0">
                  <a:pos x="19" y="8"/>
                </a:cxn>
                <a:cxn ang="0">
                  <a:pos x="0" y="15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12" y="0"/>
                  </a:lnTo>
                  <a:lnTo>
                    <a:pt x="19" y="8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 207"/>
            <p:cNvSpPr>
              <a:spLocks/>
            </p:cNvSpPr>
            <p:nvPr/>
          </p:nvSpPr>
          <p:spPr bwMode="auto">
            <a:xfrm>
              <a:off x="4991865" y="3314658"/>
              <a:ext cx="9728" cy="8107"/>
            </a:xfrm>
            <a:custGeom>
              <a:avLst/>
              <a:gdLst/>
              <a:ahLst/>
              <a:cxnLst>
                <a:cxn ang="0">
                  <a:pos x="6" y="20"/>
                </a:cxn>
                <a:cxn ang="0">
                  <a:pos x="0" y="11"/>
                </a:cxn>
                <a:cxn ang="0">
                  <a:pos x="6" y="0"/>
                </a:cxn>
                <a:cxn ang="0">
                  <a:pos x="22" y="3"/>
                </a:cxn>
                <a:cxn ang="0">
                  <a:pos x="22" y="14"/>
                </a:cxn>
                <a:cxn ang="0">
                  <a:pos x="6" y="20"/>
                </a:cxn>
              </a:cxnLst>
              <a:rect l="0" t="0" r="r" b="b"/>
              <a:pathLst>
                <a:path w="22" h="20">
                  <a:moveTo>
                    <a:pt x="6" y="20"/>
                  </a:moveTo>
                  <a:lnTo>
                    <a:pt x="0" y="11"/>
                  </a:lnTo>
                  <a:lnTo>
                    <a:pt x="6" y="0"/>
                  </a:lnTo>
                  <a:lnTo>
                    <a:pt x="22" y="3"/>
                  </a:lnTo>
                  <a:lnTo>
                    <a:pt x="22" y="14"/>
                  </a:lnTo>
                  <a:lnTo>
                    <a:pt x="6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 208"/>
            <p:cNvSpPr>
              <a:spLocks/>
            </p:cNvSpPr>
            <p:nvPr/>
          </p:nvSpPr>
          <p:spPr bwMode="auto">
            <a:xfrm>
              <a:off x="4871877" y="3253044"/>
              <a:ext cx="155660" cy="170252"/>
            </a:xfrm>
            <a:custGeom>
              <a:avLst/>
              <a:gdLst/>
              <a:ahLst/>
              <a:cxnLst>
                <a:cxn ang="0">
                  <a:pos x="376" y="64"/>
                </a:cxn>
                <a:cxn ang="0">
                  <a:pos x="364" y="0"/>
                </a:cxn>
                <a:cxn ang="0">
                  <a:pos x="318" y="51"/>
                </a:cxn>
                <a:cxn ang="0">
                  <a:pos x="246" y="26"/>
                </a:cxn>
                <a:cxn ang="0">
                  <a:pos x="179" y="51"/>
                </a:cxn>
                <a:cxn ang="0">
                  <a:pos x="123" y="80"/>
                </a:cxn>
                <a:cxn ang="0">
                  <a:pos x="63" y="117"/>
                </a:cxn>
                <a:cxn ang="0">
                  <a:pos x="0" y="182"/>
                </a:cxn>
                <a:cxn ang="0">
                  <a:pos x="36" y="228"/>
                </a:cxn>
                <a:cxn ang="0">
                  <a:pos x="74" y="287"/>
                </a:cxn>
                <a:cxn ang="0">
                  <a:pos x="156" y="281"/>
                </a:cxn>
                <a:cxn ang="0">
                  <a:pos x="111" y="297"/>
                </a:cxn>
                <a:cxn ang="0">
                  <a:pos x="74" y="329"/>
                </a:cxn>
                <a:cxn ang="0">
                  <a:pos x="89" y="382"/>
                </a:cxn>
                <a:cxn ang="0">
                  <a:pos x="122" y="396"/>
                </a:cxn>
                <a:cxn ang="0">
                  <a:pos x="159" y="412"/>
                </a:cxn>
                <a:cxn ang="0">
                  <a:pos x="179" y="377"/>
                </a:cxn>
                <a:cxn ang="0">
                  <a:pos x="167" y="351"/>
                </a:cxn>
                <a:cxn ang="0">
                  <a:pos x="199" y="324"/>
                </a:cxn>
                <a:cxn ang="0">
                  <a:pos x="232" y="294"/>
                </a:cxn>
                <a:cxn ang="0">
                  <a:pos x="164" y="253"/>
                </a:cxn>
                <a:cxn ang="0">
                  <a:pos x="136" y="151"/>
                </a:cxn>
                <a:cxn ang="0">
                  <a:pos x="159" y="116"/>
                </a:cxn>
                <a:cxn ang="0">
                  <a:pos x="176" y="141"/>
                </a:cxn>
                <a:cxn ang="0">
                  <a:pos x="204" y="161"/>
                </a:cxn>
                <a:cxn ang="0">
                  <a:pos x="209" y="138"/>
                </a:cxn>
                <a:cxn ang="0">
                  <a:pos x="224" y="161"/>
                </a:cxn>
                <a:cxn ang="0">
                  <a:pos x="237" y="149"/>
                </a:cxn>
                <a:cxn ang="0">
                  <a:pos x="217" y="124"/>
                </a:cxn>
                <a:cxn ang="0">
                  <a:pos x="249" y="93"/>
                </a:cxn>
                <a:cxn ang="0">
                  <a:pos x="287" y="93"/>
                </a:cxn>
                <a:cxn ang="0">
                  <a:pos x="348" y="98"/>
                </a:cxn>
              </a:cxnLst>
              <a:rect l="0" t="0" r="r" b="b"/>
              <a:pathLst>
                <a:path w="385" h="419">
                  <a:moveTo>
                    <a:pt x="348" y="98"/>
                  </a:moveTo>
                  <a:lnTo>
                    <a:pt x="376" y="64"/>
                  </a:lnTo>
                  <a:lnTo>
                    <a:pt x="385" y="30"/>
                  </a:lnTo>
                  <a:lnTo>
                    <a:pt x="364" y="0"/>
                  </a:lnTo>
                  <a:lnTo>
                    <a:pt x="347" y="47"/>
                  </a:lnTo>
                  <a:lnTo>
                    <a:pt x="318" y="51"/>
                  </a:lnTo>
                  <a:lnTo>
                    <a:pt x="287" y="34"/>
                  </a:lnTo>
                  <a:lnTo>
                    <a:pt x="246" y="26"/>
                  </a:lnTo>
                  <a:lnTo>
                    <a:pt x="216" y="38"/>
                  </a:lnTo>
                  <a:lnTo>
                    <a:pt x="179" y="51"/>
                  </a:lnTo>
                  <a:lnTo>
                    <a:pt x="148" y="51"/>
                  </a:lnTo>
                  <a:lnTo>
                    <a:pt x="123" y="80"/>
                  </a:lnTo>
                  <a:lnTo>
                    <a:pt x="50" y="81"/>
                  </a:lnTo>
                  <a:lnTo>
                    <a:pt x="63" y="117"/>
                  </a:lnTo>
                  <a:lnTo>
                    <a:pt x="38" y="154"/>
                  </a:lnTo>
                  <a:lnTo>
                    <a:pt x="0" y="182"/>
                  </a:lnTo>
                  <a:lnTo>
                    <a:pt x="13" y="206"/>
                  </a:lnTo>
                  <a:lnTo>
                    <a:pt x="36" y="228"/>
                  </a:lnTo>
                  <a:lnTo>
                    <a:pt x="46" y="261"/>
                  </a:lnTo>
                  <a:lnTo>
                    <a:pt x="74" y="287"/>
                  </a:lnTo>
                  <a:lnTo>
                    <a:pt x="108" y="279"/>
                  </a:lnTo>
                  <a:lnTo>
                    <a:pt x="156" y="281"/>
                  </a:lnTo>
                  <a:lnTo>
                    <a:pt x="167" y="301"/>
                  </a:lnTo>
                  <a:lnTo>
                    <a:pt x="111" y="297"/>
                  </a:lnTo>
                  <a:lnTo>
                    <a:pt x="74" y="306"/>
                  </a:lnTo>
                  <a:lnTo>
                    <a:pt x="74" y="329"/>
                  </a:lnTo>
                  <a:lnTo>
                    <a:pt x="97" y="351"/>
                  </a:lnTo>
                  <a:lnTo>
                    <a:pt x="89" y="382"/>
                  </a:lnTo>
                  <a:lnTo>
                    <a:pt x="97" y="394"/>
                  </a:lnTo>
                  <a:lnTo>
                    <a:pt x="122" y="396"/>
                  </a:lnTo>
                  <a:lnTo>
                    <a:pt x="136" y="412"/>
                  </a:lnTo>
                  <a:lnTo>
                    <a:pt x="159" y="412"/>
                  </a:lnTo>
                  <a:lnTo>
                    <a:pt x="181" y="419"/>
                  </a:lnTo>
                  <a:lnTo>
                    <a:pt x="179" y="377"/>
                  </a:lnTo>
                  <a:lnTo>
                    <a:pt x="161" y="359"/>
                  </a:lnTo>
                  <a:lnTo>
                    <a:pt x="167" y="351"/>
                  </a:lnTo>
                  <a:lnTo>
                    <a:pt x="192" y="357"/>
                  </a:lnTo>
                  <a:lnTo>
                    <a:pt x="199" y="324"/>
                  </a:lnTo>
                  <a:lnTo>
                    <a:pt x="232" y="320"/>
                  </a:lnTo>
                  <a:lnTo>
                    <a:pt x="232" y="294"/>
                  </a:lnTo>
                  <a:lnTo>
                    <a:pt x="204" y="267"/>
                  </a:lnTo>
                  <a:lnTo>
                    <a:pt x="164" y="253"/>
                  </a:lnTo>
                  <a:lnTo>
                    <a:pt x="172" y="199"/>
                  </a:lnTo>
                  <a:lnTo>
                    <a:pt x="136" y="151"/>
                  </a:lnTo>
                  <a:lnTo>
                    <a:pt x="139" y="124"/>
                  </a:lnTo>
                  <a:lnTo>
                    <a:pt x="159" y="116"/>
                  </a:lnTo>
                  <a:lnTo>
                    <a:pt x="172" y="124"/>
                  </a:lnTo>
                  <a:lnTo>
                    <a:pt x="176" y="141"/>
                  </a:lnTo>
                  <a:lnTo>
                    <a:pt x="195" y="163"/>
                  </a:lnTo>
                  <a:lnTo>
                    <a:pt x="204" y="161"/>
                  </a:lnTo>
                  <a:lnTo>
                    <a:pt x="199" y="141"/>
                  </a:lnTo>
                  <a:lnTo>
                    <a:pt x="209" y="138"/>
                  </a:lnTo>
                  <a:lnTo>
                    <a:pt x="214" y="161"/>
                  </a:lnTo>
                  <a:lnTo>
                    <a:pt x="224" y="161"/>
                  </a:lnTo>
                  <a:lnTo>
                    <a:pt x="221" y="143"/>
                  </a:lnTo>
                  <a:lnTo>
                    <a:pt x="237" y="149"/>
                  </a:lnTo>
                  <a:lnTo>
                    <a:pt x="242" y="138"/>
                  </a:lnTo>
                  <a:lnTo>
                    <a:pt x="217" y="124"/>
                  </a:lnTo>
                  <a:lnTo>
                    <a:pt x="217" y="98"/>
                  </a:lnTo>
                  <a:lnTo>
                    <a:pt x="249" y="93"/>
                  </a:lnTo>
                  <a:lnTo>
                    <a:pt x="271" y="88"/>
                  </a:lnTo>
                  <a:lnTo>
                    <a:pt x="287" y="93"/>
                  </a:lnTo>
                  <a:lnTo>
                    <a:pt x="316" y="84"/>
                  </a:lnTo>
                  <a:lnTo>
                    <a:pt x="348" y="9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 209"/>
            <p:cNvSpPr>
              <a:spLocks/>
            </p:cNvSpPr>
            <p:nvPr/>
          </p:nvSpPr>
          <p:spPr bwMode="auto">
            <a:xfrm>
              <a:off x="4957815" y="3450860"/>
              <a:ext cx="56750" cy="17835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2" y="0"/>
                </a:cxn>
                <a:cxn ang="0">
                  <a:pos x="40" y="0"/>
                </a:cxn>
                <a:cxn ang="0">
                  <a:pos x="51" y="9"/>
                </a:cxn>
                <a:cxn ang="0">
                  <a:pos x="76" y="8"/>
                </a:cxn>
                <a:cxn ang="0">
                  <a:pos x="88" y="15"/>
                </a:cxn>
                <a:cxn ang="0">
                  <a:pos x="101" y="8"/>
                </a:cxn>
                <a:cxn ang="0">
                  <a:pos x="120" y="9"/>
                </a:cxn>
                <a:cxn ang="0">
                  <a:pos x="141" y="20"/>
                </a:cxn>
                <a:cxn ang="0">
                  <a:pos x="141" y="33"/>
                </a:cxn>
                <a:cxn ang="0">
                  <a:pos x="126" y="36"/>
                </a:cxn>
                <a:cxn ang="0">
                  <a:pos x="113" y="44"/>
                </a:cxn>
                <a:cxn ang="0">
                  <a:pos x="67" y="41"/>
                </a:cxn>
                <a:cxn ang="0">
                  <a:pos x="40" y="29"/>
                </a:cxn>
                <a:cxn ang="0">
                  <a:pos x="2" y="25"/>
                </a:cxn>
                <a:cxn ang="0">
                  <a:pos x="0" y="9"/>
                </a:cxn>
              </a:cxnLst>
              <a:rect l="0" t="0" r="r" b="b"/>
              <a:pathLst>
                <a:path w="141" h="44">
                  <a:moveTo>
                    <a:pt x="0" y="9"/>
                  </a:moveTo>
                  <a:lnTo>
                    <a:pt x="2" y="0"/>
                  </a:lnTo>
                  <a:lnTo>
                    <a:pt x="40" y="0"/>
                  </a:lnTo>
                  <a:lnTo>
                    <a:pt x="51" y="9"/>
                  </a:lnTo>
                  <a:lnTo>
                    <a:pt x="76" y="8"/>
                  </a:lnTo>
                  <a:lnTo>
                    <a:pt x="88" y="15"/>
                  </a:lnTo>
                  <a:lnTo>
                    <a:pt x="101" y="8"/>
                  </a:lnTo>
                  <a:lnTo>
                    <a:pt x="120" y="9"/>
                  </a:lnTo>
                  <a:lnTo>
                    <a:pt x="141" y="20"/>
                  </a:lnTo>
                  <a:lnTo>
                    <a:pt x="141" y="33"/>
                  </a:lnTo>
                  <a:lnTo>
                    <a:pt x="126" y="36"/>
                  </a:lnTo>
                  <a:lnTo>
                    <a:pt x="113" y="44"/>
                  </a:lnTo>
                  <a:lnTo>
                    <a:pt x="67" y="41"/>
                  </a:lnTo>
                  <a:lnTo>
                    <a:pt x="40" y="29"/>
                  </a:lnTo>
                  <a:lnTo>
                    <a:pt x="2" y="25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 210"/>
            <p:cNvSpPr>
              <a:spLocks/>
            </p:cNvSpPr>
            <p:nvPr/>
          </p:nvSpPr>
          <p:spPr bwMode="auto">
            <a:xfrm>
              <a:off x="1307923" y="2949830"/>
              <a:ext cx="121608" cy="90801"/>
            </a:xfrm>
            <a:custGeom>
              <a:avLst/>
              <a:gdLst/>
              <a:ahLst/>
              <a:cxnLst>
                <a:cxn ang="0">
                  <a:pos x="241" y="210"/>
                </a:cxn>
                <a:cxn ang="0">
                  <a:pos x="278" y="225"/>
                </a:cxn>
                <a:cxn ang="0">
                  <a:pos x="301" y="218"/>
                </a:cxn>
                <a:cxn ang="0">
                  <a:pos x="283" y="177"/>
                </a:cxn>
                <a:cxn ang="0">
                  <a:pos x="255" y="160"/>
                </a:cxn>
                <a:cxn ang="0">
                  <a:pos x="210" y="120"/>
                </a:cxn>
                <a:cxn ang="0">
                  <a:pos x="208" y="92"/>
                </a:cxn>
                <a:cxn ang="0">
                  <a:pos x="180" y="70"/>
                </a:cxn>
                <a:cxn ang="0">
                  <a:pos x="146" y="73"/>
                </a:cxn>
                <a:cxn ang="0">
                  <a:pos x="75" y="50"/>
                </a:cxn>
                <a:cxn ang="0">
                  <a:pos x="42" y="0"/>
                </a:cxn>
                <a:cxn ang="0">
                  <a:pos x="0" y="2"/>
                </a:cxn>
                <a:cxn ang="0">
                  <a:pos x="0" y="20"/>
                </a:cxn>
                <a:cxn ang="0">
                  <a:pos x="28" y="90"/>
                </a:cxn>
                <a:cxn ang="0">
                  <a:pos x="53" y="92"/>
                </a:cxn>
                <a:cxn ang="0">
                  <a:pos x="75" y="112"/>
                </a:cxn>
                <a:cxn ang="0">
                  <a:pos x="100" y="112"/>
                </a:cxn>
                <a:cxn ang="0">
                  <a:pos x="127" y="137"/>
                </a:cxn>
                <a:cxn ang="0">
                  <a:pos x="175" y="188"/>
                </a:cxn>
                <a:cxn ang="0">
                  <a:pos x="210" y="205"/>
                </a:cxn>
                <a:cxn ang="0">
                  <a:pos x="241" y="210"/>
                </a:cxn>
              </a:cxnLst>
              <a:rect l="0" t="0" r="r" b="b"/>
              <a:pathLst>
                <a:path w="301" h="225">
                  <a:moveTo>
                    <a:pt x="241" y="210"/>
                  </a:moveTo>
                  <a:lnTo>
                    <a:pt x="278" y="225"/>
                  </a:lnTo>
                  <a:lnTo>
                    <a:pt x="301" y="218"/>
                  </a:lnTo>
                  <a:lnTo>
                    <a:pt x="283" y="177"/>
                  </a:lnTo>
                  <a:lnTo>
                    <a:pt x="255" y="160"/>
                  </a:lnTo>
                  <a:lnTo>
                    <a:pt x="210" y="120"/>
                  </a:lnTo>
                  <a:lnTo>
                    <a:pt x="208" y="92"/>
                  </a:lnTo>
                  <a:lnTo>
                    <a:pt x="180" y="70"/>
                  </a:lnTo>
                  <a:lnTo>
                    <a:pt x="146" y="73"/>
                  </a:lnTo>
                  <a:lnTo>
                    <a:pt x="75" y="50"/>
                  </a:lnTo>
                  <a:lnTo>
                    <a:pt x="42" y="0"/>
                  </a:lnTo>
                  <a:lnTo>
                    <a:pt x="0" y="2"/>
                  </a:lnTo>
                  <a:lnTo>
                    <a:pt x="0" y="20"/>
                  </a:lnTo>
                  <a:lnTo>
                    <a:pt x="28" y="90"/>
                  </a:lnTo>
                  <a:lnTo>
                    <a:pt x="53" y="92"/>
                  </a:lnTo>
                  <a:lnTo>
                    <a:pt x="75" y="112"/>
                  </a:lnTo>
                  <a:lnTo>
                    <a:pt x="100" y="112"/>
                  </a:lnTo>
                  <a:lnTo>
                    <a:pt x="127" y="137"/>
                  </a:lnTo>
                  <a:lnTo>
                    <a:pt x="175" y="188"/>
                  </a:lnTo>
                  <a:lnTo>
                    <a:pt x="210" y="205"/>
                  </a:lnTo>
                  <a:lnTo>
                    <a:pt x="241" y="2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 211"/>
            <p:cNvSpPr>
              <a:spLocks/>
            </p:cNvSpPr>
            <p:nvPr/>
          </p:nvSpPr>
          <p:spPr bwMode="auto">
            <a:xfrm>
              <a:off x="1197665" y="2824979"/>
              <a:ext cx="29185" cy="37293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31" y="0"/>
                </a:cxn>
                <a:cxn ang="0">
                  <a:pos x="44" y="9"/>
                </a:cxn>
                <a:cxn ang="0">
                  <a:pos x="48" y="22"/>
                </a:cxn>
                <a:cxn ang="0">
                  <a:pos x="70" y="14"/>
                </a:cxn>
                <a:cxn ang="0">
                  <a:pos x="64" y="47"/>
                </a:cxn>
                <a:cxn ang="0">
                  <a:pos x="58" y="87"/>
                </a:cxn>
                <a:cxn ang="0">
                  <a:pos x="23" y="90"/>
                </a:cxn>
                <a:cxn ang="0">
                  <a:pos x="0" y="47"/>
                </a:cxn>
                <a:cxn ang="0">
                  <a:pos x="3" y="5"/>
                </a:cxn>
              </a:cxnLst>
              <a:rect l="0" t="0" r="r" b="b"/>
              <a:pathLst>
                <a:path w="70" h="90">
                  <a:moveTo>
                    <a:pt x="3" y="5"/>
                  </a:moveTo>
                  <a:lnTo>
                    <a:pt x="31" y="0"/>
                  </a:lnTo>
                  <a:lnTo>
                    <a:pt x="44" y="9"/>
                  </a:lnTo>
                  <a:lnTo>
                    <a:pt x="48" y="22"/>
                  </a:lnTo>
                  <a:lnTo>
                    <a:pt x="70" y="14"/>
                  </a:lnTo>
                  <a:lnTo>
                    <a:pt x="64" y="47"/>
                  </a:lnTo>
                  <a:lnTo>
                    <a:pt x="58" y="87"/>
                  </a:lnTo>
                  <a:lnTo>
                    <a:pt x="23" y="90"/>
                  </a:lnTo>
                  <a:lnTo>
                    <a:pt x="0" y="47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 212"/>
            <p:cNvSpPr>
              <a:spLocks/>
            </p:cNvSpPr>
            <p:nvPr/>
          </p:nvSpPr>
          <p:spPr bwMode="auto">
            <a:xfrm>
              <a:off x="1189557" y="2740663"/>
              <a:ext cx="30807" cy="551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0"/>
                </a:cxn>
                <a:cxn ang="0">
                  <a:pos x="51" y="51"/>
                </a:cxn>
                <a:cxn ang="0">
                  <a:pos x="76" y="127"/>
                </a:cxn>
                <a:cxn ang="0">
                  <a:pos x="68" y="135"/>
                </a:cxn>
                <a:cxn ang="0">
                  <a:pos x="6" y="65"/>
                </a:cxn>
                <a:cxn ang="0">
                  <a:pos x="0" y="0"/>
                </a:cxn>
              </a:cxnLst>
              <a:rect l="0" t="0" r="r" b="b"/>
              <a:pathLst>
                <a:path w="76" h="135">
                  <a:moveTo>
                    <a:pt x="0" y="0"/>
                  </a:moveTo>
                  <a:lnTo>
                    <a:pt x="14" y="0"/>
                  </a:lnTo>
                  <a:lnTo>
                    <a:pt x="51" y="51"/>
                  </a:lnTo>
                  <a:lnTo>
                    <a:pt x="76" y="127"/>
                  </a:lnTo>
                  <a:lnTo>
                    <a:pt x="68" y="135"/>
                  </a:lnTo>
                  <a:lnTo>
                    <a:pt x="6" y="6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 213"/>
            <p:cNvSpPr>
              <a:spLocks/>
            </p:cNvSpPr>
            <p:nvPr/>
          </p:nvSpPr>
          <p:spPr bwMode="auto">
            <a:xfrm>
              <a:off x="1192800" y="2781200"/>
              <a:ext cx="12972" cy="1783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3" y="36"/>
                </a:cxn>
                <a:cxn ang="0">
                  <a:pos x="22" y="44"/>
                </a:cxn>
                <a:cxn ang="0">
                  <a:pos x="0" y="3"/>
                </a:cxn>
                <a:cxn ang="0">
                  <a:pos x="10" y="0"/>
                </a:cxn>
              </a:cxnLst>
              <a:rect l="0" t="0" r="r" b="b"/>
              <a:pathLst>
                <a:path w="33" h="44">
                  <a:moveTo>
                    <a:pt x="10" y="0"/>
                  </a:moveTo>
                  <a:lnTo>
                    <a:pt x="33" y="36"/>
                  </a:lnTo>
                  <a:lnTo>
                    <a:pt x="22" y="44"/>
                  </a:lnTo>
                  <a:lnTo>
                    <a:pt x="0" y="3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 214"/>
            <p:cNvSpPr>
              <a:spLocks/>
            </p:cNvSpPr>
            <p:nvPr/>
          </p:nvSpPr>
          <p:spPr bwMode="auto">
            <a:xfrm>
              <a:off x="1166856" y="2709857"/>
              <a:ext cx="8107" cy="34051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0" y="0"/>
                </a:cxn>
                <a:cxn ang="0">
                  <a:pos x="18" y="12"/>
                </a:cxn>
                <a:cxn ang="0">
                  <a:pos x="20" y="84"/>
                </a:cxn>
                <a:cxn ang="0">
                  <a:pos x="10" y="78"/>
                </a:cxn>
                <a:cxn ang="0">
                  <a:pos x="0" y="12"/>
                </a:cxn>
              </a:cxnLst>
              <a:rect l="0" t="0" r="r" b="b"/>
              <a:pathLst>
                <a:path w="20" h="84">
                  <a:moveTo>
                    <a:pt x="0" y="12"/>
                  </a:moveTo>
                  <a:lnTo>
                    <a:pt x="10" y="0"/>
                  </a:lnTo>
                  <a:lnTo>
                    <a:pt x="18" y="12"/>
                  </a:lnTo>
                  <a:lnTo>
                    <a:pt x="20" y="84"/>
                  </a:lnTo>
                  <a:lnTo>
                    <a:pt x="10" y="78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 215"/>
            <p:cNvSpPr>
              <a:spLocks/>
            </p:cNvSpPr>
            <p:nvPr/>
          </p:nvSpPr>
          <p:spPr bwMode="auto">
            <a:xfrm>
              <a:off x="1147399" y="2701751"/>
              <a:ext cx="11350" cy="32428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28" y="32"/>
                </a:cxn>
                <a:cxn ang="0">
                  <a:pos x="31" y="73"/>
                </a:cxn>
                <a:cxn ang="0">
                  <a:pos x="20" y="80"/>
                </a:cxn>
                <a:cxn ang="0">
                  <a:pos x="0" y="37"/>
                </a:cxn>
                <a:cxn ang="0">
                  <a:pos x="17" y="0"/>
                </a:cxn>
              </a:cxnLst>
              <a:rect l="0" t="0" r="r" b="b"/>
              <a:pathLst>
                <a:path w="31" h="80">
                  <a:moveTo>
                    <a:pt x="17" y="0"/>
                  </a:moveTo>
                  <a:lnTo>
                    <a:pt x="28" y="32"/>
                  </a:lnTo>
                  <a:lnTo>
                    <a:pt x="31" y="73"/>
                  </a:lnTo>
                  <a:lnTo>
                    <a:pt x="20" y="80"/>
                  </a:lnTo>
                  <a:lnTo>
                    <a:pt x="0" y="37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 216"/>
            <p:cNvSpPr>
              <a:spLocks/>
            </p:cNvSpPr>
            <p:nvPr/>
          </p:nvSpPr>
          <p:spPr bwMode="auto">
            <a:xfrm>
              <a:off x="1161992" y="2654726"/>
              <a:ext cx="12972" cy="437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4"/>
                </a:cxn>
                <a:cxn ang="0">
                  <a:pos x="0" y="107"/>
                </a:cxn>
                <a:cxn ang="0">
                  <a:pos x="16" y="109"/>
                </a:cxn>
                <a:cxn ang="0">
                  <a:pos x="33" y="95"/>
                </a:cxn>
                <a:cxn ang="0">
                  <a:pos x="31" y="31"/>
                </a:cxn>
                <a:cxn ang="0">
                  <a:pos x="3" y="0"/>
                </a:cxn>
              </a:cxnLst>
              <a:rect l="0" t="0" r="r" b="b"/>
              <a:pathLst>
                <a:path w="33" h="109">
                  <a:moveTo>
                    <a:pt x="3" y="0"/>
                  </a:moveTo>
                  <a:lnTo>
                    <a:pt x="0" y="14"/>
                  </a:lnTo>
                  <a:lnTo>
                    <a:pt x="0" y="107"/>
                  </a:lnTo>
                  <a:lnTo>
                    <a:pt x="16" y="109"/>
                  </a:lnTo>
                  <a:lnTo>
                    <a:pt x="33" y="95"/>
                  </a:lnTo>
                  <a:lnTo>
                    <a:pt x="31" y="31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 217"/>
            <p:cNvSpPr>
              <a:spLocks/>
            </p:cNvSpPr>
            <p:nvPr/>
          </p:nvSpPr>
          <p:spPr bwMode="auto">
            <a:xfrm>
              <a:off x="1113348" y="2648243"/>
              <a:ext cx="38915" cy="38915"/>
            </a:xfrm>
            <a:custGeom>
              <a:avLst/>
              <a:gdLst/>
              <a:ahLst/>
              <a:cxnLst>
                <a:cxn ang="0">
                  <a:pos x="39" y="92"/>
                </a:cxn>
                <a:cxn ang="0">
                  <a:pos x="23" y="63"/>
                </a:cxn>
                <a:cxn ang="0">
                  <a:pos x="0" y="33"/>
                </a:cxn>
                <a:cxn ang="0">
                  <a:pos x="0" y="16"/>
                </a:cxn>
                <a:cxn ang="0">
                  <a:pos x="48" y="0"/>
                </a:cxn>
                <a:cxn ang="0">
                  <a:pos x="73" y="10"/>
                </a:cxn>
                <a:cxn ang="0">
                  <a:pos x="96" y="22"/>
                </a:cxn>
                <a:cxn ang="0">
                  <a:pos x="96" y="33"/>
                </a:cxn>
                <a:cxn ang="0">
                  <a:pos x="70" y="27"/>
                </a:cxn>
                <a:cxn ang="0">
                  <a:pos x="70" y="41"/>
                </a:cxn>
                <a:cxn ang="0">
                  <a:pos x="93" y="67"/>
                </a:cxn>
                <a:cxn ang="0">
                  <a:pos x="81" y="75"/>
                </a:cxn>
                <a:cxn ang="0">
                  <a:pos x="53" y="47"/>
                </a:cxn>
                <a:cxn ang="0">
                  <a:pos x="45" y="55"/>
                </a:cxn>
                <a:cxn ang="0">
                  <a:pos x="56" y="95"/>
                </a:cxn>
                <a:cxn ang="0">
                  <a:pos x="39" y="92"/>
                </a:cxn>
              </a:cxnLst>
              <a:rect l="0" t="0" r="r" b="b"/>
              <a:pathLst>
                <a:path w="96" h="95">
                  <a:moveTo>
                    <a:pt x="39" y="92"/>
                  </a:moveTo>
                  <a:lnTo>
                    <a:pt x="23" y="63"/>
                  </a:lnTo>
                  <a:lnTo>
                    <a:pt x="0" y="33"/>
                  </a:lnTo>
                  <a:lnTo>
                    <a:pt x="0" y="16"/>
                  </a:lnTo>
                  <a:lnTo>
                    <a:pt x="48" y="0"/>
                  </a:lnTo>
                  <a:lnTo>
                    <a:pt x="73" y="10"/>
                  </a:lnTo>
                  <a:lnTo>
                    <a:pt x="96" y="22"/>
                  </a:lnTo>
                  <a:lnTo>
                    <a:pt x="96" y="33"/>
                  </a:lnTo>
                  <a:lnTo>
                    <a:pt x="70" y="27"/>
                  </a:lnTo>
                  <a:lnTo>
                    <a:pt x="70" y="41"/>
                  </a:lnTo>
                  <a:lnTo>
                    <a:pt x="93" y="67"/>
                  </a:lnTo>
                  <a:lnTo>
                    <a:pt x="81" y="75"/>
                  </a:lnTo>
                  <a:lnTo>
                    <a:pt x="53" y="47"/>
                  </a:lnTo>
                  <a:lnTo>
                    <a:pt x="45" y="55"/>
                  </a:lnTo>
                  <a:lnTo>
                    <a:pt x="56" y="95"/>
                  </a:lnTo>
                  <a:lnTo>
                    <a:pt x="39" y="9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 218"/>
            <p:cNvSpPr>
              <a:spLocks/>
            </p:cNvSpPr>
            <p:nvPr/>
          </p:nvSpPr>
          <p:spPr bwMode="auto">
            <a:xfrm>
              <a:off x="1176586" y="2703370"/>
              <a:ext cx="24322" cy="21078"/>
            </a:xfrm>
            <a:custGeom>
              <a:avLst/>
              <a:gdLst/>
              <a:ahLst/>
              <a:cxnLst>
                <a:cxn ang="0">
                  <a:pos x="17" y="51"/>
                </a:cxn>
                <a:cxn ang="0">
                  <a:pos x="0" y="14"/>
                </a:cxn>
                <a:cxn ang="0">
                  <a:pos x="9" y="0"/>
                </a:cxn>
                <a:cxn ang="0">
                  <a:pos x="37" y="14"/>
                </a:cxn>
                <a:cxn ang="0">
                  <a:pos x="57" y="31"/>
                </a:cxn>
                <a:cxn ang="0">
                  <a:pos x="54" y="39"/>
                </a:cxn>
                <a:cxn ang="0">
                  <a:pos x="31" y="28"/>
                </a:cxn>
                <a:cxn ang="0">
                  <a:pos x="37" y="44"/>
                </a:cxn>
                <a:cxn ang="0">
                  <a:pos x="17" y="51"/>
                </a:cxn>
              </a:cxnLst>
              <a:rect l="0" t="0" r="r" b="b"/>
              <a:pathLst>
                <a:path w="57" h="51">
                  <a:moveTo>
                    <a:pt x="17" y="51"/>
                  </a:moveTo>
                  <a:lnTo>
                    <a:pt x="0" y="14"/>
                  </a:lnTo>
                  <a:lnTo>
                    <a:pt x="9" y="0"/>
                  </a:lnTo>
                  <a:lnTo>
                    <a:pt x="37" y="14"/>
                  </a:lnTo>
                  <a:lnTo>
                    <a:pt x="57" y="31"/>
                  </a:lnTo>
                  <a:lnTo>
                    <a:pt x="54" y="39"/>
                  </a:lnTo>
                  <a:lnTo>
                    <a:pt x="31" y="28"/>
                  </a:lnTo>
                  <a:lnTo>
                    <a:pt x="37" y="44"/>
                  </a:lnTo>
                  <a:lnTo>
                    <a:pt x="17" y="5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 219"/>
            <p:cNvSpPr>
              <a:spLocks/>
            </p:cNvSpPr>
            <p:nvPr/>
          </p:nvSpPr>
          <p:spPr bwMode="auto">
            <a:xfrm>
              <a:off x="1215500" y="2865516"/>
              <a:ext cx="14593" cy="486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2" y="0"/>
                </a:cxn>
                <a:cxn ang="0">
                  <a:pos x="33" y="1"/>
                </a:cxn>
                <a:cxn ang="0">
                  <a:pos x="33" y="12"/>
                </a:cxn>
                <a:cxn ang="0">
                  <a:pos x="11" y="14"/>
                </a:cxn>
                <a:cxn ang="0">
                  <a:pos x="0" y="8"/>
                </a:cxn>
              </a:cxnLst>
              <a:rect l="0" t="0" r="r" b="b"/>
              <a:pathLst>
                <a:path w="33" h="14">
                  <a:moveTo>
                    <a:pt x="0" y="8"/>
                  </a:moveTo>
                  <a:lnTo>
                    <a:pt x="12" y="0"/>
                  </a:lnTo>
                  <a:lnTo>
                    <a:pt x="33" y="1"/>
                  </a:lnTo>
                  <a:lnTo>
                    <a:pt x="33" y="12"/>
                  </a:lnTo>
                  <a:lnTo>
                    <a:pt x="11" y="14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 220"/>
            <p:cNvSpPr>
              <a:spLocks/>
            </p:cNvSpPr>
            <p:nvPr/>
          </p:nvSpPr>
          <p:spPr bwMode="auto">
            <a:xfrm>
              <a:off x="1220364" y="2880110"/>
              <a:ext cx="14593" cy="486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0" y="0"/>
                </a:cxn>
                <a:cxn ang="0">
                  <a:pos x="38" y="0"/>
                </a:cxn>
                <a:cxn ang="0">
                  <a:pos x="38" y="10"/>
                </a:cxn>
                <a:cxn ang="0">
                  <a:pos x="10" y="11"/>
                </a:cxn>
                <a:cxn ang="0">
                  <a:pos x="0" y="6"/>
                </a:cxn>
              </a:cxnLst>
              <a:rect l="0" t="0" r="r" b="b"/>
              <a:pathLst>
                <a:path w="38" h="11">
                  <a:moveTo>
                    <a:pt x="0" y="6"/>
                  </a:moveTo>
                  <a:lnTo>
                    <a:pt x="10" y="0"/>
                  </a:lnTo>
                  <a:lnTo>
                    <a:pt x="38" y="0"/>
                  </a:lnTo>
                  <a:lnTo>
                    <a:pt x="38" y="10"/>
                  </a:lnTo>
                  <a:lnTo>
                    <a:pt x="10" y="11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 221"/>
            <p:cNvSpPr>
              <a:spLocks/>
            </p:cNvSpPr>
            <p:nvPr/>
          </p:nvSpPr>
          <p:spPr bwMode="auto">
            <a:xfrm>
              <a:off x="1234958" y="2893081"/>
              <a:ext cx="11350" cy="9728"/>
            </a:xfrm>
            <a:custGeom>
              <a:avLst/>
              <a:gdLst/>
              <a:ahLst/>
              <a:cxnLst>
                <a:cxn ang="0">
                  <a:pos x="1" y="14"/>
                </a:cxn>
                <a:cxn ang="0">
                  <a:pos x="0" y="0"/>
                </a:cxn>
                <a:cxn ang="0">
                  <a:pos x="12" y="4"/>
                </a:cxn>
                <a:cxn ang="0">
                  <a:pos x="25" y="14"/>
                </a:cxn>
                <a:cxn ang="0">
                  <a:pos x="20" y="23"/>
                </a:cxn>
                <a:cxn ang="0">
                  <a:pos x="1" y="14"/>
                </a:cxn>
              </a:cxnLst>
              <a:rect l="0" t="0" r="r" b="b"/>
              <a:pathLst>
                <a:path w="25" h="23">
                  <a:moveTo>
                    <a:pt x="1" y="14"/>
                  </a:moveTo>
                  <a:lnTo>
                    <a:pt x="0" y="0"/>
                  </a:lnTo>
                  <a:lnTo>
                    <a:pt x="12" y="4"/>
                  </a:lnTo>
                  <a:lnTo>
                    <a:pt x="25" y="14"/>
                  </a:lnTo>
                  <a:lnTo>
                    <a:pt x="20" y="23"/>
                  </a:lnTo>
                  <a:lnTo>
                    <a:pt x="1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 222"/>
            <p:cNvSpPr>
              <a:spLocks/>
            </p:cNvSpPr>
            <p:nvPr/>
          </p:nvSpPr>
          <p:spPr bwMode="auto">
            <a:xfrm>
              <a:off x="1251172" y="2829843"/>
              <a:ext cx="9728" cy="8107"/>
            </a:xfrm>
            <a:custGeom>
              <a:avLst/>
              <a:gdLst/>
              <a:ahLst/>
              <a:cxnLst>
                <a:cxn ang="0">
                  <a:pos x="8" y="14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21" y="4"/>
                </a:cxn>
                <a:cxn ang="0">
                  <a:pos x="24" y="18"/>
                </a:cxn>
                <a:cxn ang="0">
                  <a:pos x="8" y="14"/>
                </a:cxn>
              </a:cxnLst>
              <a:rect l="0" t="0" r="r" b="b"/>
              <a:pathLst>
                <a:path w="24" h="18">
                  <a:moveTo>
                    <a:pt x="8" y="14"/>
                  </a:moveTo>
                  <a:lnTo>
                    <a:pt x="0" y="8"/>
                  </a:lnTo>
                  <a:lnTo>
                    <a:pt x="7" y="0"/>
                  </a:lnTo>
                  <a:lnTo>
                    <a:pt x="21" y="4"/>
                  </a:lnTo>
                  <a:lnTo>
                    <a:pt x="24" y="18"/>
                  </a:lnTo>
                  <a:lnTo>
                    <a:pt x="8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 223"/>
            <p:cNvSpPr>
              <a:spLocks/>
            </p:cNvSpPr>
            <p:nvPr/>
          </p:nvSpPr>
          <p:spPr bwMode="auto">
            <a:xfrm>
              <a:off x="1260901" y="2849301"/>
              <a:ext cx="16214" cy="11350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3" y="0"/>
                </a:cxn>
                <a:cxn ang="0">
                  <a:pos x="20" y="10"/>
                </a:cxn>
                <a:cxn ang="0">
                  <a:pos x="40" y="24"/>
                </a:cxn>
                <a:cxn ang="0">
                  <a:pos x="25" y="28"/>
                </a:cxn>
                <a:cxn ang="0">
                  <a:pos x="0" y="14"/>
                </a:cxn>
              </a:cxnLst>
              <a:rect l="0" t="0" r="r" b="b"/>
              <a:pathLst>
                <a:path w="40" h="28">
                  <a:moveTo>
                    <a:pt x="0" y="14"/>
                  </a:moveTo>
                  <a:lnTo>
                    <a:pt x="3" y="0"/>
                  </a:lnTo>
                  <a:lnTo>
                    <a:pt x="20" y="10"/>
                  </a:lnTo>
                  <a:lnTo>
                    <a:pt x="40" y="24"/>
                  </a:lnTo>
                  <a:lnTo>
                    <a:pt x="25" y="28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 224"/>
            <p:cNvSpPr>
              <a:spLocks/>
            </p:cNvSpPr>
            <p:nvPr/>
          </p:nvSpPr>
          <p:spPr bwMode="auto">
            <a:xfrm>
              <a:off x="837701" y="2555818"/>
              <a:ext cx="24322" cy="24322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39" y="4"/>
                </a:cxn>
                <a:cxn ang="0">
                  <a:pos x="2" y="47"/>
                </a:cxn>
                <a:cxn ang="0">
                  <a:pos x="0" y="61"/>
                </a:cxn>
                <a:cxn ang="0">
                  <a:pos x="23" y="59"/>
                </a:cxn>
                <a:cxn ang="0">
                  <a:pos x="57" y="19"/>
                </a:cxn>
                <a:cxn ang="0">
                  <a:pos x="57" y="0"/>
                </a:cxn>
              </a:cxnLst>
              <a:rect l="0" t="0" r="r" b="b"/>
              <a:pathLst>
                <a:path w="57" h="61">
                  <a:moveTo>
                    <a:pt x="57" y="0"/>
                  </a:moveTo>
                  <a:lnTo>
                    <a:pt x="39" y="4"/>
                  </a:lnTo>
                  <a:lnTo>
                    <a:pt x="2" y="47"/>
                  </a:lnTo>
                  <a:lnTo>
                    <a:pt x="0" y="61"/>
                  </a:lnTo>
                  <a:lnTo>
                    <a:pt x="23" y="59"/>
                  </a:lnTo>
                  <a:lnTo>
                    <a:pt x="57" y="19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 225"/>
            <p:cNvSpPr>
              <a:spLocks/>
            </p:cNvSpPr>
            <p:nvPr/>
          </p:nvSpPr>
          <p:spPr bwMode="auto">
            <a:xfrm>
              <a:off x="866889" y="2544467"/>
              <a:ext cx="14593" cy="129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3" y="5"/>
                </a:cxn>
                <a:cxn ang="0">
                  <a:pos x="31" y="0"/>
                </a:cxn>
                <a:cxn ang="0">
                  <a:pos x="35" y="21"/>
                </a:cxn>
                <a:cxn ang="0">
                  <a:pos x="13" y="34"/>
                </a:cxn>
                <a:cxn ang="0">
                  <a:pos x="0" y="20"/>
                </a:cxn>
              </a:cxnLst>
              <a:rect l="0" t="0" r="r" b="b"/>
              <a:pathLst>
                <a:path w="35" h="34">
                  <a:moveTo>
                    <a:pt x="0" y="20"/>
                  </a:moveTo>
                  <a:lnTo>
                    <a:pt x="3" y="5"/>
                  </a:lnTo>
                  <a:lnTo>
                    <a:pt x="31" y="0"/>
                  </a:lnTo>
                  <a:lnTo>
                    <a:pt x="35" y="21"/>
                  </a:lnTo>
                  <a:lnTo>
                    <a:pt x="13" y="3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 226"/>
            <p:cNvSpPr>
              <a:spLocks/>
            </p:cNvSpPr>
            <p:nvPr/>
          </p:nvSpPr>
          <p:spPr bwMode="auto">
            <a:xfrm>
              <a:off x="836080" y="2546091"/>
              <a:ext cx="8107" cy="9728"/>
            </a:xfrm>
            <a:custGeom>
              <a:avLst/>
              <a:gdLst/>
              <a:ahLst/>
              <a:cxnLst>
                <a:cxn ang="0">
                  <a:pos x="18" y="15"/>
                </a:cxn>
                <a:cxn ang="0">
                  <a:pos x="10" y="21"/>
                </a:cxn>
                <a:cxn ang="0">
                  <a:pos x="0" y="8"/>
                </a:cxn>
                <a:cxn ang="0">
                  <a:pos x="8" y="0"/>
                </a:cxn>
                <a:cxn ang="0">
                  <a:pos x="18" y="15"/>
                </a:cxn>
              </a:cxnLst>
              <a:rect l="0" t="0" r="r" b="b"/>
              <a:pathLst>
                <a:path w="18" h="21">
                  <a:moveTo>
                    <a:pt x="18" y="15"/>
                  </a:moveTo>
                  <a:lnTo>
                    <a:pt x="10" y="21"/>
                  </a:lnTo>
                  <a:lnTo>
                    <a:pt x="0" y="8"/>
                  </a:lnTo>
                  <a:lnTo>
                    <a:pt x="8" y="0"/>
                  </a:lnTo>
                  <a:lnTo>
                    <a:pt x="18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 227"/>
            <p:cNvSpPr>
              <a:spLocks/>
            </p:cNvSpPr>
            <p:nvPr/>
          </p:nvSpPr>
          <p:spPr bwMode="auto">
            <a:xfrm>
              <a:off x="831216" y="2560684"/>
              <a:ext cx="6485" cy="810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9" y="19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16" y="4"/>
                </a:cxn>
              </a:cxnLst>
              <a:rect l="0" t="0" r="r" b="b"/>
              <a:pathLst>
                <a:path w="16" h="19">
                  <a:moveTo>
                    <a:pt x="16" y="4"/>
                  </a:moveTo>
                  <a:lnTo>
                    <a:pt x="9" y="19"/>
                  </a:lnTo>
                  <a:lnTo>
                    <a:pt x="0" y="13"/>
                  </a:lnTo>
                  <a:lnTo>
                    <a:pt x="5" y="0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 228"/>
            <p:cNvSpPr>
              <a:spLocks/>
            </p:cNvSpPr>
            <p:nvPr/>
          </p:nvSpPr>
          <p:spPr bwMode="auto">
            <a:xfrm>
              <a:off x="837701" y="2555818"/>
              <a:ext cx="24322" cy="24322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39" y="4"/>
                </a:cxn>
                <a:cxn ang="0">
                  <a:pos x="2" y="47"/>
                </a:cxn>
                <a:cxn ang="0">
                  <a:pos x="0" y="61"/>
                </a:cxn>
                <a:cxn ang="0">
                  <a:pos x="23" y="59"/>
                </a:cxn>
                <a:cxn ang="0">
                  <a:pos x="57" y="19"/>
                </a:cxn>
                <a:cxn ang="0">
                  <a:pos x="57" y="0"/>
                </a:cxn>
              </a:cxnLst>
              <a:rect l="0" t="0" r="r" b="b"/>
              <a:pathLst>
                <a:path w="57" h="61">
                  <a:moveTo>
                    <a:pt x="57" y="0"/>
                  </a:moveTo>
                  <a:lnTo>
                    <a:pt x="39" y="4"/>
                  </a:lnTo>
                  <a:lnTo>
                    <a:pt x="2" y="47"/>
                  </a:lnTo>
                  <a:lnTo>
                    <a:pt x="0" y="61"/>
                  </a:lnTo>
                  <a:lnTo>
                    <a:pt x="23" y="59"/>
                  </a:lnTo>
                  <a:lnTo>
                    <a:pt x="57" y="19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 229"/>
            <p:cNvSpPr>
              <a:spLocks/>
            </p:cNvSpPr>
            <p:nvPr/>
          </p:nvSpPr>
          <p:spPr bwMode="auto">
            <a:xfrm>
              <a:off x="866889" y="2544467"/>
              <a:ext cx="14593" cy="129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3" y="5"/>
                </a:cxn>
                <a:cxn ang="0">
                  <a:pos x="31" y="0"/>
                </a:cxn>
                <a:cxn ang="0">
                  <a:pos x="35" y="21"/>
                </a:cxn>
                <a:cxn ang="0">
                  <a:pos x="13" y="34"/>
                </a:cxn>
                <a:cxn ang="0">
                  <a:pos x="0" y="20"/>
                </a:cxn>
              </a:cxnLst>
              <a:rect l="0" t="0" r="r" b="b"/>
              <a:pathLst>
                <a:path w="35" h="34">
                  <a:moveTo>
                    <a:pt x="0" y="20"/>
                  </a:moveTo>
                  <a:lnTo>
                    <a:pt x="3" y="5"/>
                  </a:lnTo>
                  <a:lnTo>
                    <a:pt x="31" y="0"/>
                  </a:lnTo>
                  <a:lnTo>
                    <a:pt x="35" y="21"/>
                  </a:lnTo>
                  <a:lnTo>
                    <a:pt x="13" y="3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 230"/>
            <p:cNvSpPr>
              <a:spLocks/>
            </p:cNvSpPr>
            <p:nvPr/>
          </p:nvSpPr>
          <p:spPr bwMode="auto">
            <a:xfrm>
              <a:off x="707985" y="2644999"/>
              <a:ext cx="32428" cy="14593"/>
            </a:xfrm>
            <a:custGeom>
              <a:avLst/>
              <a:gdLst/>
              <a:ahLst/>
              <a:cxnLst>
                <a:cxn ang="0">
                  <a:pos x="4" y="36"/>
                </a:cxn>
                <a:cxn ang="0">
                  <a:pos x="75" y="30"/>
                </a:cxn>
                <a:cxn ang="0">
                  <a:pos x="82" y="17"/>
                </a:cxn>
                <a:cxn ang="0">
                  <a:pos x="57" y="0"/>
                </a:cxn>
                <a:cxn ang="0">
                  <a:pos x="8" y="5"/>
                </a:cxn>
                <a:cxn ang="0">
                  <a:pos x="0" y="16"/>
                </a:cxn>
                <a:cxn ang="0">
                  <a:pos x="4" y="36"/>
                </a:cxn>
              </a:cxnLst>
              <a:rect l="0" t="0" r="r" b="b"/>
              <a:pathLst>
                <a:path w="82" h="36">
                  <a:moveTo>
                    <a:pt x="4" y="36"/>
                  </a:moveTo>
                  <a:lnTo>
                    <a:pt x="75" y="30"/>
                  </a:lnTo>
                  <a:lnTo>
                    <a:pt x="82" y="17"/>
                  </a:lnTo>
                  <a:lnTo>
                    <a:pt x="57" y="0"/>
                  </a:lnTo>
                  <a:lnTo>
                    <a:pt x="8" y="5"/>
                  </a:lnTo>
                  <a:lnTo>
                    <a:pt x="0" y="16"/>
                  </a:lnTo>
                  <a:lnTo>
                    <a:pt x="4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 231"/>
            <p:cNvSpPr>
              <a:spLocks/>
            </p:cNvSpPr>
            <p:nvPr/>
          </p:nvSpPr>
          <p:spPr bwMode="auto">
            <a:xfrm>
              <a:off x="672313" y="2670943"/>
              <a:ext cx="63236" cy="38915"/>
            </a:xfrm>
            <a:custGeom>
              <a:avLst/>
              <a:gdLst/>
              <a:ahLst/>
              <a:cxnLst>
                <a:cxn ang="0">
                  <a:pos x="14" y="23"/>
                </a:cxn>
                <a:cxn ang="0">
                  <a:pos x="47" y="18"/>
                </a:cxn>
                <a:cxn ang="0">
                  <a:pos x="78" y="2"/>
                </a:cxn>
                <a:cxn ang="0">
                  <a:pos x="147" y="0"/>
                </a:cxn>
                <a:cxn ang="0">
                  <a:pos x="155" y="17"/>
                </a:cxn>
                <a:cxn ang="0">
                  <a:pos x="143" y="35"/>
                </a:cxn>
                <a:cxn ang="0">
                  <a:pos x="99" y="63"/>
                </a:cxn>
                <a:cxn ang="0">
                  <a:pos x="99" y="78"/>
                </a:cxn>
                <a:cxn ang="0">
                  <a:pos x="61" y="82"/>
                </a:cxn>
                <a:cxn ang="0">
                  <a:pos x="47" y="96"/>
                </a:cxn>
                <a:cxn ang="0">
                  <a:pos x="25" y="86"/>
                </a:cxn>
                <a:cxn ang="0">
                  <a:pos x="25" y="71"/>
                </a:cxn>
                <a:cxn ang="0">
                  <a:pos x="1" y="57"/>
                </a:cxn>
                <a:cxn ang="0">
                  <a:pos x="0" y="29"/>
                </a:cxn>
                <a:cxn ang="0">
                  <a:pos x="14" y="23"/>
                </a:cxn>
              </a:cxnLst>
              <a:rect l="0" t="0" r="r" b="b"/>
              <a:pathLst>
                <a:path w="155" h="96">
                  <a:moveTo>
                    <a:pt x="14" y="23"/>
                  </a:moveTo>
                  <a:lnTo>
                    <a:pt x="47" y="18"/>
                  </a:lnTo>
                  <a:lnTo>
                    <a:pt x="78" y="2"/>
                  </a:lnTo>
                  <a:lnTo>
                    <a:pt x="147" y="0"/>
                  </a:lnTo>
                  <a:lnTo>
                    <a:pt x="155" y="17"/>
                  </a:lnTo>
                  <a:lnTo>
                    <a:pt x="143" y="35"/>
                  </a:lnTo>
                  <a:lnTo>
                    <a:pt x="99" y="63"/>
                  </a:lnTo>
                  <a:lnTo>
                    <a:pt x="99" y="78"/>
                  </a:lnTo>
                  <a:lnTo>
                    <a:pt x="61" y="82"/>
                  </a:lnTo>
                  <a:lnTo>
                    <a:pt x="47" y="96"/>
                  </a:lnTo>
                  <a:lnTo>
                    <a:pt x="25" y="86"/>
                  </a:lnTo>
                  <a:lnTo>
                    <a:pt x="25" y="71"/>
                  </a:lnTo>
                  <a:lnTo>
                    <a:pt x="1" y="57"/>
                  </a:lnTo>
                  <a:lnTo>
                    <a:pt x="0" y="29"/>
                  </a:lnTo>
                  <a:lnTo>
                    <a:pt x="14" y="2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 232"/>
            <p:cNvSpPr>
              <a:spLocks/>
            </p:cNvSpPr>
            <p:nvPr/>
          </p:nvSpPr>
          <p:spPr bwMode="auto">
            <a:xfrm>
              <a:off x="836080" y="2546091"/>
              <a:ext cx="8107" cy="9728"/>
            </a:xfrm>
            <a:custGeom>
              <a:avLst/>
              <a:gdLst/>
              <a:ahLst/>
              <a:cxnLst>
                <a:cxn ang="0">
                  <a:pos x="18" y="15"/>
                </a:cxn>
                <a:cxn ang="0">
                  <a:pos x="10" y="21"/>
                </a:cxn>
                <a:cxn ang="0">
                  <a:pos x="0" y="8"/>
                </a:cxn>
                <a:cxn ang="0">
                  <a:pos x="8" y="0"/>
                </a:cxn>
                <a:cxn ang="0">
                  <a:pos x="18" y="15"/>
                </a:cxn>
              </a:cxnLst>
              <a:rect l="0" t="0" r="r" b="b"/>
              <a:pathLst>
                <a:path w="18" h="21">
                  <a:moveTo>
                    <a:pt x="18" y="15"/>
                  </a:moveTo>
                  <a:lnTo>
                    <a:pt x="10" y="21"/>
                  </a:lnTo>
                  <a:lnTo>
                    <a:pt x="0" y="8"/>
                  </a:lnTo>
                  <a:lnTo>
                    <a:pt x="8" y="0"/>
                  </a:lnTo>
                  <a:lnTo>
                    <a:pt x="18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 233"/>
            <p:cNvSpPr>
              <a:spLocks/>
            </p:cNvSpPr>
            <p:nvPr/>
          </p:nvSpPr>
          <p:spPr bwMode="auto">
            <a:xfrm>
              <a:off x="831216" y="2560684"/>
              <a:ext cx="6485" cy="810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9" y="19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16" y="4"/>
                </a:cxn>
              </a:cxnLst>
              <a:rect l="0" t="0" r="r" b="b"/>
              <a:pathLst>
                <a:path w="16" h="19">
                  <a:moveTo>
                    <a:pt x="16" y="4"/>
                  </a:moveTo>
                  <a:lnTo>
                    <a:pt x="9" y="19"/>
                  </a:lnTo>
                  <a:lnTo>
                    <a:pt x="0" y="13"/>
                  </a:lnTo>
                  <a:lnTo>
                    <a:pt x="5" y="0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 234"/>
            <p:cNvSpPr>
              <a:spLocks/>
            </p:cNvSpPr>
            <p:nvPr/>
          </p:nvSpPr>
          <p:spPr bwMode="auto">
            <a:xfrm>
              <a:off x="356130" y="2028847"/>
              <a:ext cx="916122" cy="792890"/>
            </a:xfrm>
            <a:custGeom>
              <a:avLst/>
              <a:gdLst/>
              <a:ahLst/>
              <a:cxnLst>
                <a:cxn ang="0">
                  <a:pos x="1440" y="129"/>
                </a:cxn>
                <a:cxn ang="0">
                  <a:pos x="1167" y="109"/>
                </a:cxn>
                <a:cxn ang="0">
                  <a:pos x="935" y="91"/>
                </a:cxn>
                <a:cxn ang="0">
                  <a:pos x="821" y="56"/>
                </a:cxn>
                <a:cxn ang="0">
                  <a:pos x="686" y="36"/>
                </a:cxn>
                <a:cxn ang="0">
                  <a:pos x="531" y="50"/>
                </a:cxn>
                <a:cxn ang="0">
                  <a:pos x="321" y="127"/>
                </a:cxn>
                <a:cxn ang="0">
                  <a:pos x="89" y="295"/>
                </a:cxn>
                <a:cxn ang="0">
                  <a:pos x="232" y="387"/>
                </a:cxn>
                <a:cxn ang="0">
                  <a:pos x="358" y="427"/>
                </a:cxn>
                <a:cxn ang="0">
                  <a:pos x="425" y="474"/>
                </a:cxn>
                <a:cxn ang="0">
                  <a:pos x="404" y="550"/>
                </a:cxn>
                <a:cxn ang="0">
                  <a:pos x="232" y="534"/>
                </a:cxn>
                <a:cxn ang="0">
                  <a:pos x="72" y="550"/>
                </a:cxn>
                <a:cxn ang="0">
                  <a:pos x="54" y="660"/>
                </a:cxn>
                <a:cxn ang="0">
                  <a:pos x="110" y="770"/>
                </a:cxn>
                <a:cxn ang="0">
                  <a:pos x="321" y="748"/>
                </a:cxn>
                <a:cxn ang="0">
                  <a:pos x="392" y="770"/>
                </a:cxn>
                <a:cxn ang="0">
                  <a:pos x="342" y="925"/>
                </a:cxn>
                <a:cxn ang="0">
                  <a:pos x="172" y="1042"/>
                </a:cxn>
                <a:cxn ang="0">
                  <a:pos x="143" y="1215"/>
                </a:cxn>
                <a:cxn ang="0">
                  <a:pos x="228" y="1363"/>
                </a:cxn>
                <a:cxn ang="0">
                  <a:pos x="335" y="1354"/>
                </a:cxn>
                <a:cxn ang="0">
                  <a:pos x="442" y="1456"/>
                </a:cxn>
                <a:cxn ang="0">
                  <a:pos x="543" y="1466"/>
                </a:cxn>
                <a:cxn ang="0">
                  <a:pos x="650" y="1484"/>
                </a:cxn>
                <a:cxn ang="0">
                  <a:pos x="476" y="1730"/>
                </a:cxn>
                <a:cxn ang="0">
                  <a:pos x="362" y="1796"/>
                </a:cxn>
                <a:cxn ang="0">
                  <a:pos x="200" y="1910"/>
                </a:cxn>
                <a:cxn ang="0">
                  <a:pos x="278" y="1897"/>
                </a:cxn>
                <a:cxn ang="0">
                  <a:pos x="392" y="1847"/>
                </a:cxn>
                <a:cxn ang="0">
                  <a:pos x="556" y="1763"/>
                </a:cxn>
                <a:cxn ang="0">
                  <a:pos x="767" y="1574"/>
                </a:cxn>
                <a:cxn ang="0">
                  <a:pos x="817" y="1443"/>
                </a:cxn>
                <a:cxn ang="0">
                  <a:pos x="901" y="1307"/>
                </a:cxn>
                <a:cxn ang="0">
                  <a:pos x="1082" y="1211"/>
                </a:cxn>
                <a:cxn ang="0">
                  <a:pos x="960" y="1375"/>
                </a:cxn>
                <a:cxn ang="0">
                  <a:pos x="947" y="1417"/>
                </a:cxn>
                <a:cxn ang="0">
                  <a:pos x="1171" y="1288"/>
                </a:cxn>
                <a:cxn ang="0">
                  <a:pos x="1209" y="1199"/>
                </a:cxn>
                <a:cxn ang="0">
                  <a:pos x="1335" y="1278"/>
                </a:cxn>
                <a:cxn ang="0">
                  <a:pos x="1500" y="1333"/>
                </a:cxn>
                <a:cxn ang="0">
                  <a:pos x="1685" y="1346"/>
                </a:cxn>
                <a:cxn ang="0">
                  <a:pos x="1892" y="1514"/>
                </a:cxn>
                <a:cxn ang="0">
                  <a:pos x="1933" y="1506"/>
                </a:cxn>
                <a:cxn ang="0">
                  <a:pos x="2047" y="1603"/>
                </a:cxn>
                <a:cxn ang="0">
                  <a:pos x="2132" y="1784"/>
                </a:cxn>
                <a:cxn ang="0">
                  <a:pos x="2203" y="1893"/>
                </a:cxn>
                <a:cxn ang="0">
                  <a:pos x="2261" y="1775"/>
                </a:cxn>
                <a:cxn ang="0">
                  <a:pos x="1981" y="1405"/>
                </a:cxn>
                <a:cxn ang="0">
                  <a:pos x="1729" y="1298"/>
                </a:cxn>
                <a:cxn ang="0">
                  <a:pos x="1602" y="175"/>
                </a:cxn>
              </a:cxnLst>
              <a:rect l="0" t="0" r="r" b="b"/>
              <a:pathLst>
                <a:path w="2261" h="1958">
                  <a:moveTo>
                    <a:pt x="1602" y="175"/>
                  </a:moveTo>
                  <a:lnTo>
                    <a:pt x="1533" y="150"/>
                  </a:lnTo>
                  <a:lnTo>
                    <a:pt x="1508" y="142"/>
                  </a:lnTo>
                  <a:lnTo>
                    <a:pt x="1496" y="131"/>
                  </a:lnTo>
                  <a:lnTo>
                    <a:pt x="1440" y="129"/>
                  </a:lnTo>
                  <a:lnTo>
                    <a:pt x="1364" y="142"/>
                  </a:lnTo>
                  <a:lnTo>
                    <a:pt x="1297" y="119"/>
                  </a:lnTo>
                  <a:lnTo>
                    <a:pt x="1256" y="117"/>
                  </a:lnTo>
                  <a:lnTo>
                    <a:pt x="1239" y="122"/>
                  </a:lnTo>
                  <a:lnTo>
                    <a:pt x="1167" y="109"/>
                  </a:lnTo>
                  <a:lnTo>
                    <a:pt x="1125" y="86"/>
                  </a:lnTo>
                  <a:lnTo>
                    <a:pt x="1070" y="83"/>
                  </a:lnTo>
                  <a:lnTo>
                    <a:pt x="1007" y="91"/>
                  </a:lnTo>
                  <a:lnTo>
                    <a:pt x="964" y="99"/>
                  </a:lnTo>
                  <a:lnTo>
                    <a:pt x="935" y="91"/>
                  </a:lnTo>
                  <a:lnTo>
                    <a:pt x="960" y="76"/>
                  </a:lnTo>
                  <a:lnTo>
                    <a:pt x="901" y="64"/>
                  </a:lnTo>
                  <a:lnTo>
                    <a:pt x="918" y="44"/>
                  </a:lnTo>
                  <a:lnTo>
                    <a:pt x="864" y="44"/>
                  </a:lnTo>
                  <a:lnTo>
                    <a:pt x="821" y="56"/>
                  </a:lnTo>
                  <a:lnTo>
                    <a:pt x="775" y="30"/>
                  </a:lnTo>
                  <a:lnTo>
                    <a:pt x="746" y="33"/>
                  </a:lnTo>
                  <a:lnTo>
                    <a:pt x="737" y="50"/>
                  </a:lnTo>
                  <a:lnTo>
                    <a:pt x="717" y="50"/>
                  </a:lnTo>
                  <a:lnTo>
                    <a:pt x="686" y="36"/>
                  </a:lnTo>
                  <a:lnTo>
                    <a:pt x="729" y="16"/>
                  </a:lnTo>
                  <a:lnTo>
                    <a:pt x="703" y="13"/>
                  </a:lnTo>
                  <a:lnTo>
                    <a:pt x="670" y="0"/>
                  </a:lnTo>
                  <a:lnTo>
                    <a:pt x="593" y="48"/>
                  </a:lnTo>
                  <a:lnTo>
                    <a:pt x="531" y="50"/>
                  </a:lnTo>
                  <a:lnTo>
                    <a:pt x="518" y="46"/>
                  </a:lnTo>
                  <a:lnTo>
                    <a:pt x="460" y="76"/>
                  </a:lnTo>
                  <a:lnTo>
                    <a:pt x="400" y="106"/>
                  </a:lnTo>
                  <a:lnTo>
                    <a:pt x="379" y="106"/>
                  </a:lnTo>
                  <a:lnTo>
                    <a:pt x="321" y="127"/>
                  </a:lnTo>
                  <a:lnTo>
                    <a:pt x="290" y="159"/>
                  </a:lnTo>
                  <a:lnTo>
                    <a:pt x="270" y="225"/>
                  </a:lnTo>
                  <a:lnTo>
                    <a:pt x="215" y="256"/>
                  </a:lnTo>
                  <a:lnTo>
                    <a:pt x="93" y="258"/>
                  </a:lnTo>
                  <a:lnTo>
                    <a:pt x="89" y="295"/>
                  </a:lnTo>
                  <a:lnTo>
                    <a:pt x="64" y="301"/>
                  </a:lnTo>
                  <a:lnTo>
                    <a:pt x="93" y="317"/>
                  </a:lnTo>
                  <a:lnTo>
                    <a:pt x="122" y="326"/>
                  </a:lnTo>
                  <a:lnTo>
                    <a:pt x="178" y="348"/>
                  </a:lnTo>
                  <a:lnTo>
                    <a:pt x="232" y="387"/>
                  </a:lnTo>
                  <a:lnTo>
                    <a:pt x="236" y="423"/>
                  </a:lnTo>
                  <a:lnTo>
                    <a:pt x="261" y="427"/>
                  </a:lnTo>
                  <a:lnTo>
                    <a:pt x="286" y="429"/>
                  </a:lnTo>
                  <a:lnTo>
                    <a:pt x="342" y="429"/>
                  </a:lnTo>
                  <a:lnTo>
                    <a:pt x="358" y="427"/>
                  </a:lnTo>
                  <a:lnTo>
                    <a:pt x="379" y="434"/>
                  </a:lnTo>
                  <a:lnTo>
                    <a:pt x="371" y="448"/>
                  </a:lnTo>
                  <a:lnTo>
                    <a:pt x="354" y="466"/>
                  </a:lnTo>
                  <a:lnTo>
                    <a:pt x="392" y="491"/>
                  </a:lnTo>
                  <a:lnTo>
                    <a:pt x="425" y="474"/>
                  </a:lnTo>
                  <a:lnTo>
                    <a:pt x="476" y="470"/>
                  </a:lnTo>
                  <a:lnTo>
                    <a:pt x="493" y="491"/>
                  </a:lnTo>
                  <a:lnTo>
                    <a:pt x="476" y="503"/>
                  </a:lnTo>
                  <a:lnTo>
                    <a:pt x="417" y="513"/>
                  </a:lnTo>
                  <a:lnTo>
                    <a:pt x="404" y="550"/>
                  </a:lnTo>
                  <a:lnTo>
                    <a:pt x="379" y="550"/>
                  </a:lnTo>
                  <a:lnTo>
                    <a:pt x="354" y="571"/>
                  </a:lnTo>
                  <a:lnTo>
                    <a:pt x="286" y="550"/>
                  </a:lnTo>
                  <a:lnTo>
                    <a:pt x="228" y="559"/>
                  </a:lnTo>
                  <a:lnTo>
                    <a:pt x="232" y="534"/>
                  </a:lnTo>
                  <a:lnTo>
                    <a:pt x="236" y="503"/>
                  </a:lnTo>
                  <a:lnTo>
                    <a:pt x="181" y="509"/>
                  </a:lnTo>
                  <a:lnTo>
                    <a:pt x="131" y="521"/>
                  </a:lnTo>
                  <a:lnTo>
                    <a:pt x="114" y="546"/>
                  </a:lnTo>
                  <a:lnTo>
                    <a:pt x="72" y="550"/>
                  </a:lnTo>
                  <a:lnTo>
                    <a:pt x="58" y="584"/>
                  </a:lnTo>
                  <a:lnTo>
                    <a:pt x="38" y="592"/>
                  </a:lnTo>
                  <a:lnTo>
                    <a:pt x="0" y="631"/>
                  </a:lnTo>
                  <a:lnTo>
                    <a:pt x="33" y="660"/>
                  </a:lnTo>
                  <a:lnTo>
                    <a:pt x="54" y="660"/>
                  </a:lnTo>
                  <a:lnTo>
                    <a:pt x="93" y="664"/>
                  </a:lnTo>
                  <a:lnTo>
                    <a:pt x="110" y="681"/>
                  </a:lnTo>
                  <a:lnTo>
                    <a:pt x="93" y="689"/>
                  </a:lnTo>
                  <a:lnTo>
                    <a:pt x="54" y="689"/>
                  </a:lnTo>
                  <a:lnTo>
                    <a:pt x="110" y="770"/>
                  </a:lnTo>
                  <a:lnTo>
                    <a:pt x="168" y="770"/>
                  </a:lnTo>
                  <a:lnTo>
                    <a:pt x="211" y="756"/>
                  </a:lnTo>
                  <a:lnTo>
                    <a:pt x="244" y="774"/>
                  </a:lnTo>
                  <a:lnTo>
                    <a:pt x="299" y="778"/>
                  </a:lnTo>
                  <a:lnTo>
                    <a:pt x="321" y="748"/>
                  </a:lnTo>
                  <a:lnTo>
                    <a:pt x="354" y="739"/>
                  </a:lnTo>
                  <a:lnTo>
                    <a:pt x="375" y="718"/>
                  </a:lnTo>
                  <a:lnTo>
                    <a:pt x="425" y="735"/>
                  </a:lnTo>
                  <a:lnTo>
                    <a:pt x="425" y="770"/>
                  </a:lnTo>
                  <a:lnTo>
                    <a:pt x="392" y="770"/>
                  </a:lnTo>
                  <a:lnTo>
                    <a:pt x="388" y="782"/>
                  </a:lnTo>
                  <a:lnTo>
                    <a:pt x="425" y="824"/>
                  </a:lnTo>
                  <a:lnTo>
                    <a:pt x="429" y="870"/>
                  </a:lnTo>
                  <a:lnTo>
                    <a:pt x="375" y="938"/>
                  </a:lnTo>
                  <a:lnTo>
                    <a:pt x="342" y="925"/>
                  </a:lnTo>
                  <a:lnTo>
                    <a:pt x="303" y="942"/>
                  </a:lnTo>
                  <a:lnTo>
                    <a:pt x="249" y="967"/>
                  </a:lnTo>
                  <a:lnTo>
                    <a:pt x="223" y="942"/>
                  </a:lnTo>
                  <a:lnTo>
                    <a:pt x="181" y="996"/>
                  </a:lnTo>
                  <a:lnTo>
                    <a:pt x="172" y="1042"/>
                  </a:lnTo>
                  <a:lnTo>
                    <a:pt x="151" y="1056"/>
                  </a:lnTo>
                  <a:lnTo>
                    <a:pt x="122" y="1127"/>
                  </a:lnTo>
                  <a:lnTo>
                    <a:pt x="110" y="1139"/>
                  </a:lnTo>
                  <a:lnTo>
                    <a:pt x="118" y="1178"/>
                  </a:lnTo>
                  <a:lnTo>
                    <a:pt x="143" y="1215"/>
                  </a:lnTo>
                  <a:lnTo>
                    <a:pt x="160" y="1211"/>
                  </a:lnTo>
                  <a:lnTo>
                    <a:pt x="172" y="1228"/>
                  </a:lnTo>
                  <a:lnTo>
                    <a:pt x="160" y="1274"/>
                  </a:lnTo>
                  <a:lnTo>
                    <a:pt x="135" y="1278"/>
                  </a:lnTo>
                  <a:lnTo>
                    <a:pt x="228" y="1363"/>
                  </a:lnTo>
                  <a:lnTo>
                    <a:pt x="270" y="1358"/>
                  </a:lnTo>
                  <a:lnTo>
                    <a:pt x="315" y="1346"/>
                  </a:lnTo>
                  <a:lnTo>
                    <a:pt x="319" y="1321"/>
                  </a:lnTo>
                  <a:lnTo>
                    <a:pt x="335" y="1315"/>
                  </a:lnTo>
                  <a:lnTo>
                    <a:pt x="335" y="1354"/>
                  </a:lnTo>
                  <a:lnTo>
                    <a:pt x="347" y="1394"/>
                  </a:lnTo>
                  <a:lnTo>
                    <a:pt x="358" y="1456"/>
                  </a:lnTo>
                  <a:lnTo>
                    <a:pt x="347" y="1501"/>
                  </a:lnTo>
                  <a:lnTo>
                    <a:pt x="380" y="1489"/>
                  </a:lnTo>
                  <a:lnTo>
                    <a:pt x="442" y="1456"/>
                  </a:lnTo>
                  <a:lnTo>
                    <a:pt x="465" y="1472"/>
                  </a:lnTo>
                  <a:lnTo>
                    <a:pt x="488" y="1478"/>
                  </a:lnTo>
                  <a:lnTo>
                    <a:pt x="510" y="1511"/>
                  </a:lnTo>
                  <a:lnTo>
                    <a:pt x="526" y="1517"/>
                  </a:lnTo>
                  <a:lnTo>
                    <a:pt x="543" y="1466"/>
                  </a:lnTo>
                  <a:lnTo>
                    <a:pt x="571" y="1484"/>
                  </a:lnTo>
                  <a:lnTo>
                    <a:pt x="588" y="1489"/>
                  </a:lnTo>
                  <a:lnTo>
                    <a:pt x="616" y="1484"/>
                  </a:lnTo>
                  <a:lnTo>
                    <a:pt x="644" y="1461"/>
                  </a:lnTo>
                  <a:lnTo>
                    <a:pt x="650" y="1484"/>
                  </a:lnTo>
                  <a:lnTo>
                    <a:pt x="616" y="1567"/>
                  </a:lnTo>
                  <a:lnTo>
                    <a:pt x="616" y="1624"/>
                  </a:lnTo>
                  <a:lnTo>
                    <a:pt x="571" y="1640"/>
                  </a:lnTo>
                  <a:lnTo>
                    <a:pt x="533" y="1692"/>
                  </a:lnTo>
                  <a:lnTo>
                    <a:pt x="476" y="1730"/>
                  </a:lnTo>
                  <a:lnTo>
                    <a:pt x="450" y="1758"/>
                  </a:lnTo>
                  <a:lnTo>
                    <a:pt x="442" y="1792"/>
                  </a:lnTo>
                  <a:lnTo>
                    <a:pt x="425" y="1800"/>
                  </a:lnTo>
                  <a:lnTo>
                    <a:pt x="400" y="1788"/>
                  </a:lnTo>
                  <a:lnTo>
                    <a:pt x="362" y="1796"/>
                  </a:lnTo>
                  <a:lnTo>
                    <a:pt x="315" y="1835"/>
                  </a:lnTo>
                  <a:lnTo>
                    <a:pt x="290" y="1872"/>
                  </a:lnTo>
                  <a:lnTo>
                    <a:pt x="261" y="1896"/>
                  </a:lnTo>
                  <a:lnTo>
                    <a:pt x="236" y="1892"/>
                  </a:lnTo>
                  <a:lnTo>
                    <a:pt x="200" y="1910"/>
                  </a:lnTo>
                  <a:lnTo>
                    <a:pt x="187" y="1942"/>
                  </a:lnTo>
                  <a:lnTo>
                    <a:pt x="189" y="1958"/>
                  </a:lnTo>
                  <a:lnTo>
                    <a:pt x="233" y="1946"/>
                  </a:lnTo>
                  <a:lnTo>
                    <a:pt x="268" y="1917"/>
                  </a:lnTo>
                  <a:lnTo>
                    <a:pt x="278" y="1897"/>
                  </a:lnTo>
                  <a:lnTo>
                    <a:pt x="295" y="1897"/>
                  </a:lnTo>
                  <a:lnTo>
                    <a:pt x="350" y="1868"/>
                  </a:lnTo>
                  <a:lnTo>
                    <a:pt x="362" y="1829"/>
                  </a:lnTo>
                  <a:lnTo>
                    <a:pt x="379" y="1835"/>
                  </a:lnTo>
                  <a:lnTo>
                    <a:pt x="392" y="1847"/>
                  </a:lnTo>
                  <a:lnTo>
                    <a:pt x="421" y="1847"/>
                  </a:lnTo>
                  <a:lnTo>
                    <a:pt x="480" y="1813"/>
                  </a:lnTo>
                  <a:lnTo>
                    <a:pt x="514" y="1792"/>
                  </a:lnTo>
                  <a:lnTo>
                    <a:pt x="552" y="1779"/>
                  </a:lnTo>
                  <a:lnTo>
                    <a:pt x="556" y="1763"/>
                  </a:lnTo>
                  <a:lnTo>
                    <a:pt x="649" y="1692"/>
                  </a:lnTo>
                  <a:lnTo>
                    <a:pt x="674" y="1670"/>
                  </a:lnTo>
                  <a:lnTo>
                    <a:pt x="674" y="1640"/>
                  </a:lnTo>
                  <a:lnTo>
                    <a:pt x="729" y="1603"/>
                  </a:lnTo>
                  <a:lnTo>
                    <a:pt x="767" y="1574"/>
                  </a:lnTo>
                  <a:lnTo>
                    <a:pt x="813" y="1548"/>
                  </a:lnTo>
                  <a:lnTo>
                    <a:pt x="821" y="1502"/>
                  </a:lnTo>
                  <a:lnTo>
                    <a:pt x="850" y="1493"/>
                  </a:lnTo>
                  <a:lnTo>
                    <a:pt x="847" y="1443"/>
                  </a:lnTo>
                  <a:lnTo>
                    <a:pt x="817" y="1443"/>
                  </a:lnTo>
                  <a:lnTo>
                    <a:pt x="813" y="1421"/>
                  </a:lnTo>
                  <a:lnTo>
                    <a:pt x="843" y="1379"/>
                  </a:lnTo>
                  <a:lnTo>
                    <a:pt x="881" y="1379"/>
                  </a:lnTo>
                  <a:lnTo>
                    <a:pt x="910" y="1346"/>
                  </a:lnTo>
                  <a:lnTo>
                    <a:pt x="901" y="1307"/>
                  </a:lnTo>
                  <a:lnTo>
                    <a:pt x="1011" y="1170"/>
                  </a:lnTo>
                  <a:lnTo>
                    <a:pt x="1053" y="1174"/>
                  </a:lnTo>
                  <a:lnTo>
                    <a:pt x="1074" y="1148"/>
                  </a:lnTo>
                  <a:lnTo>
                    <a:pt x="1096" y="1148"/>
                  </a:lnTo>
                  <a:lnTo>
                    <a:pt x="1082" y="1211"/>
                  </a:lnTo>
                  <a:lnTo>
                    <a:pt x="1045" y="1207"/>
                  </a:lnTo>
                  <a:lnTo>
                    <a:pt x="986" y="1249"/>
                  </a:lnTo>
                  <a:lnTo>
                    <a:pt x="990" y="1274"/>
                  </a:lnTo>
                  <a:lnTo>
                    <a:pt x="956" y="1358"/>
                  </a:lnTo>
                  <a:lnTo>
                    <a:pt x="960" y="1375"/>
                  </a:lnTo>
                  <a:lnTo>
                    <a:pt x="972" y="1371"/>
                  </a:lnTo>
                  <a:lnTo>
                    <a:pt x="986" y="1379"/>
                  </a:lnTo>
                  <a:lnTo>
                    <a:pt x="972" y="1392"/>
                  </a:lnTo>
                  <a:lnTo>
                    <a:pt x="956" y="1400"/>
                  </a:lnTo>
                  <a:lnTo>
                    <a:pt x="947" y="1417"/>
                  </a:lnTo>
                  <a:lnTo>
                    <a:pt x="999" y="1417"/>
                  </a:lnTo>
                  <a:lnTo>
                    <a:pt x="1061" y="1379"/>
                  </a:lnTo>
                  <a:lnTo>
                    <a:pt x="1092" y="1338"/>
                  </a:lnTo>
                  <a:lnTo>
                    <a:pt x="1154" y="1338"/>
                  </a:lnTo>
                  <a:lnTo>
                    <a:pt x="1171" y="1288"/>
                  </a:lnTo>
                  <a:lnTo>
                    <a:pt x="1163" y="1261"/>
                  </a:lnTo>
                  <a:lnTo>
                    <a:pt x="1171" y="1249"/>
                  </a:lnTo>
                  <a:lnTo>
                    <a:pt x="1150" y="1241"/>
                  </a:lnTo>
                  <a:lnTo>
                    <a:pt x="1192" y="1195"/>
                  </a:lnTo>
                  <a:lnTo>
                    <a:pt x="1209" y="1199"/>
                  </a:lnTo>
                  <a:lnTo>
                    <a:pt x="1200" y="1224"/>
                  </a:lnTo>
                  <a:lnTo>
                    <a:pt x="1225" y="1224"/>
                  </a:lnTo>
                  <a:lnTo>
                    <a:pt x="1264" y="1211"/>
                  </a:lnTo>
                  <a:lnTo>
                    <a:pt x="1276" y="1241"/>
                  </a:lnTo>
                  <a:lnTo>
                    <a:pt x="1335" y="1278"/>
                  </a:lnTo>
                  <a:lnTo>
                    <a:pt x="1368" y="1270"/>
                  </a:lnTo>
                  <a:lnTo>
                    <a:pt x="1382" y="1282"/>
                  </a:lnTo>
                  <a:lnTo>
                    <a:pt x="1390" y="1329"/>
                  </a:lnTo>
                  <a:lnTo>
                    <a:pt x="1465" y="1329"/>
                  </a:lnTo>
                  <a:lnTo>
                    <a:pt x="1500" y="1333"/>
                  </a:lnTo>
                  <a:lnTo>
                    <a:pt x="1521" y="1342"/>
                  </a:lnTo>
                  <a:lnTo>
                    <a:pt x="1579" y="1342"/>
                  </a:lnTo>
                  <a:lnTo>
                    <a:pt x="1592" y="1354"/>
                  </a:lnTo>
                  <a:lnTo>
                    <a:pt x="1651" y="1367"/>
                  </a:lnTo>
                  <a:lnTo>
                    <a:pt x="1685" y="1346"/>
                  </a:lnTo>
                  <a:lnTo>
                    <a:pt x="1689" y="1400"/>
                  </a:lnTo>
                  <a:lnTo>
                    <a:pt x="1765" y="1431"/>
                  </a:lnTo>
                  <a:lnTo>
                    <a:pt x="1782" y="1477"/>
                  </a:lnTo>
                  <a:lnTo>
                    <a:pt x="1820" y="1518"/>
                  </a:lnTo>
                  <a:lnTo>
                    <a:pt x="1892" y="1514"/>
                  </a:lnTo>
                  <a:lnTo>
                    <a:pt x="1871" y="1489"/>
                  </a:lnTo>
                  <a:lnTo>
                    <a:pt x="1875" y="1477"/>
                  </a:lnTo>
                  <a:lnTo>
                    <a:pt x="1896" y="1477"/>
                  </a:lnTo>
                  <a:lnTo>
                    <a:pt x="1921" y="1506"/>
                  </a:lnTo>
                  <a:lnTo>
                    <a:pt x="1933" y="1506"/>
                  </a:lnTo>
                  <a:lnTo>
                    <a:pt x="1946" y="1456"/>
                  </a:lnTo>
                  <a:lnTo>
                    <a:pt x="1963" y="1497"/>
                  </a:lnTo>
                  <a:lnTo>
                    <a:pt x="1988" y="1506"/>
                  </a:lnTo>
                  <a:lnTo>
                    <a:pt x="2014" y="1522"/>
                  </a:lnTo>
                  <a:lnTo>
                    <a:pt x="2047" y="1603"/>
                  </a:lnTo>
                  <a:lnTo>
                    <a:pt x="2056" y="1657"/>
                  </a:lnTo>
                  <a:lnTo>
                    <a:pt x="2085" y="1686"/>
                  </a:lnTo>
                  <a:lnTo>
                    <a:pt x="2106" y="1699"/>
                  </a:lnTo>
                  <a:lnTo>
                    <a:pt x="2110" y="1750"/>
                  </a:lnTo>
                  <a:lnTo>
                    <a:pt x="2132" y="1784"/>
                  </a:lnTo>
                  <a:lnTo>
                    <a:pt x="2135" y="1813"/>
                  </a:lnTo>
                  <a:lnTo>
                    <a:pt x="2149" y="1817"/>
                  </a:lnTo>
                  <a:lnTo>
                    <a:pt x="2157" y="1839"/>
                  </a:lnTo>
                  <a:lnTo>
                    <a:pt x="2195" y="1847"/>
                  </a:lnTo>
                  <a:lnTo>
                    <a:pt x="2203" y="1893"/>
                  </a:lnTo>
                  <a:lnTo>
                    <a:pt x="2215" y="1893"/>
                  </a:lnTo>
                  <a:lnTo>
                    <a:pt x="2241" y="1897"/>
                  </a:lnTo>
                  <a:lnTo>
                    <a:pt x="2256" y="1876"/>
                  </a:lnTo>
                  <a:lnTo>
                    <a:pt x="2251" y="1832"/>
                  </a:lnTo>
                  <a:lnTo>
                    <a:pt x="2261" y="1775"/>
                  </a:lnTo>
                  <a:lnTo>
                    <a:pt x="2183" y="1725"/>
                  </a:lnTo>
                  <a:lnTo>
                    <a:pt x="2138" y="1680"/>
                  </a:lnTo>
                  <a:lnTo>
                    <a:pt x="2065" y="1511"/>
                  </a:lnTo>
                  <a:lnTo>
                    <a:pt x="2026" y="1484"/>
                  </a:lnTo>
                  <a:lnTo>
                    <a:pt x="1981" y="1405"/>
                  </a:lnTo>
                  <a:lnTo>
                    <a:pt x="1937" y="1371"/>
                  </a:lnTo>
                  <a:lnTo>
                    <a:pt x="1892" y="1383"/>
                  </a:lnTo>
                  <a:lnTo>
                    <a:pt x="1847" y="1433"/>
                  </a:lnTo>
                  <a:lnTo>
                    <a:pt x="1819" y="1433"/>
                  </a:lnTo>
                  <a:lnTo>
                    <a:pt x="1729" y="1298"/>
                  </a:lnTo>
                  <a:lnTo>
                    <a:pt x="1701" y="1265"/>
                  </a:lnTo>
                  <a:lnTo>
                    <a:pt x="1678" y="1281"/>
                  </a:lnTo>
                  <a:lnTo>
                    <a:pt x="1667" y="1321"/>
                  </a:lnTo>
                  <a:lnTo>
                    <a:pt x="1602" y="1276"/>
                  </a:lnTo>
                  <a:lnTo>
                    <a:pt x="1602" y="17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 235"/>
            <p:cNvSpPr>
              <a:spLocks/>
            </p:cNvSpPr>
            <p:nvPr/>
          </p:nvSpPr>
          <p:spPr bwMode="auto">
            <a:xfrm>
              <a:off x="2429970" y="2860650"/>
              <a:ext cx="25944" cy="19457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0" y="0"/>
                </a:cxn>
                <a:cxn ang="0">
                  <a:pos x="42" y="3"/>
                </a:cxn>
                <a:cxn ang="0">
                  <a:pos x="62" y="23"/>
                </a:cxn>
                <a:cxn ang="0">
                  <a:pos x="65" y="45"/>
                </a:cxn>
                <a:cxn ang="0">
                  <a:pos x="37" y="48"/>
                </a:cxn>
                <a:cxn ang="0">
                  <a:pos x="22" y="28"/>
                </a:cxn>
                <a:cxn ang="0">
                  <a:pos x="0" y="25"/>
                </a:cxn>
                <a:cxn ang="0">
                  <a:pos x="0" y="11"/>
                </a:cxn>
              </a:cxnLst>
              <a:rect l="0" t="0" r="r" b="b"/>
              <a:pathLst>
                <a:path w="65" h="48">
                  <a:moveTo>
                    <a:pt x="0" y="11"/>
                  </a:moveTo>
                  <a:lnTo>
                    <a:pt x="20" y="0"/>
                  </a:lnTo>
                  <a:lnTo>
                    <a:pt x="42" y="3"/>
                  </a:lnTo>
                  <a:lnTo>
                    <a:pt x="62" y="23"/>
                  </a:lnTo>
                  <a:lnTo>
                    <a:pt x="65" y="45"/>
                  </a:lnTo>
                  <a:lnTo>
                    <a:pt x="37" y="48"/>
                  </a:lnTo>
                  <a:lnTo>
                    <a:pt x="22" y="28"/>
                  </a:lnTo>
                  <a:lnTo>
                    <a:pt x="0" y="25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 236"/>
            <p:cNvSpPr>
              <a:spLocks/>
            </p:cNvSpPr>
            <p:nvPr/>
          </p:nvSpPr>
          <p:spPr bwMode="auto">
            <a:xfrm>
              <a:off x="1789495" y="2127756"/>
              <a:ext cx="64858" cy="22700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161" y="8"/>
                </a:cxn>
                <a:cxn ang="0">
                  <a:pos x="161" y="20"/>
                </a:cxn>
                <a:cxn ang="0">
                  <a:pos x="130" y="28"/>
                </a:cxn>
                <a:cxn ang="0">
                  <a:pos x="105" y="48"/>
                </a:cxn>
                <a:cxn ang="0">
                  <a:pos x="38" y="56"/>
                </a:cxn>
                <a:cxn ang="0">
                  <a:pos x="0" y="41"/>
                </a:cxn>
                <a:cxn ang="0">
                  <a:pos x="26" y="16"/>
                </a:cxn>
                <a:cxn ang="0">
                  <a:pos x="84" y="13"/>
                </a:cxn>
                <a:cxn ang="0">
                  <a:pos x="144" y="0"/>
                </a:cxn>
              </a:cxnLst>
              <a:rect l="0" t="0" r="r" b="b"/>
              <a:pathLst>
                <a:path w="161" h="56">
                  <a:moveTo>
                    <a:pt x="144" y="0"/>
                  </a:moveTo>
                  <a:lnTo>
                    <a:pt x="161" y="8"/>
                  </a:lnTo>
                  <a:lnTo>
                    <a:pt x="161" y="20"/>
                  </a:lnTo>
                  <a:lnTo>
                    <a:pt x="130" y="28"/>
                  </a:lnTo>
                  <a:lnTo>
                    <a:pt x="105" y="48"/>
                  </a:lnTo>
                  <a:lnTo>
                    <a:pt x="38" y="56"/>
                  </a:lnTo>
                  <a:lnTo>
                    <a:pt x="0" y="41"/>
                  </a:lnTo>
                  <a:lnTo>
                    <a:pt x="26" y="16"/>
                  </a:lnTo>
                  <a:lnTo>
                    <a:pt x="84" y="13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 237"/>
            <p:cNvSpPr>
              <a:spLocks/>
            </p:cNvSpPr>
            <p:nvPr/>
          </p:nvSpPr>
          <p:spPr bwMode="auto">
            <a:xfrm>
              <a:off x="1372781" y="1860215"/>
              <a:ext cx="243219" cy="173494"/>
            </a:xfrm>
            <a:custGeom>
              <a:avLst/>
              <a:gdLst/>
              <a:ahLst/>
              <a:cxnLst>
                <a:cxn ang="0">
                  <a:pos x="603" y="147"/>
                </a:cxn>
                <a:cxn ang="0">
                  <a:pos x="578" y="153"/>
                </a:cxn>
                <a:cxn ang="0">
                  <a:pos x="561" y="165"/>
                </a:cxn>
                <a:cxn ang="0">
                  <a:pos x="464" y="211"/>
                </a:cxn>
                <a:cxn ang="0">
                  <a:pos x="439" y="226"/>
                </a:cxn>
                <a:cxn ang="0">
                  <a:pos x="383" y="256"/>
                </a:cxn>
                <a:cxn ang="0">
                  <a:pos x="375" y="289"/>
                </a:cxn>
                <a:cxn ang="0">
                  <a:pos x="358" y="297"/>
                </a:cxn>
                <a:cxn ang="0">
                  <a:pos x="346" y="287"/>
                </a:cxn>
                <a:cxn ang="0">
                  <a:pos x="312" y="301"/>
                </a:cxn>
                <a:cxn ang="0">
                  <a:pos x="312" y="362"/>
                </a:cxn>
                <a:cxn ang="0">
                  <a:pos x="269" y="387"/>
                </a:cxn>
                <a:cxn ang="0">
                  <a:pos x="253" y="378"/>
                </a:cxn>
                <a:cxn ang="0">
                  <a:pos x="207" y="410"/>
                </a:cxn>
                <a:cxn ang="0">
                  <a:pos x="173" y="428"/>
                </a:cxn>
                <a:cxn ang="0">
                  <a:pos x="140" y="426"/>
                </a:cxn>
                <a:cxn ang="0">
                  <a:pos x="130" y="375"/>
                </a:cxn>
                <a:cxn ang="0">
                  <a:pos x="30" y="329"/>
                </a:cxn>
                <a:cxn ang="0">
                  <a:pos x="0" y="326"/>
                </a:cxn>
                <a:cxn ang="0">
                  <a:pos x="4" y="284"/>
                </a:cxn>
                <a:cxn ang="0">
                  <a:pos x="55" y="259"/>
                </a:cxn>
                <a:cxn ang="0">
                  <a:pos x="51" y="244"/>
                </a:cxn>
                <a:cxn ang="0">
                  <a:pos x="34" y="231"/>
                </a:cxn>
                <a:cxn ang="0">
                  <a:pos x="34" y="208"/>
                </a:cxn>
                <a:cxn ang="0">
                  <a:pos x="55" y="211"/>
                </a:cxn>
                <a:cxn ang="0">
                  <a:pos x="80" y="195"/>
                </a:cxn>
                <a:cxn ang="0">
                  <a:pos x="51" y="183"/>
                </a:cxn>
                <a:cxn ang="0">
                  <a:pos x="51" y="161"/>
                </a:cxn>
                <a:cxn ang="0">
                  <a:pos x="105" y="117"/>
                </a:cxn>
                <a:cxn ang="0">
                  <a:pos x="64" y="24"/>
                </a:cxn>
                <a:cxn ang="0">
                  <a:pos x="194" y="14"/>
                </a:cxn>
                <a:cxn ang="0">
                  <a:pos x="228" y="0"/>
                </a:cxn>
                <a:cxn ang="0">
                  <a:pos x="279" y="3"/>
                </a:cxn>
                <a:cxn ang="0">
                  <a:pos x="341" y="49"/>
                </a:cxn>
                <a:cxn ang="0">
                  <a:pos x="354" y="64"/>
                </a:cxn>
                <a:cxn ang="0">
                  <a:pos x="371" y="49"/>
                </a:cxn>
                <a:cxn ang="0">
                  <a:pos x="387" y="49"/>
                </a:cxn>
                <a:cxn ang="0">
                  <a:pos x="393" y="75"/>
                </a:cxn>
                <a:cxn ang="0">
                  <a:pos x="408" y="67"/>
                </a:cxn>
                <a:cxn ang="0">
                  <a:pos x="414" y="49"/>
                </a:cxn>
                <a:cxn ang="0">
                  <a:pos x="485" y="44"/>
                </a:cxn>
                <a:cxn ang="0">
                  <a:pos x="598" y="125"/>
                </a:cxn>
                <a:cxn ang="0">
                  <a:pos x="603" y="147"/>
                </a:cxn>
              </a:cxnLst>
              <a:rect l="0" t="0" r="r" b="b"/>
              <a:pathLst>
                <a:path w="603" h="428">
                  <a:moveTo>
                    <a:pt x="603" y="147"/>
                  </a:moveTo>
                  <a:lnTo>
                    <a:pt x="578" y="153"/>
                  </a:lnTo>
                  <a:lnTo>
                    <a:pt x="561" y="165"/>
                  </a:lnTo>
                  <a:lnTo>
                    <a:pt x="464" y="211"/>
                  </a:lnTo>
                  <a:lnTo>
                    <a:pt x="439" y="226"/>
                  </a:lnTo>
                  <a:lnTo>
                    <a:pt x="383" y="256"/>
                  </a:lnTo>
                  <a:lnTo>
                    <a:pt x="375" y="289"/>
                  </a:lnTo>
                  <a:lnTo>
                    <a:pt x="358" y="297"/>
                  </a:lnTo>
                  <a:lnTo>
                    <a:pt x="346" y="287"/>
                  </a:lnTo>
                  <a:lnTo>
                    <a:pt x="312" y="301"/>
                  </a:lnTo>
                  <a:lnTo>
                    <a:pt x="312" y="362"/>
                  </a:lnTo>
                  <a:lnTo>
                    <a:pt x="269" y="387"/>
                  </a:lnTo>
                  <a:lnTo>
                    <a:pt x="253" y="378"/>
                  </a:lnTo>
                  <a:lnTo>
                    <a:pt x="207" y="410"/>
                  </a:lnTo>
                  <a:lnTo>
                    <a:pt x="173" y="428"/>
                  </a:lnTo>
                  <a:lnTo>
                    <a:pt x="140" y="426"/>
                  </a:lnTo>
                  <a:lnTo>
                    <a:pt x="130" y="375"/>
                  </a:lnTo>
                  <a:lnTo>
                    <a:pt x="30" y="329"/>
                  </a:lnTo>
                  <a:lnTo>
                    <a:pt x="0" y="326"/>
                  </a:lnTo>
                  <a:lnTo>
                    <a:pt x="4" y="284"/>
                  </a:lnTo>
                  <a:lnTo>
                    <a:pt x="55" y="259"/>
                  </a:lnTo>
                  <a:lnTo>
                    <a:pt x="51" y="244"/>
                  </a:lnTo>
                  <a:lnTo>
                    <a:pt x="34" y="231"/>
                  </a:lnTo>
                  <a:lnTo>
                    <a:pt x="34" y="208"/>
                  </a:lnTo>
                  <a:lnTo>
                    <a:pt x="55" y="211"/>
                  </a:lnTo>
                  <a:lnTo>
                    <a:pt x="80" y="195"/>
                  </a:lnTo>
                  <a:lnTo>
                    <a:pt x="51" y="183"/>
                  </a:lnTo>
                  <a:lnTo>
                    <a:pt x="51" y="161"/>
                  </a:lnTo>
                  <a:lnTo>
                    <a:pt x="105" y="117"/>
                  </a:lnTo>
                  <a:lnTo>
                    <a:pt x="64" y="24"/>
                  </a:lnTo>
                  <a:lnTo>
                    <a:pt x="194" y="14"/>
                  </a:lnTo>
                  <a:lnTo>
                    <a:pt x="228" y="0"/>
                  </a:lnTo>
                  <a:lnTo>
                    <a:pt x="279" y="3"/>
                  </a:lnTo>
                  <a:lnTo>
                    <a:pt x="341" y="49"/>
                  </a:lnTo>
                  <a:lnTo>
                    <a:pt x="354" y="64"/>
                  </a:lnTo>
                  <a:lnTo>
                    <a:pt x="371" y="49"/>
                  </a:lnTo>
                  <a:lnTo>
                    <a:pt x="387" y="49"/>
                  </a:lnTo>
                  <a:lnTo>
                    <a:pt x="393" y="75"/>
                  </a:lnTo>
                  <a:lnTo>
                    <a:pt x="408" y="67"/>
                  </a:lnTo>
                  <a:lnTo>
                    <a:pt x="414" y="49"/>
                  </a:lnTo>
                  <a:lnTo>
                    <a:pt x="485" y="44"/>
                  </a:lnTo>
                  <a:lnTo>
                    <a:pt x="598" y="125"/>
                  </a:lnTo>
                  <a:lnTo>
                    <a:pt x="603" y="14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 238"/>
            <p:cNvSpPr>
              <a:spLocks/>
            </p:cNvSpPr>
            <p:nvPr/>
          </p:nvSpPr>
          <p:spPr bwMode="auto">
            <a:xfrm>
              <a:off x="1436019" y="1725636"/>
              <a:ext cx="178360" cy="81074"/>
            </a:xfrm>
            <a:custGeom>
              <a:avLst/>
              <a:gdLst/>
              <a:ahLst/>
              <a:cxnLst>
                <a:cxn ang="0">
                  <a:pos x="96" y="178"/>
                </a:cxn>
                <a:cxn ang="0">
                  <a:pos x="66" y="174"/>
                </a:cxn>
                <a:cxn ang="0">
                  <a:pos x="46" y="183"/>
                </a:cxn>
                <a:cxn ang="0">
                  <a:pos x="25" y="179"/>
                </a:cxn>
                <a:cxn ang="0">
                  <a:pos x="25" y="159"/>
                </a:cxn>
                <a:cxn ang="0">
                  <a:pos x="0" y="149"/>
                </a:cxn>
                <a:cxn ang="0">
                  <a:pos x="25" y="138"/>
                </a:cxn>
                <a:cxn ang="0">
                  <a:pos x="54" y="131"/>
                </a:cxn>
                <a:cxn ang="0">
                  <a:pos x="96" y="121"/>
                </a:cxn>
                <a:cxn ang="0">
                  <a:pos x="104" y="100"/>
                </a:cxn>
                <a:cxn ang="0">
                  <a:pos x="130" y="97"/>
                </a:cxn>
                <a:cxn ang="0">
                  <a:pos x="139" y="82"/>
                </a:cxn>
                <a:cxn ang="0">
                  <a:pos x="205" y="53"/>
                </a:cxn>
                <a:cxn ang="0">
                  <a:pos x="205" y="37"/>
                </a:cxn>
                <a:cxn ang="0">
                  <a:pos x="244" y="24"/>
                </a:cxn>
                <a:cxn ang="0">
                  <a:pos x="311" y="23"/>
                </a:cxn>
                <a:cxn ang="0">
                  <a:pos x="323" y="25"/>
                </a:cxn>
                <a:cxn ang="0">
                  <a:pos x="357" y="25"/>
                </a:cxn>
                <a:cxn ang="0">
                  <a:pos x="379" y="23"/>
                </a:cxn>
                <a:cxn ang="0">
                  <a:pos x="357" y="14"/>
                </a:cxn>
                <a:cxn ang="0">
                  <a:pos x="357" y="6"/>
                </a:cxn>
                <a:cxn ang="0">
                  <a:pos x="404" y="0"/>
                </a:cxn>
                <a:cxn ang="0">
                  <a:pos x="441" y="24"/>
                </a:cxn>
                <a:cxn ang="0">
                  <a:pos x="433" y="33"/>
                </a:cxn>
                <a:cxn ang="0">
                  <a:pos x="412" y="33"/>
                </a:cxn>
                <a:cxn ang="0">
                  <a:pos x="400" y="52"/>
                </a:cxn>
                <a:cxn ang="0">
                  <a:pos x="421" y="66"/>
                </a:cxn>
                <a:cxn ang="0">
                  <a:pos x="395" y="77"/>
                </a:cxn>
                <a:cxn ang="0">
                  <a:pos x="416" y="101"/>
                </a:cxn>
                <a:cxn ang="0">
                  <a:pos x="365" y="112"/>
                </a:cxn>
                <a:cxn ang="0">
                  <a:pos x="353" y="145"/>
                </a:cxn>
                <a:cxn ang="0">
                  <a:pos x="290" y="121"/>
                </a:cxn>
                <a:cxn ang="0">
                  <a:pos x="307" y="93"/>
                </a:cxn>
                <a:cxn ang="0">
                  <a:pos x="269" y="93"/>
                </a:cxn>
                <a:cxn ang="0">
                  <a:pos x="257" y="135"/>
                </a:cxn>
                <a:cxn ang="0">
                  <a:pos x="230" y="149"/>
                </a:cxn>
                <a:cxn ang="0">
                  <a:pos x="214" y="131"/>
                </a:cxn>
                <a:cxn ang="0">
                  <a:pos x="189" y="138"/>
                </a:cxn>
                <a:cxn ang="0">
                  <a:pos x="201" y="179"/>
                </a:cxn>
                <a:cxn ang="0">
                  <a:pos x="151" y="188"/>
                </a:cxn>
                <a:cxn ang="0">
                  <a:pos x="155" y="163"/>
                </a:cxn>
                <a:cxn ang="0">
                  <a:pos x="134" y="165"/>
                </a:cxn>
                <a:cxn ang="0">
                  <a:pos x="130" y="199"/>
                </a:cxn>
                <a:cxn ang="0">
                  <a:pos x="112" y="199"/>
                </a:cxn>
                <a:cxn ang="0">
                  <a:pos x="96" y="178"/>
                </a:cxn>
              </a:cxnLst>
              <a:rect l="0" t="0" r="r" b="b"/>
              <a:pathLst>
                <a:path w="441" h="199">
                  <a:moveTo>
                    <a:pt x="96" y="178"/>
                  </a:moveTo>
                  <a:lnTo>
                    <a:pt x="66" y="174"/>
                  </a:lnTo>
                  <a:lnTo>
                    <a:pt x="46" y="183"/>
                  </a:lnTo>
                  <a:lnTo>
                    <a:pt x="25" y="179"/>
                  </a:lnTo>
                  <a:lnTo>
                    <a:pt x="25" y="159"/>
                  </a:lnTo>
                  <a:lnTo>
                    <a:pt x="0" y="149"/>
                  </a:lnTo>
                  <a:lnTo>
                    <a:pt x="25" y="138"/>
                  </a:lnTo>
                  <a:lnTo>
                    <a:pt x="54" y="131"/>
                  </a:lnTo>
                  <a:lnTo>
                    <a:pt x="96" y="121"/>
                  </a:lnTo>
                  <a:lnTo>
                    <a:pt x="104" y="100"/>
                  </a:lnTo>
                  <a:lnTo>
                    <a:pt x="130" y="97"/>
                  </a:lnTo>
                  <a:lnTo>
                    <a:pt x="139" y="82"/>
                  </a:lnTo>
                  <a:lnTo>
                    <a:pt x="205" y="53"/>
                  </a:lnTo>
                  <a:lnTo>
                    <a:pt x="205" y="37"/>
                  </a:lnTo>
                  <a:lnTo>
                    <a:pt x="244" y="24"/>
                  </a:lnTo>
                  <a:lnTo>
                    <a:pt x="311" y="23"/>
                  </a:lnTo>
                  <a:lnTo>
                    <a:pt x="323" y="25"/>
                  </a:lnTo>
                  <a:lnTo>
                    <a:pt x="357" y="25"/>
                  </a:lnTo>
                  <a:lnTo>
                    <a:pt x="379" y="23"/>
                  </a:lnTo>
                  <a:lnTo>
                    <a:pt x="357" y="14"/>
                  </a:lnTo>
                  <a:lnTo>
                    <a:pt x="357" y="6"/>
                  </a:lnTo>
                  <a:lnTo>
                    <a:pt x="404" y="0"/>
                  </a:lnTo>
                  <a:lnTo>
                    <a:pt x="441" y="24"/>
                  </a:lnTo>
                  <a:lnTo>
                    <a:pt x="433" y="33"/>
                  </a:lnTo>
                  <a:lnTo>
                    <a:pt x="412" y="33"/>
                  </a:lnTo>
                  <a:lnTo>
                    <a:pt x="400" y="52"/>
                  </a:lnTo>
                  <a:lnTo>
                    <a:pt x="421" y="66"/>
                  </a:lnTo>
                  <a:lnTo>
                    <a:pt x="395" y="77"/>
                  </a:lnTo>
                  <a:lnTo>
                    <a:pt x="416" y="101"/>
                  </a:lnTo>
                  <a:lnTo>
                    <a:pt x="365" y="112"/>
                  </a:lnTo>
                  <a:lnTo>
                    <a:pt x="353" y="145"/>
                  </a:lnTo>
                  <a:lnTo>
                    <a:pt x="290" y="121"/>
                  </a:lnTo>
                  <a:lnTo>
                    <a:pt x="307" y="93"/>
                  </a:lnTo>
                  <a:lnTo>
                    <a:pt x="269" y="93"/>
                  </a:lnTo>
                  <a:lnTo>
                    <a:pt x="257" y="135"/>
                  </a:lnTo>
                  <a:lnTo>
                    <a:pt x="230" y="149"/>
                  </a:lnTo>
                  <a:lnTo>
                    <a:pt x="214" y="131"/>
                  </a:lnTo>
                  <a:lnTo>
                    <a:pt x="189" y="138"/>
                  </a:lnTo>
                  <a:lnTo>
                    <a:pt x="201" y="179"/>
                  </a:lnTo>
                  <a:lnTo>
                    <a:pt x="151" y="188"/>
                  </a:lnTo>
                  <a:lnTo>
                    <a:pt x="155" y="163"/>
                  </a:lnTo>
                  <a:lnTo>
                    <a:pt x="134" y="165"/>
                  </a:lnTo>
                  <a:lnTo>
                    <a:pt x="130" y="199"/>
                  </a:lnTo>
                  <a:lnTo>
                    <a:pt x="112" y="199"/>
                  </a:lnTo>
                  <a:lnTo>
                    <a:pt x="96" y="17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 239"/>
            <p:cNvSpPr>
              <a:spLocks/>
            </p:cNvSpPr>
            <p:nvPr/>
          </p:nvSpPr>
          <p:spPr bwMode="auto">
            <a:xfrm>
              <a:off x="1669507" y="1665642"/>
              <a:ext cx="90802" cy="24322"/>
            </a:xfrm>
            <a:custGeom>
              <a:avLst/>
              <a:gdLst/>
              <a:ahLst/>
              <a:cxnLst>
                <a:cxn ang="0">
                  <a:pos x="160" y="0"/>
                </a:cxn>
                <a:cxn ang="0">
                  <a:pos x="193" y="24"/>
                </a:cxn>
                <a:cxn ang="0">
                  <a:pos x="224" y="25"/>
                </a:cxn>
                <a:cxn ang="0">
                  <a:pos x="224" y="51"/>
                </a:cxn>
                <a:cxn ang="0">
                  <a:pos x="156" y="63"/>
                </a:cxn>
                <a:cxn ang="0">
                  <a:pos x="122" y="44"/>
                </a:cxn>
                <a:cxn ang="0">
                  <a:pos x="110" y="55"/>
                </a:cxn>
                <a:cxn ang="0">
                  <a:pos x="81" y="57"/>
                </a:cxn>
                <a:cxn ang="0">
                  <a:pos x="50" y="53"/>
                </a:cxn>
                <a:cxn ang="0">
                  <a:pos x="9" y="57"/>
                </a:cxn>
                <a:cxn ang="0">
                  <a:pos x="0" y="43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93" y="20"/>
                </a:cxn>
                <a:cxn ang="0">
                  <a:pos x="127" y="2"/>
                </a:cxn>
                <a:cxn ang="0">
                  <a:pos x="160" y="0"/>
                </a:cxn>
              </a:cxnLst>
              <a:rect l="0" t="0" r="r" b="b"/>
              <a:pathLst>
                <a:path w="224" h="63">
                  <a:moveTo>
                    <a:pt x="160" y="0"/>
                  </a:moveTo>
                  <a:lnTo>
                    <a:pt x="193" y="24"/>
                  </a:lnTo>
                  <a:lnTo>
                    <a:pt x="224" y="25"/>
                  </a:lnTo>
                  <a:lnTo>
                    <a:pt x="224" y="51"/>
                  </a:lnTo>
                  <a:lnTo>
                    <a:pt x="156" y="63"/>
                  </a:lnTo>
                  <a:lnTo>
                    <a:pt x="122" y="44"/>
                  </a:lnTo>
                  <a:lnTo>
                    <a:pt x="110" y="55"/>
                  </a:lnTo>
                  <a:lnTo>
                    <a:pt x="81" y="57"/>
                  </a:lnTo>
                  <a:lnTo>
                    <a:pt x="50" y="53"/>
                  </a:lnTo>
                  <a:lnTo>
                    <a:pt x="9" y="57"/>
                  </a:lnTo>
                  <a:lnTo>
                    <a:pt x="0" y="43"/>
                  </a:lnTo>
                  <a:lnTo>
                    <a:pt x="25" y="36"/>
                  </a:lnTo>
                  <a:lnTo>
                    <a:pt x="29" y="24"/>
                  </a:lnTo>
                  <a:lnTo>
                    <a:pt x="93" y="20"/>
                  </a:lnTo>
                  <a:lnTo>
                    <a:pt x="127" y="2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 240"/>
            <p:cNvSpPr>
              <a:spLocks/>
            </p:cNvSpPr>
            <p:nvPr/>
          </p:nvSpPr>
          <p:spPr bwMode="auto">
            <a:xfrm>
              <a:off x="1669507" y="1699691"/>
              <a:ext cx="89180" cy="32428"/>
            </a:xfrm>
            <a:custGeom>
              <a:avLst/>
              <a:gdLst/>
              <a:ahLst/>
              <a:cxnLst>
                <a:cxn ang="0">
                  <a:pos x="215" y="3"/>
                </a:cxn>
                <a:cxn ang="0">
                  <a:pos x="156" y="0"/>
                </a:cxn>
                <a:cxn ang="0">
                  <a:pos x="102" y="2"/>
                </a:cxn>
                <a:cxn ang="0">
                  <a:pos x="0" y="26"/>
                </a:cxn>
                <a:cxn ang="0">
                  <a:pos x="4" y="64"/>
                </a:cxn>
                <a:cxn ang="0">
                  <a:pos x="64" y="80"/>
                </a:cxn>
                <a:cxn ang="0">
                  <a:pos x="164" y="73"/>
                </a:cxn>
                <a:cxn ang="0">
                  <a:pos x="193" y="61"/>
                </a:cxn>
                <a:cxn ang="0">
                  <a:pos x="185" y="47"/>
                </a:cxn>
                <a:cxn ang="0">
                  <a:pos x="139" y="40"/>
                </a:cxn>
                <a:cxn ang="0">
                  <a:pos x="143" y="26"/>
                </a:cxn>
                <a:cxn ang="0">
                  <a:pos x="220" y="16"/>
                </a:cxn>
                <a:cxn ang="0">
                  <a:pos x="215" y="3"/>
                </a:cxn>
              </a:cxnLst>
              <a:rect l="0" t="0" r="r" b="b"/>
              <a:pathLst>
                <a:path w="220" h="80">
                  <a:moveTo>
                    <a:pt x="215" y="3"/>
                  </a:moveTo>
                  <a:lnTo>
                    <a:pt x="156" y="0"/>
                  </a:lnTo>
                  <a:lnTo>
                    <a:pt x="102" y="2"/>
                  </a:lnTo>
                  <a:lnTo>
                    <a:pt x="0" y="26"/>
                  </a:lnTo>
                  <a:lnTo>
                    <a:pt x="4" y="64"/>
                  </a:lnTo>
                  <a:lnTo>
                    <a:pt x="64" y="80"/>
                  </a:lnTo>
                  <a:lnTo>
                    <a:pt x="164" y="73"/>
                  </a:lnTo>
                  <a:lnTo>
                    <a:pt x="193" y="61"/>
                  </a:lnTo>
                  <a:lnTo>
                    <a:pt x="185" y="47"/>
                  </a:lnTo>
                  <a:lnTo>
                    <a:pt x="139" y="40"/>
                  </a:lnTo>
                  <a:lnTo>
                    <a:pt x="143" y="26"/>
                  </a:lnTo>
                  <a:lnTo>
                    <a:pt x="220" y="16"/>
                  </a:lnTo>
                  <a:lnTo>
                    <a:pt x="215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 241"/>
            <p:cNvSpPr>
              <a:spLocks/>
            </p:cNvSpPr>
            <p:nvPr/>
          </p:nvSpPr>
          <p:spPr bwMode="auto">
            <a:xfrm>
              <a:off x="1622485" y="1702935"/>
              <a:ext cx="34050" cy="12972"/>
            </a:xfrm>
            <a:custGeom>
              <a:avLst/>
              <a:gdLst/>
              <a:ahLst/>
              <a:cxnLst>
                <a:cxn ang="0">
                  <a:pos x="50" y="4"/>
                </a:cxn>
                <a:cxn ang="0">
                  <a:pos x="85" y="19"/>
                </a:cxn>
                <a:cxn ang="0">
                  <a:pos x="77" y="30"/>
                </a:cxn>
                <a:cxn ang="0">
                  <a:pos x="39" y="33"/>
                </a:cxn>
                <a:cxn ang="0">
                  <a:pos x="0" y="4"/>
                </a:cxn>
                <a:cxn ang="0">
                  <a:pos x="21" y="0"/>
                </a:cxn>
                <a:cxn ang="0">
                  <a:pos x="50" y="4"/>
                </a:cxn>
              </a:cxnLst>
              <a:rect l="0" t="0" r="r" b="b"/>
              <a:pathLst>
                <a:path w="85" h="33">
                  <a:moveTo>
                    <a:pt x="50" y="4"/>
                  </a:moveTo>
                  <a:lnTo>
                    <a:pt x="85" y="19"/>
                  </a:lnTo>
                  <a:lnTo>
                    <a:pt x="77" y="30"/>
                  </a:lnTo>
                  <a:lnTo>
                    <a:pt x="39" y="33"/>
                  </a:lnTo>
                  <a:lnTo>
                    <a:pt x="0" y="4"/>
                  </a:lnTo>
                  <a:lnTo>
                    <a:pt x="21" y="0"/>
                  </a:lnTo>
                  <a:lnTo>
                    <a:pt x="5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 242"/>
            <p:cNvSpPr>
              <a:spLocks/>
            </p:cNvSpPr>
            <p:nvPr/>
          </p:nvSpPr>
          <p:spPr bwMode="auto">
            <a:xfrm>
              <a:off x="1630593" y="1756442"/>
              <a:ext cx="30807" cy="648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3" y="0"/>
                </a:cxn>
                <a:cxn ang="0">
                  <a:pos x="68" y="3"/>
                </a:cxn>
                <a:cxn ang="0">
                  <a:pos x="80" y="13"/>
                </a:cxn>
                <a:cxn ang="0">
                  <a:pos x="55" y="19"/>
                </a:cxn>
                <a:cxn ang="0">
                  <a:pos x="8" y="13"/>
                </a:cxn>
                <a:cxn ang="0">
                  <a:pos x="0" y="4"/>
                </a:cxn>
              </a:cxnLst>
              <a:rect l="0" t="0" r="r" b="b"/>
              <a:pathLst>
                <a:path w="80" h="19">
                  <a:moveTo>
                    <a:pt x="0" y="4"/>
                  </a:moveTo>
                  <a:lnTo>
                    <a:pt x="33" y="0"/>
                  </a:lnTo>
                  <a:lnTo>
                    <a:pt x="68" y="3"/>
                  </a:lnTo>
                  <a:lnTo>
                    <a:pt x="80" y="13"/>
                  </a:lnTo>
                  <a:lnTo>
                    <a:pt x="55" y="19"/>
                  </a:lnTo>
                  <a:lnTo>
                    <a:pt x="8" y="13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 243"/>
            <p:cNvSpPr>
              <a:spLocks/>
            </p:cNvSpPr>
            <p:nvPr/>
          </p:nvSpPr>
          <p:spPr bwMode="auto">
            <a:xfrm>
              <a:off x="1528440" y="1792114"/>
              <a:ext cx="29185" cy="22700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68" y="22"/>
                </a:cxn>
                <a:cxn ang="0">
                  <a:pos x="39" y="55"/>
                </a:cxn>
                <a:cxn ang="0">
                  <a:pos x="0" y="49"/>
                </a:cxn>
                <a:cxn ang="0">
                  <a:pos x="6" y="37"/>
                </a:cxn>
                <a:cxn ang="0">
                  <a:pos x="43" y="9"/>
                </a:cxn>
                <a:cxn ang="0">
                  <a:pos x="72" y="0"/>
                </a:cxn>
              </a:cxnLst>
              <a:rect l="0" t="0" r="r" b="b"/>
              <a:pathLst>
                <a:path w="72" h="55">
                  <a:moveTo>
                    <a:pt x="72" y="0"/>
                  </a:moveTo>
                  <a:lnTo>
                    <a:pt x="68" y="22"/>
                  </a:lnTo>
                  <a:lnTo>
                    <a:pt x="39" y="55"/>
                  </a:lnTo>
                  <a:lnTo>
                    <a:pt x="0" y="49"/>
                  </a:lnTo>
                  <a:lnTo>
                    <a:pt x="6" y="37"/>
                  </a:lnTo>
                  <a:lnTo>
                    <a:pt x="43" y="9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 244"/>
            <p:cNvSpPr>
              <a:spLocks/>
            </p:cNvSpPr>
            <p:nvPr/>
          </p:nvSpPr>
          <p:spPr bwMode="auto">
            <a:xfrm>
              <a:off x="2475369" y="2721207"/>
              <a:ext cx="19457" cy="30808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23" y="37"/>
                </a:cxn>
                <a:cxn ang="0">
                  <a:pos x="0" y="57"/>
                </a:cxn>
                <a:cxn ang="0">
                  <a:pos x="11" y="74"/>
                </a:cxn>
                <a:cxn ang="0">
                  <a:pos x="36" y="54"/>
                </a:cxn>
                <a:cxn ang="0">
                  <a:pos x="48" y="20"/>
                </a:cxn>
                <a:cxn ang="0">
                  <a:pos x="46" y="0"/>
                </a:cxn>
                <a:cxn ang="0">
                  <a:pos x="28" y="9"/>
                </a:cxn>
              </a:cxnLst>
              <a:rect l="0" t="0" r="r" b="b"/>
              <a:pathLst>
                <a:path w="48" h="74">
                  <a:moveTo>
                    <a:pt x="28" y="9"/>
                  </a:moveTo>
                  <a:lnTo>
                    <a:pt x="23" y="37"/>
                  </a:lnTo>
                  <a:lnTo>
                    <a:pt x="0" y="57"/>
                  </a:lnTo>
                  <a:lnTo>
                    <a:pt x="11" y="74"/>
                  </a:lnTo>
                  <a:lnTo>
                    <a:pt x="36" y="54"/>
                  </a:lnTo>
                  <a:lnTo>
                    <a:pt x="48" y="20"/>
                  </a:lnTo>
                  <a:lnTo>
                    <a:pt x="46" y="0"/>
                  </a:lnTo>
                  <a:lnTo>
                    <a:pt x="28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 245"/>
            <p:cNvSpPr>
              <a:spLocks/>
            </p:cNvSpPr>
            <p:nvPr/>
          </p:nvSpPr>
          <p:spPr bwMode="auto">
            <a:xfrm>
              <a:off x="2224045" y="1758063"/>
              <a:ext cx="14593" cy="12972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3" y="32"/>
                </a:cxn>
                <a:cxn ang="0">
                  <a:pos x="19" y="36"/>
                </a:cxn>
                <a:cxn ang="0">
                  <a:pos x="36" y="29"/>
                </a:cxn>
                <a:cxn ang="0">
                  <a:pos x="28" y="0"/>
                </a:cxn>
                <a:cxn ang="0">
                  <a:pos x="8" y="0"/>
                </a:cxn>
              </a:cxnLst>
              <a:rect l="0" t="0" r="r" b="b"/>
              <a:pathLst>
                <a:path w="36" h="36">
                  <a:moveTo>
                    <a:pt x="8" y="0"/>
                  </a:moveTo>
                  <a:lnTo>
                    <a:pt x="0" y="5"/>
                  </a:lnTo>
                  <a:lnTo>
                    <a:pt x="3" y="32"/>
                  </a:lnTo>
                  <a:lnTo>
                    <a:pt x="19" y="36"/>
                  </a:lnTo>
                  <a:lnTo>
                    <a:pt x="36" y="29"/>
                  </a:lnTo>
                  <a:lnTo>
                    <a:pt x="2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 246"/>
            <p:cNvSpPr>
              <a:spLocks/>
            </p:cNvSpPr>
            <p:nvPr/>
          </p:nvSpPr>
          <p:spPr bwMode="auto">
            <a:xfrm>
              <a:off x="2215936" y="1720771"/>
              <a:ext cx="24322" cy="19457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31"/>
                </a:cxn>
                <a:cxn ang="0">
                  <a:pos x="46" y="47"/>
                </a:cxn>
                <a:cxn ang="0">
                  <a:pos x="62" y="35"/>
                </a:cxn>
                <a:cxn ang="0">
                  <a:pos x="46" y="11"/>
                </a:cxn>
                <a:cxn ang="0">
                  <a:pos x="4" y="0"/>
                </a:cxn>
              </a:cxnLst>
              <a:rect l="0" t="0" r="r" b="b"/>
              <a:pathLst>
                <a:path w="62" h="47">
                  <a:moveTo>
                    <a:pt x="4" y="0"/>
                  </a:moveTo>
                  <a:lnTo>
                    <a:pt x="0" y="31"/>
                  </a:lnTo>
                  <a:lnTo>
                    <a:pt x="46" y="47"/>
                  </a:lnTo>
                  <a:lnTo>
                    <a:pt x="62" y="35"/>
                  </a:lnTo>
                  <a:lnTo>
                    <a:pt x="46" y="11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 247"/>
            <p:cNvSpPr>
              <a:spLocks/>
            </p:cNvSpPr>
            <p:nvPr/>
          </p:nvSpPr>
          <p:spPr bwMode="auto">
            <a:xfrm>
              <a:off x="2209451" y="1736985"/>
              <a:ext cx="11350" cy="486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0" y="10"/>
                </a:cxn>
                <a:cxn ang="0">
                  <a:pos x="18" y="14"/>
                </a:cxn>
                <a:cxn ang="0">
                  <a:pos x="0" y="3"/>
                </a:cxn>
              </a:cxnLst>
              <a:rect l="0" t="0" r="r" b="b"/>
              <a:pathLst>
                <a:path w="30" h="14">
                  <a:moveTo>
                    <a:pt x="0" y="3"/>
                  </a:moveTo>
                  <a:lnTo>
                    <a:pt x="18" y="0"/>
                  </a:lnTo>
                  <a:lnTo>
                    <a:pt x="30" y="10"/>
                  </a:lnTo>
                  <a:lnTo>
                    <a:pt x="18" y="14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 248"/>
            <p:cNvSpPr>
              <a:spLocks/>
            </p:cNvSpPr>
            <p:nvPr/>
          </p:nvSpPr>
          <p:spPr bwMode="auto">
            <a:xfrm>
              <a:off x="1541411" y="1926694"/>
              <a:ext cx="429685" cy="214032"/>
            </a:xfrm>
            <a:custGeom>
              <a:avLst/>
              <a:gdLst/>
              <a:ahLst/>
              <a:cxnLst>
                <a:cxn ang="0">
                  <a:pos x="754" y="27"/>
                </a:cxn>
                <a:cxn ang="0">
                  <a:pos x="804" y="61"/>
                </a:cxn>
                <a:cxn ang="0">
                  <a:pos x="821" y="178"/>
                </a:cxn>
                <a:cxn ang="0">
                  <a:pos x="846" y="264"/>
                </a:cxn>
                <a:cxn ang="0">
                  <a:pos x="943" y="299"/>
                </a:cxn>
                <a:cxn ang="0">
                  <a:pos x="985" y="336"/>
                </a:cxn>
                <a:cxn ang="0">
                  <a:pos x="1061" y="392"/>
                </a:cxn>
                <a:cxn ang="0">
                  <a:pos x="1028" y="403"/>
                </a:cxn>
                <a:cxn ang="0">
                  <a:pos x="985" y="400"/>
                </a:cxn>
                <a:cxn ang="0">
                  <a:pos x="922" y="408"/>
                </a:cxn>
                <a:cxn ang="0">
                  <a:pos x="922" y="445"/>
                </a:cxn>
                <a:cxn ang="0">
                  <a:pos x="985" y="442"/>
                </a:cxn>
                <a:cxn ang="0">
                  <a:pos x="955" y="484"/>
                </a:cxn>
                <a:cxn ang="0">
                  <a:pos x="854" y="493"/>
                </a:cxn>
                <a:cxn ang="0">
                  <a:pos x="804" y="476"/>
                </a:cxn>
                <a:cxn ang="0">
                  <a:pos x="740" y="442"/>
                </a:cxn>
                <a:cxn ang="0">
                  <a:pos x="703" y="470"/>
                </a:cxn>
                <a:cxn ang="0">
                  <a:pos x="597" y="490"/>
                </a:cxn>
                <a:cxn ang="0">
                  <a:pos x="497" y="521"/>
                </a:cxn>
                <a:cxn ang="0">
                  <a:pos x="303" y="503"/>
                </a:cxn>
                <a:cxn ang="0">
                  <a:pos x="282" y="450"/>
                </a:cxn>
                <a:cxn ang="0">
                  <a:pos x="139" y="440"/>
                </a:cxn>
                <a:cxn ang="0">
                  <a:pos x="79" y="380"/>
                </a:cxn>
                <a:cxn ang="0">
                  <a:pos x="261" y="347"/>
                </a:cxn>
                <a:cxn ang="0">
                  <a:pos x="404" y="347"/>
                </a:cxn>
                <a:cxn ang="0">
                  <a:pos x="344" y="319"/>
                </a:cxn>
                <a:cxn ang="0">
                  <a:pos x="261" y="303"/>
                </a:cxn>
                <a:cxn ang="0">
                  <a:pos x="122" y="322"/>
                </a:cxn>
                <a:cxn ang="0">
                  <a:pos x="29" y="264"/>
                </a:cxn>
                <a:cxn ang="0">
                  <a:pos x="147" y="246"/>
                </a:cxn>
                <a:cxn ang="0">
                  <a:pos x="155" y="213"/>
                </a:cxn>
                <a:cxn ang="0">
                  <a:pos x="58" y="231"/>
                </a:cxn>
                <a:cxn ang="0">
                  <a:pos x="46" y="205"/>
                </a:cxn>
                <a:cxn ang="0">
                  <a:pos x="0" y="158"/>
                </a:cxn>
                <a:cxn ang="0">
                  <a:pos x="41" y="127"/>
                </a:cxn>
                <a:cxn ang="0">
                  <a:pos x="33" y="77"/>
                </a:cxn>
                <a:cxn ang="0">
                  <a:pos x="104" y="58"/>
                </a:cxn>
                <a:cxn ang="0">
                  <a:pos x="226" y="0"/>
                </a:cxn>
                <a:cxn ang="0">
                  <a:pos x="278" y="38"/>
                </a:cxn>
                <a:cxn ang="0">
                  <a:pos x="251" y="89"/>
                </a:cxn>
                <a:cxn ang="0">
                  <a:pos x="294" y="82"/>
                </a:cxn>
                <a:cxn ang="0">
                  <a:pos x="311" y="52"/>
                </a:cxn>
                <a:cxn ang="0">
                  <a:pos x="429" y="72"/>
                </a:cxn>
                <a:cxn ang="0">
                  <a:pos x="404" y="117"/>
                </a:cxn>
                <a:cxn ang="0">
                  <a:pos x="442" y="127"/>
                </a:cxn>
                <a:cxn ang="0">
                  <a:pos x="475" y="94"/>
                </a:cxn>
                <a:cxn ang="0">
                  <a:pos x="514" y="94"/>
                </a:cxn>
                <a:cxn ang="0">
                  <a:pos x="493" y="46"/>
                </a:cxn>
                <a:cxn ang="0">
                  <a:pos x="585" y="91"/>
                </a:cxn>
                <a:cxn ang="0">
                  <a:pos x="610" y="191"/>
                </a:cxn>
                <a:cxn ang="0">
                  <a:pos x="678" y="163"/>
                </a:cxn>
                <a:cxn ang="0">
                  <a:pos x="640" y="97"/>
                </a:cxn>
                <a:cxn ang="0">
                  <a:pos x="636" y="33"/>
                </a:cxn>
                <a:cxn ang="0">
                  <a:pos x="653" y="5"/>
                </a:cxn>
                <a:cxn ang="0">
                  <a:pos x="699" y="21"/>
                </a:cxn>
              </a:cxnLst>
              <a:rect l="0" t="0" r="r" b="b"/>
              <a:pathLst>
                <a:path w="1061" h="529">
                  <a:moveTo>
                    <a:pt x="731" y="13"/>
                  </a:moveTo>
                  <a:lnTo>
                    <a:pt x="754" y="27"/>
                  </a:lnTo>
                  <a:lnTo>
                    <a:pt x="754" y="37"/>
                  </a:lnTo>
                  <a:lnTo>
                    <a:pt x="804" y="61"/>
                  </a:lnTo>
                  <a:lnTo>
                    <a:pt x="804" y="129"/>
                  </a:lnTo>
                  <a:lnTo>
                    <a:pt x="821" y="178"/>
                  </a:lnTo>
                  <a:lnTo>
                    <a:pt x="858" y="216"/>
                  </a:lnTo>
                  <a:lnTo>
                    <a:pt x="846" y="264"/>
                  </a:lnTo>
                  <a:lnTo>
                    <a:pt x="926" y="309"/>
                  </a:lnTo>
                  <a:lnTo>
                    <a:pt x="943" y="299"/>
                  </a:lnTo>
                  <a:lnTo>
                    <a:pt x="976" y="306"/>
                  </a:lnTo>
                  <a:lnTo>
                    <a:pt x="985" y="336"/>
                  </a:lnTo>
                  <a:lnTo>
                    <a:pt x="1061" y="375"/>
                  </a:lnTo>
                  <a:lnTo>
                    <a:pt x="1061" y="392"/>
                  </a:lnTo>
                  <a:lnTo>
                    <a:pt x="1053" y="403"/>
                  </a:lnTo>
                  <a:lnTo>
                    <a:pt x="1028" y="403"/>
                  </a:lnTo>
                  <a:lnTo>
                    <a:pt x="1007" y="408"/>
                  </a:lnTo>
                  <a:lnTo>
                    <a:pt x="985" y="400"/>
                  </a:lnTo>
                  <a:lnTo>
                    <a:pt x="960" y="417"/>
                  </a:lnTo>
                  <a:lnTo>
                    <a:pt x="922" y="408"/>
                  </a:lnTo>
                  <a:lnTo>
                    <a:pt x="914" y="417"/>
                  </a:lnTo>
                  <a:lnTo>
                    <a:pt x="922" y="445"/>
                  </a:lnTo>
                  <a:lnTo>
                    <a:pt x="960" y="434"/>
                  </a:lnTo>
                  <a:lnTo>
                    <a:pt x="985" y="442"/>
                  </a:lnTo>
                  <a:lnTo>
                    <a:pt x="997" y="480"/>
                  </a:lnTo>
                  <a:lnTo>
                    <a:pt x="955" y="484"/>
                  </a:lnTo>
                  <a:lnTo>
                    <a:pt x="905" y="498"/>
                  </a:lnTo>
                  <a:lnTo>
                    <a:pt x="854" y="493"/>
                  </a:lnTo>
                  <a:lnTo>
                    <a:pt x="821" y="501"/>
                  </a:lnTo>
                  <a:lnTo>
                    <a:pt x="804" y="476"/>
                  </a:lnTo>
                  <a:lnTo>
                    <a:pt x="750" y="462"/>
                  </a:lnTo>
                  <a:lnTo>
                    <a:pt x="740" y="442"/>
                  </a:lnTo>
                  <a:lnTo>
                    <a:pt x="711" y="442"/>
                  </a:lnTo>
                  <a:lnTo>
                    <a:pt x="703" y="470"/>
                  </a:lnTo>
                  <a:lnTo>
                    <a:pt x="665" y="490"/>
                  </a:lnTo>
                  <a:lnTo>
                    <a:pt x="597" y="490"/>
                  </a:lnTo>
                  <a:lnTo>
                    <a:pt x="534" y="518"/>
                  </a:lnTo>
                  <a:lnTo>
                    <a:pt x="497" y="521"/>
                  </a:lnTo>
                  <a:lnTo>
                    <a:pt x="340" y="529"/>
                  </a:lnTo>
                  <a:lnTo>
                    <a:pt x="303" y="503"/>
                  </a:lnTo>
                  <a:lnTo>
                    <a:pt x="303" y="462"/>
                  </a:lnTo>
                  <a:lnTo>
                    <a:pt x="282" y="450"/>
                  </a:lnTo>
                  <a:lnTo>
                    <a:pt x="201" y="448"/>
                  </a:lnTo>
                  <a:lnTo>
                    <a:pt x="139" y="440"/>
                  </a:lnTo>
                  <a:lnTo>
                    <a:pt x="79" y="403"/>
                  </a:lnTo>
                  <a:lnTo>
                    <a:pt x="79" y="380"/>
                  </a:lnTo>
                  <a:lnTo>
                    <a:pt x="130" y="359"/>
                  </a:lnTo>
                  <a:lnTo>
                    <a:pt x="261" y="347"/>
                  </a:lnTo>
                  <a:lnTo>
                    <a:pt x="336" y="352"/>
                  </a:lnTo>
                  <a:lnTo>
                    <a:pt x="404" y="347"/>
                  </a:lnTo>
                  <a:lnTo>
                    <a:pt x="412" y="336"/>
                  </a:lnTo>
                  <a:lnTo>
                    <a:pt x="344" y="319"/>
                  </a:lnTo>
                  <a:lnTo>
                    <a:pt x="319" y="317"/>
                  </a:lnTo>
                  <a:lnTo>
                    <a:pt x="261" y="303"/>
                  </a:lnTo>
                  <a:lnTo>
                    <a:pt x="180" y="325"/>
                  </a:lnTo>
                  <a:lnTo>
                    <a:pt x="122" y="322"/>
                  </a:lnTo>
                  <a:lnTo>
                    <a:pt x="67" y="306"/>
                  </a:lnTo>
                  <a:lnTo>
                    <a:pt x="29" y="264"/>
                  </a:lnTo>
                  <a:lnTo>
                    <a:pt x="83" y="250"/>
                  </a:lnTo>
                  <a:lnTo>
                    <a:pt x="147" y="246"/>
                  </a:lnTo>
                  <a:lnTo>
                    <a:pt x="176" y="220"/>
                  </a:lnTo>
                  <a:lnTo>
                    <a:pt x="155" y="213"/>
                  </a:lnTo>
                  <a:lnTo>
                    <a:pt x="79" y="220"/>
                  </a:lnTo>
                  <a:lnTo>
                    <a:pt x="58" y="231"/>
                  </a:lnTo>
                  <a:lnTo>
                    <a:pt x="41" y="225"/>
                  </a:lnTo>
                  <a:lnTo>
                    <a:pt x="46" y="205"/>
                  </a:lnTo>
                  <a:lnTo>
                    <a:pt x="4" y="203"/>
                  </a:lnTo>
                  <a:lnTo>
                    <a:pt x="0" y="158"/>
                  </a:lnTo>
                  <a:lnTo>
                    <a:pt x="46" y="144"/>
                  </a:lnTo>
                  <a:lnTo>
                    <a:pt x="41" y="127"/>
                  </a:lnTo>
                  <a:lnTo>
                    <a:pt x="8" y="114"/>
                  </a:lnTo>
                  <a:lnTo>
                    <a:pt x="33" y="77"/>
                  </a:lnTo>
                  <a:lnTo>
                    <a:pt x="79" y="64"/>
                  </a:lnTo>
                  <a:lnTo>
                    <a:pt x="104" y="58"/>
                  </a:lnTo>
                  <a:lnTo>
                    <a:pt x="176" y="16"/>
                  </a:lnTo>
                  <a:lnTo>
                    <a:pt x="226" y="0"/>
                  </a:lnTo>
                  <a:lnTo>
                    <a:pt x="261" y="11"/>
                  </a:lnTo>
                  <a:lnTo>
                    <a:pt x="278" y="38"/>
                  </a:lnTo>
                  <a:lnTo>
                    <a:pt x="243" y="66"/>
                  </a:lnTo>
                  <a:lnTo>
                    <a:pt x="251" y="89"/>
                  </a:lnTo>
                  <a:lnTo>
                    <a:pt x="278" y="74"/>
                  </a:lnTo>
                  <a:lnTo>
                    <a:pt x="294" y="82"/>
                  </a:lnTo>
                  <a:lnTo>
                    <a:pt x="315" y="74"/>
                  </a:lnTo>
                  <a:lnTo>
                    <a:pt x="311" y="52"/>
                  </a:lnTo>
                  <a:lnTo>
                    <a:pt x="336" y="41"/>
                  </a:lnTo>
                  <a:lnTo>
                    <a:pt x="429" y="72"/>
                  </a:lnTo>
                  <a:lnTo>
                    <a:pt x="433" y="99"/>
                  </a:lnTo>
                  <a:lnTo>
                    <a:pt x="404" y="117"/>
                  </a:lnTo>
                  <a:lnTo>
                    <a:pt x="404" y="127"/>
                  </a:lnTo>
                  <a:lnTo>
                    <a:pt x="442" y="127"/>
                  </a:lnTo>
                  <a:lnTo>
                    <a:pt x="454" y="110"/>
                  </a:lnTo>
                  <a:lnTo>
                    <a:pt x="475" y="94"/>
                  </a:lnTo>
                  <a:lnTo>
                    <a:pt x="504" y="107"/>
                  </a:lnTo>
                  <a:lnTo>
                    <a:pt x="514" y="94"/>
                  </a:lnTo>
                  <a:lnTo>
                    <a:pt x="500" y="66"/>
                  </a:lnTo>
                  <a:lnTo>
                    <a:pt x="493" y="46"/>
                  </a:lnTo>
                  <a:lnTo>
                    <a:pt x="530" y="46"/>
                  </a:lnTo>
                  <a:lnTo>
                    <a:pt x="585" y="91"/>
                  </a:lnTo>
                  <a:lnTo>
                    <a:pt x="597" y="132"/>
                  </a:lnTo>
                  <a:lnTo>
                    <a:pt x="610" y="191"/>
                  </a:lnTo>
                  <a:lnTo>
                    <a:pt x="636" y="203"/>
                  </a:lnTo>
                  <a:lnTo>
                    <a:pt x="678" y="163"/>
                  </a:lnTo>
                  <a:lnTo>
                    <a:pt x="657" y="139"/>
                  </a:lnTo>
                  <a:lnTo>
                    <a:pt x="640" y="97"/>
                  </a:lnTo>
                  <a:lnTo>
                    <a:pt x="648" y="69"/>
                  </a:lnTo>
                  <a:lnTo>
                    <a:pt x="636" y="33"/>
                  </a:lnTo>
                  <a:lnTo>
                    <a:pt x="636" y="8"/>
                  </a:lnTo>
                  <a:lnTo>
                    <a:pt x="653" y="5"/>
                  </a:lnTo>
                  <a:lnTo>
                    <a:pt x="673" y="16"/>
                  </a:lnTo>
                  <a:lnTo>
                    <a:pt x="699" y="21"/>
                  </a:lnTo>
                  <a:lnTo>
                    <a:pt x="731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 249"/>
            <p:cNvSpPr>
              <a:spLocks/>
            </p:cNvSpPr>
            <p:nvPr/>
          </p:nvSpPr>
          <p:spPr bwMode="auto">
            <a:xfrm>
              <a:off x="1932183" y="1900752"/>
              <a:ext cx="152417" cy="123232"/>
            </a:xfrm>
            <a:custGeom>
              <a:avLst/>
              <a:gdLst/>
              <a:ahLst/>
              <a:cxnLst>
                <a:cxn ang="0">
                  <a:pos x="290" y="5"/>
                </a:cxn>
                <a:cxn ang="0">
                  <a:pos x="265" y="12"/>
                </a:cxn>
                <a:cxn ang="0">
                  <a:pos x="240" y="20"/>
                </a:cxn>
                <a:cxn ang="0">
                  <a:pos x="202" y="17"/>
                </a:cxn>
                <a:cxn ang="0">
                  <a:pos x="172" y="2"/>
                </a:cxn>
                <a:cxn ang="0">
                  <a:pos x="135" y="12"/>
                </a:cxn>
                <a:cxn ang="0">
                  <a:pos x="118" y="0"/>
                </a:cxn>
                <a:cxn ang="0">
                  <a:pos x="97" y="5"/>
                </a:cxn>
                <a:cxn ang="0">
                  <a:pos x="101" y="30"/>
                </a:cxn>
                <a:cxn ang="0">
                  <a:pos x="122" y="42"/>
                </a:cxn>
                <a:cxn ang="0">
                  <a:pos x="93" y="47"/>
                </a:cxn>
                <a:cxn ang="0">
                  <a:pos x="93" y="63"/>
                </a:cxn>
                <a:cxn ang="0">
                  <a:pos x="109" y="78"/>
                </a:cxn>
                <a:cxn ang="0">
                  <a:pos x="143" y="81"/>
                </a:cxn>
                <a:cxn ang="0">
                  <a:pos x="147" y="89"/>
                </a:cxn>
                <a:cxn ang="0">
                  <a:pos x="130" y="92"/>
                </a:cxn>
                <a:cxn ang="0">
                  <a:pos x="151" y="134"/>
                </a:cxn>
                <a:cxn ang="0">
                  <a:pos x="118" y="144"/>
                </a:cxn>
                <a:cxn ang="0">
                  <a:pos x="105" y="148"/>
                </a:cxn>
                <a:cxn ang="0">
                  <a:pos x="47" y="108"/>
                </a:cxn>
                <a:cxn ang="0">
                  <a:pos x="8" y="111"/>
                </a:cxn>
                <a:cxn ang="0">
                  <a:pos x="0" y="141"/>
                </a:cxn>
                <a:cxn ang="0">
                  <a:pos x="12" y="167"/>
                </a:cxn>
                <a:cxn ang="0">
                  <a:pos x="58" y="189"/>
                </a:cxn>
                <a:cxn ang="0">
                  <a:pos x="68" y="201"/>
                </a:cxn>
                <a:cxn ang="0">
                  <a:pos x="114" y="209"/>
                </a:cxn>
                <a:cxn ang="0">
                  <a:pos x="130" y="229"/>
                </a:cxn>
                <a:cxn ang="0">
                  <a:pos x="168" y="240"/>
                </a:cxn>
                <a:cxn ang="0">
                  <a:pos x="202" y="306"/>
                </a:cxn>
                <a:cxn ang="0">
                  <a:pos x="265" y="295"/>
                </a:cxn>
                <a:cxn ang="0">
                  <a:pos x="265" y="278"/>
                </a:cxn>
                <a:cxn ang="0">
                  <a:pos x="244" y="270"/>
                </a:cxn>
                <a:cxn ang="0">
                  <a:pos x="244" y="253"/>
                </a:cxn>
                <a:cxn ang="0">
                  <a:pos x="282" y="270"/>
                </a:cxn>
                <a:cxn ang="0">
                  <a:pos x="350" y="254"/>
                </a:cxn>
                <a:cxn ang="0">
                  <a:pos x="362" y="229"/>
                </a:cxn>
                <a:cxn ang="0">
                  <a:pos x="350" y="194"/>
                </a:cxn>
                <a:cxn ang="0">
                  <a:pos x="375" y="176"/>
                </a:cxn>
                <a:cxn ang="0">
                  <a:pos x="358" y="156"/>
                </a:cxn>
                <a:cxn ang="0">
                  <a:pos x="354" y="148"/>
                </a:cxn>
                <a:cxn ang="0">
                  <a:pos x="315" y="145"/>
                </a:cxn>
                <a:cxn ang="0">
                  <a:pos x="315" y="120"/>
                </a:cxn>
                <a:cxn ang="0">
                  <a:pos x="300" y="114"/>
                </a:cxn>
                <a:cxn ang="0">
                  <a:pos x="248" y="116"/>
                </a:cxn>
                <a:cxn ang="0">
                  <a:pos x="261" y="95"/>
                </a:cxn>
                <a:cxn ang="0">
                  <a:pos x="300" y="53"/>
                </a:cxn>
                <a:cxn ang="0">
                  <a:pos x="304" y="42"/>
                </a:cxn>
                <a:cxn ang="0">
                  <a:pos x="325" y="33"/>
                </a:cxn>
                <a:cxn ang="0">
                  <a:pos x="337" y="5"/>
                </a:cxn>
                <a:cxn ang="0">
                  <a:pos x="290" y="5"/>
                </a:cxn>
              </a:cxnLst>
              <a:rect l="0" t="0" r="r" b="b"/>
              <a:pathLst>
                <a:path w="375" h="306">
                  <a:moveTo>
                    <a:pt x="290" y="5"/>
                  </a:moveTo>
                  <a:lnTo>
                    <a:pt x="265" y="12"/>
                  </a:lnTo>
                  <a:lnTo>
                    <a:pt x="240" y="20"/>
                  </a:lnTo>
                  <a:lnTo>
                    <a:pt x="202" y="17"/>
                  </a:lnTo>
                  <a:lnTo>
                    <a:pt x="172" y="2"/>
                  </a:lnTo>
                  <a:lnTo>
                    <a:pt x="135" y="12"/>
                  </a:lnTo>
                  <a:lnTo>
                    <a:pt x="118" y="0"/>
                  </a:lnTo>
                  <a:lnTo>
                    <a:pt x="97" y="5"/>
                  </a:lnTo>
                  <a:lnTo>
                    <a:pt x="101" y="30"/>
                  </a:lnTo>
                  <a:lnTo>
                    <a:pt x="122" y="42"/>
                  </a:lnTo>
                  <a:lnTo>
                    <a:pt x="93" y="47"/>
                  </a:lnTo>
                  <a:lnTo>
                    <a:pt x="93" y="63"/>
                  </a:lnTo>
                  <a:lnTo>
                    <a:pt x="109" y="78"/>
                  </a:lnTo>
                  <a:lnTo>
                    <a:pt x="143" y="81"/>
                  </a:lnTo>
                  <a:lnTo>
                    <a:pt x="147" y="89"/>
                  </a:lnTo>
                  <a:lnTo>
                    <a:pt x="130" y="92"/>
                  </a:lnTo>
                  <a:lnTo>
                    <a:pt x="151" y="134"/>
                  </a:lnTo>
                  <a:lnTo>
                    <a:pt x="118" y="144"/>
                  </a:lnTo>
                  <a:lnTo>
                    <a:pt x="105" y="148"/>
                  </a:lnTo>
                  <a:lnTo>
                    <a:pt x="47" y="108"/>
                  </a:lnTo>
                  <a:lnTo>
                    <a:pt x="8" y="111"/>
                  </a:lnTo>
                  <a:lnTo>
                    <a:pt x="0" y="141"/>
                  </a:lnTo>
                  <a:lnTo>
                    <a:pt x="12" y="167"/>
                  </a:lnTo>
                  <a:lnTo>
                    <a:pt x="58" y="189"/>
                  </a:lnTo>
                  <a:lnTo>
                    <a:pt x="68" y="201"/>
                  </a:lnTo>
                  <a:lnTo>
                    <a:pt x="114" y="209"/>
                  </a:lnTo>
                  <a:lnTo>
                    <a:pt x="130" y="229"/>
                  </a:lnTo>
                  <a:lnTo>
                    <a:pt x="168" y="240"/>
                  </a:lnTo>
                  <a:lnTo>
                    <a:pt x="202" y="306"/>
                  </a:lnTo>
                  <a:lnTo>
                    <a:pt x="265" y="295"/>
                  </a:lnTo>
                  <a:lnTo>
                    <a:pt x="265" y="278"/>
                  </a:lnTo>
                  <a:lnTo>
                    <a:pt x="244" y="270"/>
                  </a:lnTo>
                  <a:lnTo>
                    <a:pt x="244" y="253"/>
                  </a:lnTo>
                  <a:lnTo>
                    <a:pt x="282" y="270"/>
                  </a:lnTo>
                  <a:lnTo>
                    <a:pt x="350" y="254"/>
                  </a:lnTo>
                  <a:lnTo>
                    <a:pt x="362" y="229"/>
                  </a:lnTo>
                  <a:lnTo>
                    <a:pt x="350" y="194"/>
                  </a:lnTo>
                  <a:lnTo>
                    <a:pt x="375" y="176"/>
                  </a:lnTo>
                  <a:lnTo>
                    <a:pt x="358" y="156"/>
                  </a:lnTo>
                  <a:lnTo>
                    <a:pt x="354" y="148"/>
                  </a:lnTo>
                  <a:lnTo>
                    <a:pt x="315" y="145"/>
                  </a:lnTo>
                  <a:lnTo>
                    <a:pt x="315" y="120"/>
                  </a:lnTo>
                  <a:lnTo>
                    <a:pt x="300" y="114"/>
                  </a:lnTo>
                  <a:lnTo>
                    <a:pt x="248" y="116"/>
                  </a:lnTo>
                  <a:lnTo>
                    <a:pt x="261" y="95"/>
                  </a:lnTo>
                  <a:lnTo>
                    <a:pt x="300" y="53"/>
                  </a:lnTo>
                  <a:lnTo>
                    <a:pt x="304" y="42"/>
                  </a:lnTo>
                  <a:lnTo>
                    <a:pt x="325" y="33"/>
                  </a:lnTo>
                  <a:lnTo>
                    <a:pt x="337" y="5"/>
                  </a:lnTo>
                  <a:lnTo>
                    <a:pt x="290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 250"/>
            <p:cNvSpPr>
              <a:spLocks/>
            </p:cNvSpPr>
            <p:nvPr/>
          </p:nvSpPr>
          <p:spPr bwMode="auto">
            <a:xfrm>
              <a:off x="2001906" y="2088841"/>
              <a:ext cx="100531" cy="50265"/>
            </a:xfrm>
            <a:custGeom>
              <a:avLst/>
              <a:gdLst/>
              <a:ahLst/>
              <a:cxnLst>
                <a:cxn ang="0">
                  <a:pos x="76" y="14"/>
                </a:cxn>
                <a:cxn ang="0">
                  <a:pos x="102" y="0"/>
                </a:cxn>
                <a:cxn ang="0">
                  <a:pos x="122" y="2"/>
                </a:cxn>
                <a:cxn ang="0">
                  <a:pos x="157" y="20"/>
                </a:cxn>
                <a:cxn ang="0">
                  <a:pos x="169" y="34"/>
                </a:cxn>
                <a:cxn ang="0">
                  <a:pos x="190" y="42"/>
                </a:cxn>
                <a:cxn ang="0">
                  <a:pos x="194" y="53"/>
                </a:cxn>
                <a:cxn ang="0">
                  <a:pos x="249" y="92"/>
                </a:cxn>
                <a:cxn ang="0">
                  <a:pos x="224" y="106"/>
                </a:cxn>
                <a:cxn ang="0">
                  <a:pos x="186" y="123"/>
                </a:cxn>
                <a:cxn ang="0">
                  <a:pos x="161" y="123"/>
                </a:cxn>
                <a:cxn ang="0">
                  <a:pos x="114" y="103"/>
                </a:cxn>
                <a:cxn ang="0">
                  <a:pos x="51" y="92"/>
                </a:cxn>
                <a:cxn ang="0">
                  <a:pos x="14" y="90"/>
                </a:cxn>
                <a:cxn ang="0">
                  <a:pos x="0" y="70"/>
                </a:cxn>
                <a:cxn ang="0">
                  <a:pos x="72" y="42"/>
                </a:cxn>
                <a:cxn ang="0">
                  <a:pos x="76" y="14"/>
                </a:cxn>
              </a:cxnLst>
              <a:rect l="0" t="0" r="r" b="b"/>
              <a:pathLst>
                <a:path w="249" h="123">
                  <a:moveTo>
                    <a:pt x="76" y="14"/>
                  </a:moveTo>
                  <a:lnTo>
                    <a:pt x="102" y="0"/>
                  </a:lnTo>
                  <a:lnTo>
                    <a:pt x="122" y="2"/>
                  </a:lnTo>
                  <a:lnTo>
                    <a:pt x="157" y="20"/>
                  </a:lnTo>
                  <a:lnTo>
                    <a:pt x="169" y="34"/>
                  </a:lnTo>
                  <a:lnTo>
                    <a:pt x="190" y="42"/>
                  </a:lnTo>
                  <a:lnTo>
                    <a:pt x="194" y="53"/>
                  </a:lnTo>
                  <a:lnTo>
                    <a:pt x="249" y="92"/>
                  </a:lnTo>
                  <a:lnTo>
                    <a:pt x="224" y="106"/>
                  </a:lnTo>
                  <a:lnTo>
                    <a:pt x="186" y="123"/>
                  </a:lnTo>
                  <a:lnTo>
                    <a:pt x="161" y="123"/>
                  </a:lnTo>
                  <a:lnTo>
                    <a:pt x="114" y="103"/>
                  </a:lnTo>
                  <a:lnTo>
                    <a:pt x="51" y="92"/>
                  </a:lnTo>
                  <a:lnTo>
                    <a:pt x="14" y="90"/>
                  </a:lnTo>
                  <a:lnTo>
                    <a:pt x="0" y="70"/>
                  </a:lnTo>
                  <a:lnTo>
                    <a:pt x="72" y="42"/>
                  </a:lnTo>
                  <a:lnTo>
                    <a:pt x="76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 251"/>
            <p:cNvSpPr>
              <a:spLocks/>
            </p:cNvSpPr>
            <p:nvPr/>
          </p:nvSpPr>
          <p:spPr bwMode="auto">
            <a:xfrm>
              <a:off x="1975962" y="2122890"/>
              <a:ext cx="11350" cy="9728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9" y="4"/>
                </a:cxn>
                <a:cxn ang="0">
                  <a:pos x="26" y="0"/>
                </a:cxn>
                <a:cxn ang="0">
                  <a:pos x="26" y="15"/>
                </a:cxn>
                <a:cxn ang="0">
                  <a:pos x="9" y="23"/>
                </a:cxn>
                <a:cxn ang="0">
                  <a:pos x="0" y="15"/>
                </a:cxn>
              </a:cxnLst>
              <a:rect l="0" t="0" r="r" b="b"/>
              <a:pathLst>
                <a:path w="26" h="23">
                  <a:moveTo>
                    <a:pt x="0" y="15"/>
                  </a:moveTo>
                  <a:lnTo>
                    <a:pt x="9" y="4"/>
                  </a:lnTo>
                  <a:lnTo>
                    <a:pt x="26" y="0"/>
                  </a:lnTo>
                  <a:lnTo>
                    <a:pt x="26" y="15"/>
                  </a:lnTo>
                  <a:lnTo>
                    <a:pt x="9" y="23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 252"/>
            <p:cNvSpPr>
              <a:spLocks/>
            </p:cNvSpPr>
            <p:nvPr/>
          </p:nvSpPr>
          <p:spPr bwMode="auto">
            <a:xfrm>
              <a:off x="1938668" y="2129376"/>
              <a:ext cx="17835" cy="9728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41" y="0"/>
                </a:cxn>
                <a:cxn ang="0">
                  <a:pos x="41" y="11"/>
                </a:cxn>
                <a:cxn ang="0">
                  <a:pos x="16" y="23"/>
                </a:cxn>
                <a:cxn ang="0">
                  <a:pos x="0" y="15"/>
                </a:cxn>
              </a:cxnLst>
              <a:rect l="0" t="0" r="r" b="b"/>
              <a:pathLst>
                <a:path w="41" h="23">
                  <a:moveTo>
                    <a:pt x="0" y="15"/>
                  </a:moveTo>
                  <a:lnTo>
                    <a:pt x="0" y="6"/>
                  </a:lnTo>
                  <a:lnTo>
                    <a:pt x="20" y="0"/>
                  </a:lnTo>
                  <a:lnTo>
                    <a:pt x="41" y="0"/>
                  </a:lnTo>
                  <a:lnTo>
                    <a:pt x="41" y="11"/>
                  </a:lnTo>
                  <a:lnTo>
                    <a:pt x="16" y="23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 253"/>
            <p:cNvSpPr>
              <a:spLocks/>
            </p:cNvSpPr>
            <p:nvPr/>
          </p:nvSpPr>
          <p:spPr bwMode="auto">
            <a:xfrm>
              <a:off x="1870568" y="2139106"/>
              <a:ext cx="19457" cy="486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0" y="3"/>
                </a:cxn>
                <a:cxn ang="0">
                  <a:pos x="34" y="0"/>
                </a:cxn>
                <a:cxn ang="0">
                  <a:pos x="46" y="10"/>
                </a:cxn>
                <a:cxn ang="0">
                  <a:pos x="30" y="13"/>
                </a:cxn>
                <a:cxn ang="0">
                  <a:pos x="5" y="10"/>
                </a:cxn>
              </a:cxnLst>
              <a:rect l="0" t="0" r="r" b="b"/>
              <a:pathLst>
                <a:path w="46" h="13">
                  <a:moveTo>
                    <a:pt x="5" y="10"/>
                  </a:moveTo>
                  <a:lnTo>
                    <a:pt x="0" y="3"/>
                  </a:lnTo>
                  <a:lnTo>
                    <a:pt x="34" y="0"/>
                  </a:lnTo>
                  <a:lnTo>
                    <a:pt x="46" y="10"/>
                  </a:lnTo>
                  <a:lnTo>
                    <a:pt x="30" y="13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 254"/>
            <p:cNvSpPr>
              <a:spLocks/>
            </p:cNvSpPr>
            <p:nvPr/>
          </p:nvSpPr>
          <p:spPr bwMode="auto">
            <a:xfrm>
              <a:off x="1821924" y="1907237"/>
              <a:ext cx="58373" cy="34051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2" y="56"/>
                </a:cxn>
                <a:cxn ang="0">
                  <a:pos x="102" y="86"/>
                </a:cxn>
                <a:cxn ang="0">
                  <a:pos x="118" y="84"/>
                </a:cxn>
                <a:cxn ang="0">
                  <a:pos x="143" y="23"/>
                </a:cxn>
                <a:cxn ang="0">
                  <a:pos x="135" y="16"/>
                </a:cxn>
                <a:cxn ang="0">
                  <a:pos x="114" y="8"/>
                </a:cxn>
                <a:cxn ang="0">
                  <a:pos x="93" y="0"/>
                </a:cxn>
                <a:cxn ang="0">
                  <a:pos x="21" y="6"/>
                </a:cxn>
                <a:cxn ang="0">
                  <a:pos x="0" y="39"/>
                </a:cxn>
              </a:cxnLst>
              <a:rect l="0" t="0" r="r" b="b"/>
              <a:pathLst>
                <a:path w="143" h="86">
                  <a:moveTo>
                    <a:pt x="0" y="39"/>
                  </a:moveTo>
                  <a:lnTo>
                    <a:pt x="52" y="56"/>
                  </a:lnTo>
                  <a:lnTo>
                    <a:pt x="102" y="86"/>
                  </a:lnTo>
                  <a:lnTo>
                    <a:pt x="118" y="84"/>
                  </a:lnTo>
                  <a:lnTo>
                    <a:pt x="143" y="23"/>
                  </a:lnTo>
                  <a:lnTo>
                    <a:pt x="135" y="16"/>
                  </a:lnTo>
                  <a:lnTo>
                    <a:pt x="114" y="8"/>
                  </a:lnTo>
                  <a:lnTo>
                    <a:pt x="93" y="0"/>
                  </a:lnTo>
                  <a:lnTo>
                    <a:pt x="21" y="6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 255"/>
            <p:cNvSpPr>
              <a:spLocks/>
            </p:cNvSpPr>
            <p:nvPr/>
          </p:nvSpPr>
          <p:spPr bwMode="auto">
            <a:xfrm>
              <a:off x="2063521" y="1938045"/>
              <a:ext cx="14593" cy="11350"/>
            </a:xfrm>
            <a:custGeom>
              <a:avLst/>
              <a:gdLst/>
              <a:ahLst/>
              <a:cxnLst>
                <a:cxn ang="0">
                  <a:pos x="29" y="28"/>
                </a:cxn>
                <a:cxn ang="0">
                  <a:pos x="4" y="22"/>
                </a:cxn>
                <a:cxn ang="0">
                  <a:pos x="0" y="3"/>
                </a:cxn>
                <a:cxn ang="0">
                  <a:pos x="16" y="0"/>
                </a:cxn>
                <a:cxn ang="0">
                  <a:pos x="37" y="11"/>
                </a:cxn>
                <a:cxn ang="0">
                  <a:pos x="29" y="28"/>
                </a:cxn>
              </a:cxnLst>
              <a:rect l="0" t="0" r="r" b="b"/>
              <a:pathLst>
                <a:path w="37" h="28">
                  <a:moveTo>
                    <a:pt x="29" y="28"/>
                  </a:moveTo>
                  <a:lnTo>
                    <a:pt x="4" y="22"/>
                  </a:lnTo>
                  <a:lnTo>
                    <a:pt x="0" y="3"/>
                  </a:lnTo>
                  <a:lnTo>
                    <a:pt x="16" y="0"/>
                  </a:lnTo>
                  <a:lnTo>
                    <a:pt x="37" y="11"/>
                  </a:lnTo>
                  <a:lnTo>
                    <a:pt x="29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 256"/>
            <p:cNvSpPr>
              <a:spLocks/>
            </p:cNvSpPr>
            <p:nvPr/>
          </p:nvSpPr>
          <p:spPr bwMode="auto">
            <a:xfrm>
              <a:off x="2232152" y="1900752"/>
              <a:ext cx="677768" cy="572373"/>
            </a:xfrm>
            <a:custGeom>
              <a:avLst/>
              <a:gdLst/>
              <a:ahLst/>
              <a:cxnLst>
                <a:cxn ang="0">
                  <a:pos x="110" y="42"/>
                </a:cxn>
                <a:cxn ang="0">
                  <a:pos x="5" y="173"/>
                </a:cxn>
                <a:cxn ang="0">
                  <a:pos x="26" y="293"/>
                </a:cxn>
                <a:cxn ang="0">
                  <a:pos x="102" y="328"/>
                </a:cxn>
                <a:cxn ang="0">
                  <a:pos x="110" y="391"/>
                </a:cxn>
                <a:cxn ang="0">
                  <a:pos x="228" y="424"/>
                </a:cxn>
                <a:cxn ang="0">
                  <a:pos x="405" y="446"/>
                </a:cxn>
                <a:cxn ang="0">
                  <a:pos x="430" y="418"/>
                </a:cxn>
                <a:cxn ang="0">
                  <a:pos x="539" y="442"/>
                </a:cxn>
                <a:cxn ang="0">
                  <a:pos x="670" y="418"/>
                </a:cxn>
                <a:cxn ang="0">
                  <a:pos x="699" y="393"/>
                </a:cxn>
                <a:cxn ang="0">
                  <a:pos x="838" y="515"/>
                </a:cxn>
                <a:cxn ang="0">
                  <a:pos x="830" y="560"/>
                </a:cxn>
                <a:cxn ang="0">
                  <a:pos x="944" y="583"/>
                </a:cxn>
                <a:cxn ang="0">
                  <a:pos x="1028" y="685"/>
                </a:cxn>
                <a:cxn ang="0">
                  <a:pos x="906" y="874"/>
                </a:cxn>
                <a:cxn ang="0">
                  <a:pos x="796" y="967"/>
                </a:cxn>
                <a:cxn ang="0">
                  <a:pos x="687" y="1013"/>
                </a:cxn>
                <a:cxn ang="0">
                  <a:pos x="848" y="1050"/>
                </a:cxn>
                <a:cxn ang="0">
                  <a:pos x="931" y="1071"/>
                </a:cxn>
                <a:cxn ang="0">
                  <a:pos x="1078" y="1203"/>
                </a:cxn>
                <a:cxn ang="0">
                  <a:pos x="1171" y="1290"/>
                </a:cxn>
                <a:cxn ang="0">
                  <a:pos x="1369" y="1413"/>
                </a:cxn>
                <a:cxn ang="0">
                  <a:pos x="1222" y="1185"/>
                </a:cxn>
                <a:cxn ang="0">
                  <a:pos x="1327" y="1224"/>
                </a:cxn>
                <a:cxn ang="0">
                  <a:pos x="1466" y="1282"/>
                </a:cxn>
                <a:cxn ang="0">
                  <a:pos x="1499" y="1181"/>
                </a:cxn>
                <a:cxn ang="0">
                  <a:pos x="1407" y="1029"/>
                </a:cxn>
                <a:cxn ang="0">
                  <a:pos x="1256" y="874"/>
                </a:cxn>
                <a:cxn ang="0">
                  <a:pos x="1298" y="793"/>
                </a:cxn>
                <a:cxn ang="0">
                  <a:pos x="1458" y="857"/>
                </a:cxn>
                <a:cxn ang="0">
                  <a:pos x="1551" y="1017"/>
                </a:cxn>
                <a:cxn ang="0">
                  <a:pos x="1626" y="895"/>
                </a:cxn>
                <a:cxn ang="0">
                  <a:pos x="1652" y="727"/>
                </a:cxn>
                <a:cxn ang="0">
                  <a:pos x="1559" y="704"/>
                </a:cxn>
                <a:cxn ang="0">
                  <a:pos x="1453" y="638"/>
                </a:cxn>
                <a:cxn ang="0">
                  <a:pos x="1209" y="563"/>
                </a:cxn>
                <a:cxn ang="0">
                  <a:pos x="1362" y="523"/>
                </a:cxn>
                <a:cxn ang="0">
                  <a:pos x="1335" y="454"/>
                </a:cxn>
                <a:cxn ang="0">
                  <a:pos x="1167" y="429"/>
                </a:cxn>
                <a:cxn ang="0">
                  <a:pos x="1112" y="398"/>
                </a:cxn>
                <a:cxn ang="0">
                  <a:pos x="1062" y="365"/>
                </a:cxn>
                <a:cxn ang="0">
                  <a:pos x="1016" y="259"/>
                </a:cxn>
                <a:cxn ang="0">
                  <a:pos x="940" y="285"/>
                </a:cxn>
                <a:cxn ang="0">
                  <a:pos x="889" y="253"/>
                </a:cxn>
                <a:cxn ang="0">
                  <a:pos x="881" y="172"/>
                </a:cxn>
                <a:cxn ang="0">
                  <a:pos x="674" y="167"/>
                </a:cxn>
                <a:cxn ang="0">
                  <a:pos x="657" y="229"/>
                </a:cxn>
                <a:cxn ang="0">
                  <a:pos x="556" y="214"/>
                </a:cxn>
                <a:cxn ang="0">
                  <a:pos x="548" y="106"/>
                </a:cxn>
                <a:cxn ang="0">
                  <a:pos x="459" y="10"/>
                </a:cxn>
                <a:cxn ang="0">
                  <a:pos x="337" y="81"/>
                </a:cxn>
                <a:cxn ang="0">
                  <a:pos x="299" y="184"/>
                </a:cxn>
                <a:cxn ang="0">
                  <a:pos x="274" y="310"/>
                </a:cxn>
                <a:cxn ang="0">
                  <a:pos x="274" y="65"/>
                </a:cxn>
              </a:cxnLst>
              <a:rect l="0" t="0" r="r" b="b"/>
              <a:pathLst>
                <a:path w="1673" h="1413">
                  <a:moveTo>
                    <a:pt x="295" y="8"/>
                  </a:moveTo>
                  <a:lnTo>
                    <a:pt x="253" y="5"/>
                  </a:lnTo>
                  <a:lnTo>
                    <a:pt x="232" y="0"/>
                  </a:lnTo>
                  <a:lnTo>
                    <a:pt x="181" y="0"/>
                  </a:lnTo>
                  <a:lnTo>
                    <a:pt x="110" y="42"/>
                  </a:lnTo>
                  <a:lnTo>
                    <a:pt x="98" y="47"/>
                  </a:lnTo>
                  <a:lnTo>
                    <a:pt x="46" y="94"/>
                  </a:lnTo>
                  <a:lnTo>
                    <a:pt x="46" y="136"/>
                  </a:lnTo>
                  <a:lnTo>
                    <a:pt x="13" y="159"/>
                  </a:lnTo>
                  <a:lnTo>
                    <a:pt x="5" y="173"/>
                  </a:lnTo>
                  <a:lnTo>
                    <a:pt x="26" y="194"/>
                  </a:lnTo>
                  <a:lnTo>
                    <a:pt x="9" y="212"/>
                  </a:lnTo>
                  <a:lnTo>
                    <a:pt x="17" y="237"/>
                  </a:lnTo>
                  <a:lnTo>
                    <a:pt x="0" y="262"/>
                  </a:lnTo>
                  <a:lnTo>
                    <a:pt x="26" y="293"/>
                  </a:lnTo>
                  <a:lnTo>
                    <a:pt x="102" y="306"/>
                  </a:lnTo>
                  <a:lnTo>
                    <a:pt x="156" y="318"/>
                  </a:lnTo>
                  <a:lnTo>
                    <a:pt x="164" y="336"/>
                  </a:lnTo>
                  <a:lnTo>
                    <a:pt x="131" y="328"/>
                  </a:lnTo>
                  <a:lnTo>
                    <a:pt x="102" y="328"/>
                  </a:lnTo>
                  <a:lnTo>
                    <a:pt x="63" y="318"/>
                  </a:lnTo>
                  <a:lnTo>
                    <a:pt x="34" y="323"/>
                  </a:lnTo>
                  <a:lnTo>
                    <a:pt x="42" y="351"/>
                  </a:lnTo>
                  <a:lnTo>
                    <a:pt x="67" y="365"/>
                  </a:lnTo>
                  <a:lnTo>
                    <a:pt x="110" y="391"/>
                  </a:lnTo>
                  <a:lnTo>
                    <a:pt x="135" y="416"/>
                  </a:lnTo>
                  <a:lnTo>
                    <a:pt x="169" y="416"/>
                  </a:lnTo>
                  <a:lnTo>
                    <a:pt x="202" y="391"/>
                  </a:lnTo>
                  <a:lnTo>
                    <a:pt x="224" y="396"/>
                  </a:lnTo>
                  <a:lnTo>
                    <a:pt x="228" y="424"/>
                  </a:lnTo>
                  <a:lnTo>
                    <a:pt x="262" y="434"/>
                  </a:lnTo>
                  <a:lnTo>
                    <a:pt x="303" y="426"/>
                  </a:lnTo>
                  <a:lnTo>
                    <a:pt x="341" y="429"/>
                  </a:lnTo>
                  <a:lnTo>
                    <a:pt x="380" y="444"/>
                  </a:lnTo>
                  <a:lnTo>
                    <a:pt x="405" y="446"/>
                  </a:lnTo>
                  <a:lnTo>
                    <a:pt x="434" y="451"/>
                  </a:lnTo>
                  <a:lnTo>
                    <a:pt x="467" y="462"/>
                  </a:lnTo>
                  <a:lnTo>
                    <a:pt x="467" y="446"/>
                  </a:lnTo>
                  <a:lnTo>
                    <a:pt x="442" y="432"/>
                  </a:lnTo>
                  <a:lnTo>
                    <a:pt x="430" y="418"/>
                  </a:lnTo>
                  <a:lnTo>
                    <a:pt x="442" y="412"/>
                  </a:lnTo>
                  <a:lnTo>
                    <a:pt x="467" y="421"/>
                  </a:lnTo>
                  <a:lnTo>
                    <a:pt x="489" y="440"/>
                  </a:lnTo>
                  <a:lnTo>
                    <a:pt x="527" y="454"/>
                  </a:lnTo>
                  <a:lnTo>
                    <a:pt x="539" y="442"/>
                  </a:lnTo>
                  <a:lnTo>
                    <a:pt x="527" y="432"/>
                  </a:lnTo>
                  <a:lnTo>
                    <a:pt x="560" y="424"/>
                  </a:lnTo>
                  <a:lnTo>
                    <a:pt x="606" y="444"/>
                  </a:lnTo>
                  <a:lnTo>
                    <a:pt x="657" y="442"/>
                  </a:lnTo>
                  <a:lnTo>
                    <a:pt x="670" y="418"/>
                  </a:lnTo>
                  <a:lnTo>
                    <a:pt x="620" y="391"/>
                  </a:lnTo>
                  <a:lnTo>
                    <a:pt x="620" y="381"/>
                  </a:lnTo>
                  <a:lnTo>
                    <a:pt x="653" y="371"/>
                  </a:lnTo>
                  <a:lnTo>
                    <a:pt x="678" y="391"/>
                  </a:lnTo>
                  <a:lnTo>
                    <a:pt x="699" y="393"/>
                  </a:lnTo>
                  <a:lnTo>
                    <a:pt x="734" y="418"/>
                  </a:lnTo>
                  <a:lnTo>
                    <a:pt x="730" y="451"/>
                  </a:lnTo>
                  <a:lnTo>
                    <a:pt x="755" y="465"/>
                  </a:lnTo>
                  <a:lnTo>
                    <a:pt x="771" y="493"/>
                  </a:lnTo>
                  <a:lnTo>
                    <a:pt x="838" y="515"/>
                  </a:lnTo>
                  <a:lnTo>
                    <a:pt x="842" y="524"/>
                  </a:lnTo>
                  <a:lnTo>
                    <a:pt x="771" y="548"/>
                  </a:lnTo>
                  <a:lnTo>
                    <a:pt x="775" y="568"/>
                  </a:lnTo>
                  <a:lnTo>
                    <a:pt x="805" y="571"/>
                  </a:lnTo>
                  <a:lnTo>
                    <a:pt x="830" y="560"/>
                  </a:lnTo>
                  <a:lnTo>
                    <a:pt x="873" y="540"/>
                  </a:lnTo>
                  <a:lnTo>
                    <a:pt x="898" y="540"/>
                  </a:lnTo>
                  <a:lnTo>
                    <a:pt x="881" y="557"/>
                  </a:lnTo>
                  <a:lnTo>
                    <a:pt x="910" y="585"/>
                  </a:lnTo>
                  <a:lnTo>
                    <a:pt x="944" y="583"/>
                  </a:lnTo>
                  <a:lnTo>
                    <a:pt x="960" y="610"/>
                  </a:lnTo>
                  <a:lnTo>
                    <a:pt x="999" y="634"/>
                  </a:lnTo>
                  <a:lnTo>
                    <a:pt x="1006" y="651"/>
                  </a:lnTo>
                  <a:lnTo>
                    <a:pt x="1012" y="671"/>
                  </a:lnTo>
                  <a:lnTo>
                    <a:pt x="1028" y="685"/>
                  </a:lnTo>
                  <a:lnTo>
                    <a:pt x="1028" y="735"/>
                  </a:lnTo>
                  <a:lnTo>
                    <a:pt x="999" y="738"/>
                  </a:lnTo>
                  <a:lnTo>
                    <a:pt x="977" y="768"/>
                  </a:lnTo>
                  <a:lnTo>
                    <a:pt x="898" y="832"/>
                  </a:lnTo>
                  <a:lnTo>
                    <a:pt x="906" y="874"/>
                  </a:lnTo>
                  <a:lnTo>
                    <a:pt x="948" y="907"/>
                  </a:lnTo>
                  <a:lnTo>
                    <a:pt x="948" y="946"/>
                  </a:lnTo>
                  <a:lnTo>
                    <a:pt x="919" y="932"/>
                  </a:lnTo>
                  <a:lnTo>
                    <a:pt x="867" y="961"/>
                  </a:lnTo>
                  <a:lnTo>
                    <a:pt x="796" y="967"/>
                  </a:lnTo>
                  <a:lnTo>
                    <a:pt x="771" y="953"/>
                  </a:lnTo>
                  <a:lnTo>
                    <a:pt x="746" y="936"/>
                  </a:lnTo>
                  <a:lnTo>
                    <a:pt x="724" y="957"/>
                  </a:lnTo>
                  <a:lnTo>
                    <a:pt x="724" y="983"/>
                  </a:lnTo>
                  <a:lnTo>
                    <a:pt x="687" y="1013"/>
                  </a:lnTo>
                  <a:lnTo>
                    <a:pt x="683" y="1063"/>
                  </a:lnTo>
                  <a:lnTo>
                    <a:pt x="734" y="1101"/>
                  </a:lnTo>
                  <a:lnTo>
                    <a:pt x="792" y="1106"/>
                  </a:lnTo>
                  <a:lnTo>
                    <a:pt x="826" y="1054"/>
                  </a:lnTo>
                  <a:lnTo>
                    <a:pt x="848" y="1050"/>
                  </a:lnTo>
                  <a:lnTo>
                    <a:pt x="889" y="1097"/>
                  </a:lnTo>
                  <a:lnTo>
                    <a:pt x="902" y="1079"/>
                  </a:lnTo>
                  <a:lnTo>
                    <a:pt x="898" y="1050"/>
                  </a:lnTo>
                  <a:lnTo>
                    <a:pt x="923" y="1054"/>
                  </a:lnTo>
                  <a:lnTo>
                    <a:pt x="931" y="1071"/>
                  </a:lnTo>
                  <a:lnTo>
                    <a:pt x="977" y="1071"/>
                  </a:lnTo>
                  <a:lnTo>
                    <a:pt x="985" y="1126"/>
                  </a:lnTo>
                  <a:lnTo>
                    <a:pt x="1032" y="1168"/>
                  </a:lnTo>
                  <a:lnTo>
                    <a:pt x="1070" y="1172"/>
                  </a:lnTo>
                  <a:lnTo>
                    <a:pt x="1078" y="1203"/>
                  </a:lnTo>
                  <a:lnTo>
                    <a:pt x="1053" y="1206"/>
                  </a:lnTo>
                  <a:lnTo>
                    <a:pt x="1062" y="1240"/>
                  </a:lnTo>
                  <a:lnTo>
                    <a:pt x="1087" y="1249"/>
                  </a:lnTo>
                  <a:lnTo>
                    <a:pt x="1142" y="1299"/>
                  </a:lnTo>
                  <a:lnTo>
                    <a:pt x="1171" y="1290"/>
                  </a:lnTo>
                  <a:lnTo>
                    <a:pt x="1196" y="1299"/>
                  </a:lnTo>
                  <a:lnTo>
                    <a:pt x="1192" y="1346"/>
                  </a:lnTo>
                  <a:lnTo>
                    <a:pt x="1242" y="1379"/>
                  </a:lnTo>
                  <a:lnTo>
                    <a:pt x="1277" y="1379"/>
                  </a:lnTo>
                  <a:lnTo>
                    <a:pt x="1369" y="1413"/>
                  </a:lnTo>
                  <a:lnTo>
                    <a:pt x="1403" y="1400"/>
                  </a:lnTo>
                  <a:lnTo>
                    <a:pt x="1381" y="1354"/>
                  </a:lnTo>
                  <a:lnTo>
                    <a:pt x="1319" y="1311"/>
                  </a:lnTo>
                  <a:lnTo>
                    <a:pt x="1285" y="1265"/>
                  </a:lnTo>
                  <a:lnTo>
                    <a:pt x="1222" y="1185"/>
                  </a:lnTo>
                  <a:lnTo>
                    <a:pt x="1230" y="1156"/>
                  </a:lnTo>
                  <a:lnTo>
                    <a:pt x="1248" y="1152"/>
                  </a:lnTo>
                  <a:lnTo>
                    <a:pt x="1281" y="1193"/>
                  </a:lnTo>
                  <a:lnTo>
                    <a:pt x="1302" y="1189"/>
                  </a:lnTo>
                  <a:lnTo>
                    <a:pt x="1327" y="1224"/>
                  </a:lnTo>
                  <a:lnTo>
                    <a:pt x="1362" y="1214"/>
                  </a:lnTo>
                  <a:lnTo>
                    <a:pt x="1403" y="1265"/>
                  </a:lnTo>
                  <a:lnTo>
                    <a:pt x="1441" y="1324"/>
                  </a:lnTo>
                  <a:lnTo>
                    <a:pt x="1466" y="1320"/>
                  </a:lnTo>
                  <a:lnTo>
                    <a:pt x="1466" y="1282"/>
                  </a:lnTo>
                  <a:lnTo>
                    <a:pt x="1483" y="1253"/>
                  </a:lnTo>
                  <a:lnTo>
                    <a:pt x="1453" y="1228"/>
                  </a:lnTo>
                  <a:lnTo>
                    <a:pt x="1462" y="1210"/>
                  </a:lnTo>
                  <a:lnTo>
                    <a:pt x="1499" y="1214"/>
                  </a:lnTo>
                  <a:lnTo>
                    <a:pt x="1499" y="1181"/>
                  </a:lnTo>
                  <a:lnTo>
                    <a:pt x="1470" y="1143"/>
                  </a:lnTo>
                  <a:lnTo>
                    <a:pt x="1470" y="1122"/>
                  </a:lnTo>
                  <a:lnTo>
                    <a:pt x="1453" y="1110"/>
                  </a:lnTo>
                  <a:lnTo>
                    <a:pt x="1453" y="1089"/>
                  </a:lnTo>
                  <a:lnTo>
                    <a:pt x="1407" y="1029"/>
                  </a:lnTo>
                  <a:lnTo>
                    <a:pt x="1377" y="1021"/>
                  </a:lnTo>
                  <a:lnTo>
                    <a:pt x="1335" y="967"/>
                  </a:lnTo>
                  <a:lnTo>
                    <a:pt x="1323" y="942"/>
                  </a:lnTo>
                  <a:lnTo>
                    <a:pt x="1298" y="924"/>
                  </a:lnTo>
                  <a:lnTo>
                    <a:pt x="1256" y="874"/>
                  </a:lnTo>
                  <a:lnTo>
                    <a:pt x="1269" y="845"/>
                  </a:lnTo>
                  <a:lnTo>
                    <a:pt x="1306" y="878"/>
                  </a:lnTo>
                  <a:lnTo>
                    <a:pt x="1331" y="861"/>
                  </a:lnTo>
                  <a:lnTo>
                    <a:pt x="1319" y="840"/>
                  </a:lnTo>
                  <a:lnTo>
                    <a:pt x="1298" y="793"/>
                  </a:lnTo>
                  <a:lnTo>
                    <a:pt x="1348" y="768"/>
                  </a:lnTo>
                  <a:lnTo>
                    <a:pt x="1391" y="814"/>
                  </a:lnTo>
                  <a:lnTo>
                    <a:pt x="1403" y="840"/>
                  </a:lnTo>
                  <a:lnTo>
                    <a:pt x="1453" y="840"/>
                  </a:lnTo>
                  <a:lnTo>
                    <a:pt x="1458" y="857"/>
                  </a:lnTo>
                  <a:lnTo>
                    <a:pt x="1432" y="903"/>
                  </a:lnTo>
                  <a:lnTo>
                    <a:pt x="1474" y="957"/>
                  </a:lnTo>
                  <a:lnTo>
                    <a:pt x="1495" y="975"/>
                  </a:lnTo>
                  <a:lnTo>
                    <a:pt x="1520" y="983"/>
                  </a:lnTo>
                  <a:lnTo>
                    <a:pt x="1551" y="1017"/>
                  </a:lnTo>
                  <a:lnTo>
                    <a:pt x="1567" y="979"/>
                  </a:lnTo>
                  <a:lnTo>
                    <a:pt x="1551" y="928"/>
                  </a:lnTo>
                  <a:lnTo>
                    <a:pt x="1551" y="895"/>
                  </a:lnTo>
                  <a:lnTo>
                    <a:pt x="1580" y="924"/>
                  </a:lnTo>
                  <a:lnTo>
                    <a:pt x="1626" y="895"/>
                  </a:lnTo>
                  <a:lnTo>
                    <a:pt x="1613" y="810"/>
                  </a:lnTo>
                  <a:lnTo>
                    <a:pt x="1664" y="806"/>
                  </a:lnTo>
                  <a:lnTo>
                    <a:pt x="1673" y="749"/>
                  </a:lnTo>
                  <a:lnTo>
                    <a:pt x="1648" y="742"/>
                  </a:lnTo>
                  <a:lnTo>
                    <a:pt x="1652" y="727"/>
                  </a:lnTo>
                  <a:lnTo>
                    <a:pt x="1622" y="714"/>
                  </a:lnTo>
                  <a:lnTo>
                    <a:pt x="1563" y="744"/>
                  </a:lnTo>
                  <a:lnTo>
                    <a:pt x="1559" y="732"/>
                  </a:lnTo>
                  <a:lnTo>
                    <a:pt x="1576" y="719"/>
                  </a:lnTo>
                  <a:lnTo>
                    <a:pt x="1559" y="704"/>
                  </a:lnTo>
                  <a:lnTo>
                    <a:pt x="1495" y="712"/>
                  </a:lnTo>
                  <a:lnTo>
                    <a:pt x="1505" y="679"/>
                  </a:lnTo>
                  <a:lnTo>
                    <a:pt x="1479" y="663"/>
                  </a:lnTo>
                  <a:lnTo>
                    <a:pt x="1453" y="659"/>
                  </a:lnTo>
                  <a:lnTo>
                    <a:pt x="1453" y="638"/>
                  </a:lnTo>
                  <a:lnTo>
                    <a:pt x="1407" y="641"/>
                  </a:lnTo>
                  <a:lnTo>
                    <a:pt x="1373" y="657"/>
                  </a:lnTo>
                  <a:lnTo>
                    <a:pt x="1340" y="610"/>
                  </a:lnTo>
                  <a:lnTo>
                    <a:pt x="1285" y="580"/>
                  </a:lnTo>
                  <a:lnTo>
                    <a:pt x="1209" y="563"/>
                  </a:lnTo>
                  <a:lnTo>
                    <a:pt x="1217" y="548"/>
                  </a:lnTo>
                  <a:lnTo>
                    <a:pt x="1289" y="560"/>
                  </a:lnTo>
                  <a:lnTo>
                    <a:pt x="1294" y="540"/>
                  </a:lnTo>
                  <a:lnTo>
                    <a:pt x="1269" y="527"/>
                  </a:lnTo>
                  <a:lnTo>
                    <a:pt x="1362" y="523"/>
                  </a:lnTo>
                  <a:lnTo>
                    <a:pt x="1348" y="504"/>
                  </a:lnTo>
                  <a:lnTo>
                    <a:pt x="1273" y="485"/>
                  </a:lnTo>
                  <a:lnTo>
                    <a:pt x="1298" y="474"/>
                  </a:lnTo>
                  <a:lnTo>
                    <a:pt x="1323" y="474"/>
                  </a:lnTo>
                  <a:lnTo>
                    <a:pt x="1335" y="454"/>
                  </a:lnTo>
                  <a:lnTo>
                    <a:pt x="1281" y="417"/>
                  </a:lnTo>
                  <a:lnTo>
                    <a:pt x="1256" y="442"/>
                  </a:lnTo>
                  <a:lnTo>
                    <a:pt x="1217" y="451"/>
                  </a:lnTo>
                  <a:lnTo>
                    <a:pt x="1217" y="437"/>
                  </a:lnTo>
                  <a:lnTo>
                    <a:pt x="1167" y="429"/>
                  </a:lnTo>
                  <a:lnTo>
                    <a:pt x="1217" y="417"/>
                  </a:lnTo>
                  <a:lnTo>
                    <a:pt x="1256" y="384"/>
                  </a:lnTo>
                  <a:lnTo>
                    <a:pt x="1192" y="359"/>
                  </a:lnTo>
                  <a:lnTo>
                    <a:pt x="1146" y="361"/>
                  </a:lnTo>
                  <a:lnTo>
                    <a:pt x="1112" y="398"/>
                  </a:lnTo>
                  <a:lnTo>
                    <a:pt x="1087" y="396"/>
                  </a:lnTo>
                  <a:lnTo>
                    <a:pt x="1095" y="376"/>
                  </a:lnTo>
                  <a:lnTo>
                    <a:pt x="1116" y="359"/>
                  </a:lnTo>
                  <a:lnTo>
                    <a:pt x="1108" y="348"/>
                  </a:lnTo>
                  <a:lnTo>
                    <a:pt x="1062" y="365"/>
                  </a:lnTo>
                  <a:lnTo>
                    <a:pt x="1045" y="348"/>
                  </a:lnTo>
                  <a:lnTo>
                    <a:pt x="1112" y="328"/>
                  </a:lnTo>
                  <a:lnTo>
                    <a:pt x="1099" y="281"/>
                  </a:lnTo>
                  <a:lnTo>
                    <a:pt x="1066" y="259"/>
                  </a:lnTo>
                  <a:lnTo>
                    <a:pt x="1016" y="259"/>
                  </a:lnTo>
                  <a:lnTo>
                    <a:pt x="1012" y="287"/>
                  </a:lnTo>
                  <a:lnTo>
                    <a:pt x="987" y="300"/>
                  </a:lnTo>
                  <a:lnTo>
                    <a:pt x="969" y="290"/>
                  </a:lnTo>
                  <a:lnTo>
                    <a:pt x="956" y="300"/>
                  </a:lnTo>
                  <a:lnTo>
                    <a:pt x="940" y="285"/>
                  </a:lnTo>
                  <a:lnTo>
                    <a:pt x="956" y="262"/>
                  </a:lnTo>
                  <a:lnTo>
                    <a:pt x="931" y="257"/>
                  </a:lnTo>
                  <a:lnTo>
                    <a:pt x="910" y="285"/>
                  </a:lnTo>
                  <a:lnTo>
                    <a:pt x="885" y="281"/>
                  </a:lnTo>
                  <a:lnTo>
                    <a:pt x="889" y="253"/>
                  </a:lnTo>
                  <a:lnTo>
                    <a:pt x="931" y="217"/>
                  </a:lnTo>
                  <a:lnTo>
                    <a:pt x="910" y="209"/>
                  </a:lnTo>
                  <a:lnTo>
                    <a:pt x="877" y="232"/>
                  </a:lnTo>
                  <a:lnTo>
                    <a:pt x="855" y="209"/>
                  </a:lnTo>
                  <a:lnTo>
                    <a:pt x="881" y="172"/>
                  </a:lnTo>
                  <a:lnTo>
                    <a:pt x="826" y="148"/>
                  </a:lnTo>
                  <a:lnTo>
                    <a:pt x="796" y="151"/>
                  </a:lnTo>
                  <a:lnTo>
                    <a:pt x="771" y="144"/>
                  </a:lnTo>
                  <a:lnTo>
                    <a:pt x="699" y="145"/>
                  </a:lnTo>
                  <a:lnTo>
                    <a:pt x="674" y="167"/>
                  </a:lnTo>
                  <a:lnTo>
                    <a:pt x="720" y="179"/>
                  </a:lnTo>
                  <a:lnTo>
                    <a:pt x="716" y="192"/>
                  </a:lnTo>
                  <a:lnTo>
                    <a:pt x="695" y="194"/>
                  </a:lnTo>
                  <a:lnTo>
                    <a:pt x="687" y="229"/>
                  </a:lnTo>
                  <a:lnTo>
                    <a:pt x="657" y="229"/>
                  </a:lnTo>
                  <a:lnTo>
                    <a:pt x="637" y="201"/>
                  </a:lnTo>
                  <a:lnTo>
                    <a:pt x="632" y="181"/>
                  </a:lnTo>
                  <a:lnTo>
                    <a:pt x="594" y="181"/>
                  </a:lnTo>
                  <a:lnTo>
                    <a:pt x="560" y="194"/>
                  </a:lnTo>
                  <a:lnTo>
                    <a:pt x="556" y="214"/>
                  </a:lnTo>
                  <a:lnTo>
                    <a:pt x="535" y="217"/>
                  </a:lnTo>
                  <a:lnTo>
                    <a:pt x="544" y="161"/>
                  </a:lnTo>
                  <a:lnTo>
                    <a:pt x="565" y="144"/>
                  </a:lnTo>
                  <a:lnTo>
                    <a:pt x="556" y="120"/>
                  </a:lnTo>
                  <a:lnTo>
                    <a:pt x="548" y="106"/>
                  </a:lnTo>
                  <a:lnTo>
                    <a:pt x="544" y="67"/>
                  </a:lnTo>
                  <a:lnTo>
                    <a:pt x="514" y="42"/>
                  </a:lnTo>
                  <a:lnTo>
                    <a:pt x="514" y="22"/>
                  </a:lnTo>
                  <a:lnTo>
                    <a:pt x="492" y="10"/>
                  </a:lnTo>
                  <a:lnTo>
                    <a:pt x="459" y="10"/>
                  </a:lnTo>
                  <a:lnTo>
                    <a:pt x="367" y="37"/>
                  </a:lnTo>
                  <a:lnTo>
                    <a:pt x="367" y="61"/>
                  </a:lnTo>
                  <a:lnTo>
                    <a:pt x="345" y="53"/>
                  </a:lnTo>
                  <a:lnTo>
                    <a:pt x="315" y="65"/>
                  </a:lnTo>
                  <a:lnTo>
                    <a:pt x="337" y="81"/>
                  </a:lnTo>
                  <a:lnTo>
                    <a:pt x="283" y="95"/>
                  </a:lnTo>
                  <a:lnTo>
                    <a:pt x="295" y="164"/>
                  </a:lnTo>
                  <a:lnTo>
                    <a:pt x="349" y="184"/>
                  </a:lnTo>
                  <a:lnTo>
                    <a:pt x="341" y="200"/>
                  </a:lnTo>
                  <a:lnTo>
                    <a:pt x="299" y="184"/>
                  </a:lnTo>
                  <a:lnTo>
                    <a:pt x="270" y="200"/>
                  </a:lnTo>
                  <a:lnTo>
                    <a:pt x="278" y="237"/>
                  </a:lnTo>
                  <a:lnTo>
                    <a:pt x="310" y="274"/>
                  </a:lnTo>
                  <a:lnTo>
                    <a:pt x="303" y="312"/>
                  </a:lnTo>
                  <a:lnTo>
                    <a:pt x="274" y="310"/>
                  </a:lnTo>
                  <a:lnTo>
                    <a:pt x="274" y="259"/>
                  </a:lnTo>
                  <a:lnTo>
                    <a:pt x="224" y="232"/>
                  </a:lnTo>
                  <a:lnTo>
                    <a:pt x="220" y="141"/>
                  </a:lnTo>
                  <a:lnTo>
                    <a:pt x="216" y="126"/>
                  </a:lnTo>
                  <a:lnTo>
                    <a:pt x="274" y="65"/>
                  </a:lnTo>
                  <a:lnTo>
                    <a:pt x="283" y="50"/>
                  </a:lnTo>
                  <a:lnTo>
                    <a:pt x="315" y="18"/>
                  </a:lnTo>
                  <a:lnTo>
                    <a:pt x="295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 257"/>
            <p:cNvSpPr>
              <a:spLocks/>
            </p:cNvSpPr>
            <p:nvPr/>
          </p:nvSpPr>
          <p:spPr bwMode="auto">
            <a:xfrm>
              <a:off x="2455911" y="1907237"/>
              <a:ext cx="116744" cy="51886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3" y="41"/>
                </a:cxn>
                <a:cxn ang="0">
                  <a:pos x="29" y="50"/>
                </a:cxn>
                <a:cxn ang="0">
                  <a:pos x="42" y="117"/>
                </a:cxn>
                <a:cxn ang="0">
                  <a:pos x="68" y="127"/>
                </a:cxn>
                <a:cxn ang="0">
                  <a:pos x="93" y="119"/>
                </a:cxn>
                <a:cxn ang="0">
                  <a:pos x="101" y="103"/>
                </a:cxn>
                <a:cxn ang="0">
                  <a:pos x="194" y="99"/>
                </a:cxn>
                <a:cxn ang="0">
                  <a:pos x="274" y="117"/>
                </a:cxn>
                <a:cxn ang="0">
                  <a:pos x="286" y="99"/>
                </a:cxn>
                <a:cxn ang="0">
                  <a:pos x="240" y="81"/>
                </a:cxn>
                <a:cxn ang="0">
                  <a:pos x="244" y="53"/>
                </a:cxn>
                <a:cxn ang="0">
                  <a:pos x="219" y="33"/>
                </a:cxn>
                <a:cxn ang="0">
                  <a:pos x="194" y="30"/>
                </a:cxn>
                <a:cxn ang="0">
                  <a:pos x="135" y="0"/>
                </a:cxn>
                <a:cxn ang="0">
                  <a:pos x="54" y="8"/>
                </a:cxn>
                <a:cxn ang="0">
                  <a:pos x="42" y="0"/>
                </a:cxn>
                <a:cxn ang="0">
                  <a:pos x="0" y="8"/>
                </a:cxn>
              </a:cxnLst>
              <a:rect l="0" t="0" r="r" b="b"/>
              <a:pathLst>
                <a:path w="286" h="127">
                  <a:moveTo>
                    <a:pt x="0" y="8"/>
                  </a:moveTo>
                  <a:lnTo>
                    <a:pt x="13" y="41"/>
                  </a:lnTo>
                  <a:lnTo>
                    <a:pt x="29" y="50"/>
                  </a:lnTo>
                  <a:lnTo>
                    <a:pt x="42" y="117"/>
                  </a:lnTo>
                  <a:lnTo>
                    <a:pt x="68" y="127"/>
                  </a:lnTo>
                  <a:lnTo>
                    <a:pt x="93" y="119"/>
                  </a:lnTo>
                  <a:lnTo>
                    <a:pt x="101" y="103"/>
                  </a:lnTo>
                  <a:lnTo>
                    <a:pt x="194" y="99"/>
                  </a:lnTo>
                  <a:lnTo>
                    <a:pt x="274" y="117"/>
                  </a:lnTo>
                  <a:lnTo>
                    <a:pt x="286" y="99"/>
                  </a:lnTo>
                  <a:lnTo>
                    <a:pt x="240" y="81"/>
                  </a:lnTo>
                  <a:lnTo>
                    <a:pt x="244" y="53"/>
                  </a:lnTo>
                  <a:lnTo>
                    <a:pt x="219" y="33"/>
                  </a:lnTo>
                  <a:lnTo>
                    <a:pt x="194" y="30"/>
                  </a:lnTo>
                  <a:lnTo>
                    <a:pt x="135" y="0"/>
                  </a:lnTo>
                  <a:lnTo>
                    <a:pt x="54" y="8"/>
                  </a:lnTo>
                  <a:lnTo>
                    <a:pt x="42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 258"/>
            <p:cNvSpPr>
              <a:spLocks/>
            </p:cNvSpPr>
            <p:nvPr/>
          </p:nvSpPr>
          <p:spPr bwMode="auto">
            <a:xfrm>
              <a:off x="2496449" y="2090460"/>
              <a:ext cx="27564" cy="11350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0" y="17"/>
                </a:cxn>
                <a:cxn ang="0">
                  <a:pos x="0" y="25"/>
                </a:cxn>
                <a:cxn ang="0">
                  <a:pos x="17" y="25"/>
                </a:cxn>
                <a:cxn ang="0">
                  <a:pos x="67" y="1"/>
                </a:cxn>
                <a:cxn ang="0">
                  <a:pos x="46" y="0"/>
                </a:cxn>
              </a:cxnLst>
              <a:rect l="0" t="0" r="r" b="b"/>
              <a:pathLst>
                <a:path w="67" h="25">
                  <a:moveTo>
                    <a:pt x="46" y="0"/>
                  </a:moveTo>
                  <a:lnTo>
                    <a:pt x="0" y="17"/>
                  </a:lnTo>
                  <a:lnTo>
                    <a:pt x="0" y="25"/>
                  </a:lnTo>
                  <a:lnTo>
                    <a:pt x="17" y="25"/>
                  </a:lnTo>
                  <a:lnTo>
                    <a:pt x="67" y="1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 259"/>
            <p:cNvSpPr>
              <a:spLocks/>
            </p:cNvSpPr>
            <p:nvPr/>
          </p:nvSpPr>
          <p:spPr bwMode="auto">
            <a:xfrm>
              <a:off x="2462398" y="2090460"/>
              <a:ext cx="22700" cy="9728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59" y="12"/>
                </a:cxn>
                <a:cxn ang="0">
                  <a:pos x="20" y="26"/>
                </a:cxn>
                <a:cxn ang="0">
                  <a:pos x="0" y="18"/>
                </a:cxn>
                <a:cxn ang="0">
                  <a:pos x="12" y="7"/>
                </a:cxn>
                <a:cxn ang="0">
                  <a:pos x="59" y="0"/>
                </a:cxn>
              </a:cxnLst>
              <a:rect l="0" t="0" r="r" b="b"/>
              <a:pathLst>
                <a:path w="59" h="26">
                  <a:moveTo>
                    <a:pt x="59" y="0"/>
                  </a:moveTo>
                  <a:lnTo>
                    <a:pt x="59" y="12"/>
                  </a:lnTo>
                  <a:lnTo>
                    <a:pt x="20" y="26"/>
                  </a:lnTo>
                  <a:lnTo>
                    <a:pt x="0" y="18"/>
                  </a:lnTo>
                  <a:lnTo>
                    <a:pt x="12" y="7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 260"/>
            <p:cNvSpPr>
              <a:spLocks/>
            </p:cNvSpPr>
            <p:nvPr/>
          </p:nvSpPr>
          <p:spPr bwMode="auto">
            <a:xfrm>
              <a:off x="2533741" y="2103433"/>
              <a:ext cx="12972" cy="11350"/>
            </a:xfrm>
            <a:custGeom>
              <a:avLst/>
              <a:gdLst/>
              <a:ahLst/>
              <a:cxnLst>
                <a:cxn ang="0">
                  <a:pos x="7" y="31"/>
                </a:cxn>
                <a:cxn ang="0">
                  <a:pos x="0" y="13"/>
                </a:cxn>
                <a:cxn ang="0">
                  <a:pos x="4" y="0"/>
                </a:cxn>
                <a:cxn ang="0">
                  <a:pos x="21" y="3"/>
                </a:cxn>
                <a:cxn ang="0">
                  <a:pos x="33" y="11"/>
                </a:cxn>
                <a:cxn ang="0">
                  <a:pos x="7" y="31"/>
                </a:cxn>
              </a:cxnLst>
              <a:rect l="0" t="0" r="r" b="b"/>
              <a:pathLst>
                <a:path w="33" h="31">
                  <a:moveTo>
                    <a:pt x="7" y="31"/>
                  </a:moveTo>
                  <a:lnTo>
                    <a:pt x="0" y="13"/>
                  </a:lnTo>
                  <a:lnTo>
                    <a:pt x="4" y="0"/>
                  </a:lnTo>
                  <a:lnTo>
                    <a:pt x="21" y="3"/>
                  </a:lnTo>
                  <a:lnTo>
                    <a:pt x="33" y="11"/>
                  </a:lnTo>
                  <a:lnTo>
                    <a:pt x="7" y="3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 261"/>
            <p:cNvSpPr>
              <a:spLocks/>
            </p:cNvSpPr>
            <p:nvPr/>
          </p:nvSpPr>
          <p:spPr bwMode="auto">
            <a:xfrm>
              <a:off x="2476991" y="2106676"/>
              <a:ext cx="34050" cy="19457"/>
            </a:xfrm>
            <a:custGeom>
              <a:avLst/>
              <a:gdLst/>
              <a:ahLst/>
              <a:cxnLst>
                <a:cxn ang="0">
                  <a:pos x="39" y="11"/>
                </a:cxn>
                <a:cxn ang="0">
                  <a:pos x="64" y="0"/>
                </a:cxn>
                <a:cxn ang="0">
                  <a:pos x="81" y="5"/>
                </a:cxn>
                <a:cxn ang="0">
                  <a:pos x="85" y="28"/>
                </a:cxn>
                <a:cxn ang="0">
                  <a:pos x="43" y="50"/>
                </a:cxn>
                <a:cxn ang="0">
                  <a:pos x="0" y="48"/>
                </a:cxn>
                <a:cxn ang="0">
                  <a:pos x="0" y="41"/>
                </a:cxn>
                <a:cxn ang="0">
                  <a:pos x="35" y="28"/>
                </a:cxn>
                <a:cxn ang="0">
                  <a:pos x="39" y="11"/>
                </a:cxn>
              </a:cxnLst>
              <a:rect l="0" t="0" r="r" b="b"/>
              <a:pathLst>
                <a:path w="85" h="50">
                  <a:moveTo>
                    <a:pt x="39" y="11"/>
                  </a:moveTo>
                  <a:lnTo>
                    <a:pt x="64" y="0"/>
                  </a:lnTo>
                  <a:lnTo>
                    <a:pt x="81" y="5"/>
                  </a:lnTo>
                  <a:lnTo>
                    <a:pt x="85" y="28"/>
                  </a:lnTo>
                  <a:lnTo>
                    <a:pt x="43" y="50"/>
                  </a:lnTo>
                  <a:lnTo>
                    <a:pt x="0" y="48"/>
                  </a:lnTo>
                  <a:lnTo>
                    <a:pt x="0" y="41"/>
                  </a:lnTo>
                  <a:lnTo>
                    <a:pt x="35" y="28"/>
                  </a:lnTo>
                  <a:lnTo>
                    <a:pt x="39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 262"/>
            <p:cNvSpPr>
              <a:spLocks/>
            </p:cNvSpPr>
            <p:nvPr/>
          </p:nvSpPr>
          <p:spPr bwMode="auto">
            <a:xfrm>
              <a:off x="2493206" y="2135861"/>
              <a:ext cx="9728" cy="11350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21" y="26"/>
                </a:cxn>
                <a:cxn ang="0">
                  <a:pos x="21" y="3"/>
                </a:cxn>
                <a:cxn ang="0">
                  <a:pos x="0" y="0"/>
                </a:cxn>
                <a:cxn ang="0">
                  <a:pos x="0" y="18"/>
                </a:cxn>
              </a:cxnLst>
              <a:rect l="0" t="0" r="r" b="b"/>
              <a:pathLst>
                <a:path w="21" h="26">
                  <a:moveTo>
                    <a:pt x="0" y="18"/>
                  </a:moveTo>
                  <a:lnTo>
                    <a:pt x="21" y="26"/>
                  </a:lnTo>
                  <a:lnTo>
                    <a:pt x="21" y="3"/>
                  </a:ln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 263"/>
            <p:cNvSpPr>
              <a:spLocks/>
            </p:cNvSpPr>
            <p:nvPr/>
          </p:nvSpPr>
          <p:spPr bwMode="auto">
            <a:xfrm>
              <a:off x="2536985" y="2148834"/>
              <a:ext cx="50265" cy="42157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0" y="41"/>
                </a:cxn>
                <a:cxn ang="0">
                  <a:pos x="6" y="89"/>
                </a:cxn>
                <a:cxn ang="0">
                  <a:pos x="22" y="103"/>
                </a:cxn>
                <a:cxn ang="0">
                  <a:pos x="72" y="97"/>
                </a:cxn>
                <a:cxn ang="0">
                  <a:pos x="128" y="69"/>
                </a:cxn>
                <a:cxn ang="0">
                  <a:pos x="124" y="50"/>
                </a:cxn>
                <a:cxn ang="0">
                  <a:pos x="114" y="41"/>
                </a:cxn>
                <a:cxn ang="0">
                  <a:pos x="114" y="8"/>
                </a:cxn>
                <a:cxn ang="0">
                  <a:pos x="52" y="0"/>
                </a:cxn>
              </a:cxnLst>
              <a:rect l="0" t="0" r="r" b="b"/>
              <a:pathLst>
                <a:path w="128" h="103">
                  <a:moveTo>
                    <a:pt x="52" y="0"/>
                  </a:moveTo>
                  <a:lnTo>
                    <a:pt x="0" y="41"/>
                  </a:lnTo>
                  <a:lnTo>
                    <a:pt x="6" y="89"/>
                  </a:lnTo>
                  <a:lnTo>
                    <a:pt x="22" y="103"/>
                  </a:lnTo>
                  <a:lnTo>
                    <a:pt x="72" y="97"/>
                  </a:lnTo>
                  <a:lnTo>
                    <a:pt x="128" y="69"/>
                  </a:lnTo>
                  <a:lnTo>
                    <a:pt x="124" y="50"/>
                  </a:lnTo>
                  <a:lnTo>
                    <a:pt x="114" y="41"/>
                  </a:lnTo>
                  <a:lnTo>
                    <a:pt x="114" y="8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 264"/>
            <p:cNvSpPr>
              <a:spLocks/>
            </p:cNvSpPr>
            <p:nvPr/>
          </p:nvSpPr>
          <p:spPr bwMode="auto">
            <a:xfrm>
              <a:off x="2577521" y="2134240"/>
              <a:ext cx="8107" cy="972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6" y="22"/>
                </a:cxn>
                <a:cxn ang="0">
                  <a:pos x="0" y="17"/>
                </a:cxn>
                <a:cxn ang="0">
                  <a:pos x="0" y="4"/>
                </a:cxn>
                <a:cxn ang="0">
                  <a:pos x="22" y="0"/>
                </a:cxn>
              </a:cxnLst>
              <a:rect l="0" t="0" r="r" b="b"/>
              <a:pathLst>
                <a:path w="22" h="22">
                  <a:moveTo>
                    <a:pt x="22" y="0"/>
                  </a:moveTo>
                  <a:lnTo>
                    <a:pt x="16" y="22"/>
                  </a:lnTo>
                  <a:lnTo>
                    <a:pt x="0" y="17"/>
                  </a:lnTo>
                  <a:lnTo>
                    <a:pt x="0" y="4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 265"/>
            <p:cNvSpPr>
              <a:spLocks/>
            </p:cNvSpPr>
            <p:nvPr/>
          </p:nvSpPr>
          <p:spPr bwMode="auto">
            <a:xfrm>
              <a:off x="2600221" y="2158562"/>
              <a:ext cx="21078" cy="8107"/>
            </a:xfrm>
            <a:custGeom>
              <a:avLst/>
              <a:gdLst/>
              <a:ahLst/>
              <a:cxnLst>
                <a:cxn ang="0">
                  <a:pos x="21" y="21"/>
                </a:cxn>
                <a:cxn ang="0">
                  <a:pos x="0" y="10"/>
                </a:cxn>
                <a:cxn ang="0">
                  <a:pos x="0" y="0"/>
                </a:cxn>
                <a:cxn ang="0">
                  <a:pos x="34" y="0"/>
                </a:cxn>
                <a:cxn ang="0">
                  <a:pos x="54" y="21"/>
                </a:cxn>
                <a:cxn ang="0">
                  <a:pos x="21" y="21"/>
                </a:cxn>
              </a:cxnLst>
              <a:rect l="0" t="0" r="r" b="b"/>
              <a:pathLst>
                <a:path w="54" h="21">
                  <a:moveTo>
                    <a:pt x="21" y="21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34" y="0"/>
                  </a:lnTo>
                  <a:lnTo>
                    <a:pt x="54" y="21"/>
                  </a:lnTo>
                  <a:lnTo>
                    <a:pt x="21" y="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 266"/>
            <p:cNvSpPr>
              <a:spLocks/>
            </p:cNvSpPr>
            <p:nvPr/>
          </p:nvSpPr>
          <p:spPr bwMode="auto">
            <a:xfrm>
              <a:off x="2306739" y="2158562"/>
              <a:ext cx="12972" cy="9728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35" y="8"/>
                </a:cxn>
                <a:cxn ang="0">
                  <a:pos x="17" y="23"/>
                </a:cxn>
                <a:cxn ang="0">
                  <a:pos x="0" y="15"/>
                </a:cxn>
                <a:cxn ang="0">
                  <a:pos x="4" y="5"/>
                </a:cxn>
                <a:cxn ang="0">
                  <a:pos x="25" y="0"/>
                </a:cxn>
              </a:cxnLst>
              <a:rect l="0" t="0" r="r" b="b"/>
              <a:pathLst>
                <a:path w="35" h="23">
                  <a:moveTo>
                    <a:pt x="25" y="0"/>
                  </a:moveTo>
                  <a:lnTo>
                    <a:pt x="35" y="8"/>
                  </a:lnTo>
                  <a:lnTo>
                    <a:pt x="17" y="23"/>
                  </a:lnTo>
                  <a:lnTo>
                    <a:pt x="0" y="15"/>
                  </a:lnTo>
                  <a:lnTo>
                    <a:pt x="4" y="5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Rectangle 267"/>
            <p:cNvSpPr>
              <a:spLocks noChangeArrowheads="1"/>
            </p:cNvSpPr>
            <p:nvPr/>
          </p:nvSpPr>
          <p:spPr bwMode="auto">
            <a:xfrm>
              <a:off x="2301874" y="2074248"/>
              <a:ext cx="16214" cy="3243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 268"/>
            <p:cNvSpPr>
              <a:spLocks/>
            </p:cNvSpPr>
            <p:nvPr/>
          </p:nvSpPr>
          <p:spPr bwMode="auto">
            <a:xfrm>
              <a:off x="1998662" y="1589433"/>
              <a:ext cx="32428" cy="22700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64" y="57"/>
                </a:cxn>
                <a:cxn ang="0">
                  <a:pos x="43" y="45"/>
                </a:cxn>
                <a:cxn ang="0">
                  <a:pos x="30" y="29"/>
                </a:cxn>
                <a:cxn ang="0">
                  <a:pos x="0" y="24"/>
                </a:cxn>
                <a:cxn ang="0">
                  <a:pos x="34" y="0"/>
                </a:cxn>
                <a:cxn ang="0">
                  <a:pos x="80" y="0"/>
                </a:cxn>
              </a:cxnLst>
              <a:rect l="0" t="0" r="r" b="b"/>
              <a:pathLst>
                <a:path w="80" h="57">
                  <a:moveTo>
                    <a:pt x="80" y="0"/>
                  </a:moveTo>
                  <a:lnTo>
                    <a:pt x="64" y="57"/>
                  </a:lnTo>
                  <a:lnTo>
                    <a:pt x="43" y="45"/>
                  </a:lnTo>
                  <a:lnTo>
                    <a:pt x="30" y="29"/>
                  </a:lnTo>
                  <a:lnTo>
                    <a:pt x="0" y="24"/>
                  </a:lnTo>
                  <a:lnTo>
                    <a:pt x="34" y="0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 269"/>
            <p:cNvSpPr>
              <a:spLocks/>
            </p:cNvSpPr>
            <p:nvPr/>
          </p:nvSpPr>
          <p:spPr bwMode="auto">
            <a:xfrm>
              <a:off x="2369975" y="2242878"/>
              <a:ext cx="17835" cy="1621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26" y="17"/>
                </a:cxn>
                <a:cxn ang="0">
                  <a:pos x="43" y="26"/>
                </a:cxn>
                <a:cxn ang="0">
                  <a:pos x="47" y="42"/>
                </a:cxn>
                <a:cxn ang="0">
                  <a:pos x="26" y="42"/>
                </a:cxn>
                <a:cxn ang="0">
                  <a:pos x="0" y="13"/>
                </a:cxn>
                <a:cxn ang="0">
                  <a:pos x="8" y="0"/>
                </a:cxn>
              </a:cxnLst>
              <a:rect l="0" t="0" r="r" b="b"/>
              <a:pathLst>
                <a:path w="47" h="42">
                  <a:moveTo>
                    <a:pt x="8" y="0"/>
                  </a:moveTo>
                  <a:lnTo>
                    <a:pt x="26" y="17"/>
                  </a:lnTo>
                  <a:lnTo>
                    <a:pt x="43" y="26"/>
                  </a:lnTo>
                  <a:lnTo>
                    <a:pt x="47" y="42"/>
                  </a:lnTo>
                  <a:lnTo>
                    <a:pt x="26" y="42"/>
                  </a:lnTo>
                  <a:lnTo>
                    <a:pt x="0" y="13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 270"/>
            <p:cNvSpPr>
              <a:spLocks/>
            </p:cNvSpPr>
            <p:nvPr/>
          </p:nvSpPr>
          <p:spPr bwMode="auto">
            <a:xfrm>
              <a:off x="2353761" y="2246120"/>
              <a:ext cx="12972" cy="22700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9" y="0"/>
                </a:cxn>
                <a:cxn ang="0">
                  <a:pos x="21" y="12"/>
                </a:cxn>
                <a:cxn ang="0">
                  <a:pos x="31" y="54"/>
                </a:cxn>
                <a:cxn ang="0">
                  <a:pos x="9" y="54"/>
                </a:cxn>
                <a:cxn ang="0">
                  <a:pos x="0" y="12"/>
                </a:cxn>
              </a:cxnLst>
              <a:rect l="0" t="0" r="r" b="b"/>
              <a:pathLst>
                <a:path w="31" h="54">
                  <a:moveTo>
                    <a:pt x="0" y="12"/>
                  </a:moveTo>
                  <a:lnTo>
                    <a:pt x="9" y="0"/>
                  </a:lnTo>
                  <a:lnTo>
                    <a:pt x="21" y="12"/>
                  </a:lnTo>
                  <a:lnTo>
                    <a:pt x="31" y="54"/>
                  </a:lnTo>
                  <a:lnTo>
                    <a:pt x="9" y="54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 271"/>
            <p:cNvSpPr>
              <a:spLocks/>
            </p:cNvSpPr>
            <p:nvPr/>
          </p:nvSpPr>
          <p:spPr bwMode="auto">
            <a:xfrm>
              <a:off x="2305117" y="2259093"/>
              <a:ext cx="154037" cy="149174"/>
            </a:xfrm>
            <a:custGeom>
              <a:avLst/>
              <a:gdLst/>
              <a:ahLst/>
              <a:cxnLst>
                <a:cxn ang="0">
                  <a:pos x="64" y="21"/>
                </a:cxn>
                <a:cxn ang="0">
                  <a:pos x="76" y="0"/>
                </a:cxn>
                <a:cxn ang="0">
                  <a:pos x="97" y="4"/>
                </a:cxn>
                <a:cxn ang="0">
                  <a:pos x="105" y="50"/>
                </a:cxn>
                <a:cxn ang="0">
                  <a:pos x="135" y="85"/>
                </a:cxn>
                <a:cxn ang="0">
                  <a:pos x="151" y="71"/>
                </a:cxn>
                <a:cxn ang="0">
                  <a:pos x="207" y="93"/>
                </a:cxn>
                <a:cxn ang="0">
                  <a:pos x="232" y="122"/>
                </a:cxn>
                <a:cxn ang="0">
                  <a:pos x="304" y="152"/>
                </a:cxn>
                <a:cxn ang="0">
                  <a:pos x="312" y="199"/>
                </a:cxn>
                <a:cxn ang="0">
                  <a:pos x="300" y="245"/>
                </a:cxn>
                <a:cxn ang="0">
                  <a:pos x="375" y="257"/>
                </a:cxn>
                <a:cxn ang="0">
                  <a:pos x="383" y="270"/>
                </a:cxn>
                <a:cxn ang="0">
                  <a:pos x="375" y="307"/>
                </a:cxn>
                <a:cxn ang="0">
                  <a:pos x="304" y="303"/>
                </a:cxn>
                <a:cxn ang="0">
                  <a:pos x="270" y="286"/>
                </a:cxn>
                <a:cxn ang="0">
                  <a:pos x="261" y="261"/>
                </a:cxn>
                <a:cxn ang="0">
                  <a:pos x="244" y="240"/>
                </a:cxn>
                <a:cxn ang="0">
                  <a:pos x="219" y="249"/>
                </a:cxn>
                <a:cxn ang="0">
                  <a:pos x="190" y="291"/>
                </a:cxn>
                <a:cxn ang="0">
                  <a:pos x="164" y="295"/>
                </a:cxn>
                <a:cxn ang="0">
                  <a:pos x="122" y="350"/>
                </a:cxn>
                <a:cxn ang="0">
                  <a:pos x="89" y="367"/>
                </a:cxn>
                <a:cxn ang="0">
                  <a:pos x="80" y="295"/>
                </a:cxn>
                <a:cxn ang="0">
                  <a:pos x="8" y="286"/>
                </a:cxn>
                <a:cxn ang="0">
                  <a:pos x="0" y="270"/>
                </a:cxn>
                <a:cxn ang="0">
                  <a:pos x="55" y="160"/>
                </a:cxn>
                <a:cxn ang="0">
                  <a:pos x="58" y="50"/>
                </a:cxn>
                <a:cxn ang="0">
                  <a:pos x="64" y="21"/>
                </a:cxn>
              </a:cxnLst>
              <a:rect l="0" t="0" r="r" b="b"/>
              <a:pathLst>
                <a:path w="383" h="367">
                  <a:moveTo>
                    <a:pt x="64" y="21"/>
                  </a:moveTo>
                  <a:lnTo>
                    <a:pt x="76" y="0"/>
                  </a:lnTo>
                  <a:lnTo>
                    <a:pt x="97" y="4"/>
                  </a:lnTo>
                  <a:lnTo>
                    <a:pt x="105" y="50"/>
                  </a:lnTo>
                  <a:lnTo>
                    <a:pt x="135" y="85"/>
                  </a:lnTo>
                  <a:lnTo>
                    <a:pt x="151" y="71"/>
                  </a:lnTo>
                  <a:lnTo>
                    <a:pt x="207" y="93"/>
                  </a:lnTo>
                  <a:lnTo>
                    <a:pt x="232" y="122"/>
                  </a:lnTo>
                  <a:lnTo>
                    <a:pt x="304" y="152"/>
                  </a:lnTo>
                  <a:lnTo>
                    <a:pt x="312" y="199"/>
                  </a:lnTo>
                  <a:lnTo>
                    <a:pt x="300" y="245"/>
                  </a:lnTo>
                  <a:lnTo>
                    <a:pt x="375" y="257"/>
                  </a:lnTo>
                  <a:lnTo>
                    <a:pt x="383" y="270"/>
                  </a:lnTo>
                  <a:lnTo>
                    <a:pt x="375" y="307"/>
                  </a:lnTo>
                  <a:lnTo>
                    <a:pt x="304" y="303"/>
                  </a:lnTo>
                  <a:lnTo>
                    <a:pt x="270" y="286"/>
                  </a:lnTo>
                  <a:lnTo>
                    <a:pt x="261" y="261"/>
                  </a:lnTo>
                  <a:lnTo>
                    <a:pt x="244" y="240"/>
                  </a:lnTo>
                  <a:lnTo>
                    <a:pt x="219" y="249"/>
                  </a:lnTo>
                  <a:lnTo>
                    <a:pt x="190" y="291"/>
                  </a:lnTo>
                  <a:lnTo>
                    <a:pt x="164" y="295"/>
                  </a:lnTo>
                  <a:lnTo>
                    <a:pt x="122" y="350"/>
                  </a:lnTo>
                  <a:lnTo>
                    <a:pt x="89" y="367"/>
                  </a:lnTo>
                  <a:lnTo>
                    <a:pt x="80" y="295"/>
                  </a:lnTo>
                  <a:lnTo>
                    <a:pt x="8" y="286"/>
                  </a:lnTo>
                  <a:lnTo>
                    <a:pt x="0" y="270"/>
                  </a:lnTo>
                  <a:lnTo>
                    <a:pt x="55" y="160"/>
                  </a:lnTo>
                  <a:lnTo>
                    <a:pt x="58" y="50"/>
                  </a:lnTo>
                  <a:lnTo>
                    <a:pt x="64" y="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 272"/>
            <p:cNvSpPr>
              <a:spLocks/>
            </p:cNvSpPr>
            <p:nvPr/>
          </p:nvSpPr>
          <p:spPr bwMode="auto">
            <a:xfrm>
              <a:off x="2386191" y="2411509"/>
              <a:ext cx="38915" cy="3405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37" y="4"/>
                </a:cxn>
                <a:cxn ang="0">
                  <a:pos x="4" y="34"/>
                </a:cxn>
                <a:cxn ang="0">
                  <a:pos x="0" y="85"/>
                </a:cxn>
                <a:cxn ang="0">
                  <a:pos x="37" y="81"/>
                </a:cxn>
                <a:cxn ang="0">
                  <a:pos x="93" y="34"/>
                </a:cxn>
                <a:cxn ang="0">
                  <a:pos x="97" y="0"/>
                </a:cxn>
              </a:cxnLst>
              <a:rect l="0" t="0" r="r" b="b"/>
              <a:pathLst>
                <a:path w="97" h="85">
                  <a:moveTo>
                    <a:pt x="97" y="0"/>
                  </a:moveTo>
                  <a:lnTo>
                    <a:pt x="37" y="4"/>
                  </a:lnTo>
                  <a:lnTo>
                    <a:pt x="4" y="34"/>
                  </a:lnTo>
                  <a:lnTo>
                    <a:pt x="0" y="85"/>
                  </a:lnTo>
                  <a:lnTo>
                    <a:pt x="37" y="81"/>
                  </a:lnTo>
                  <a:lnTo>
                    <a:pt x="93" y="34"/>
                  </a:lnTo>
                  <a:lnTo>
                    <a:pt x="9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 273"/>
            <p:cNvSpPr>
              <a:spLocks/>
            </p:cNvSpPr>
            <p:nvPr/>
          </p:nvSpPr>
          <p:spPr bwMode="auto">
            <a:xfrm>
              <a:off x="2468883" y="2443937"/>
              <a:ext cx="22700" cy="42157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17" y="4"/>
                </a:cxn>
                <a:cxn ang="0">
                  <a:pos x="4" y="19"/>
                </a:cxn>
                <a:cxn ang="0">
                  <a:pos x="0" y="75"/>
                </a:cxn>
                <a:cxn ang="0">
                  <a:pos x="35" y="100"/>
                </a:cxn>
                <a:cxn ang="0">
                  <a:pos x="39" y="66"/>
                </a:cxn>
                <a:cxn ang="0">
                  <a:pos x="60" y="41"/>
                </a:cxn>
                <a:cxn ang="0">
                  <a:pos x="51" y="0"/>
                </a:cxn>
              </a:cxnLst>
              <a:rect l="0" t="0" r="r" b="b"/>
              <a:pathLst>
                <a:path w="60" h="100">
                  <a:moveTo>
                    <a:pt x="51" y="0"/>
                  </a:moveTo>
                  <a:lnTo>
                    <a:pt x="17" y="4"/>
                  </a:lnTo>
                  <a:lnTo>
                    <a:pt x="4" y="19"/>
                  </a:lnTo>
                  <a:lnTo>
                    <a:pt x="0" y="75"/>
                  </a:lnTo>
                  <a:lnTo>
                    <a:pt x="35" y="100"/>
                  </a:lnTo>
                  <a:lnTo>
                    <a:pt x="39" y="66"/>
                  </a:lnTo>
                  <a:lnTo>
                    <a:pt x="60" y="41"/>
                  </a:lnTo>
                  <a:lnTo>
                    <a:pt x="5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 274"/>
            <p:cNvSpPr>
              <a:spLocks/>
            </p:cNvSpPr>
            <p:nvPr/>
          </p:nvSpPr>
          <p:spPr bwMode="auto">
            <a:xfrm>
              <a:off x="2507799" y="2393674"/>
              <a:ext cx="21078" cy="162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" y="0"/>
                </a:cxn>
                <a:cxn ang="0">
                  <a:pos x="52" y="18"/>
                </a:cxn>
                <a:cxn ang="0">
                  <a:pos x="34" y="43"/>
                </a:cxn>
                <a:cxn ang="0">
                  <a:pos x="9" y="30"/>
                </a:cxn>
                <a:cxn ang="0">
                  <a:pos x="0" y="0"/>
                </a:cxn>
              </a:cxnLst>
              <a:rect l="0" t="0" r="r" b="b"/>
              <a:pathLst>
                <a:path w="52" h="43">
                  <a:moveTo>
                    <a:pt x="0" y="0"/>
                  </a:moveTo>
                  <a:lnTo>
                    <a:pt x="34" y="0"/>
                  </a:lnTo>
                  <a:lnTo>
                    <a:pt x="52" y="18"/>
                  </a:lnTo>
                  <a:lnTo>
                    <a:pt x="34" y="43"/>
                  </a:lnTo>
                  <a:lnTo>
                    <a:pt x="9" y="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 275"/>
            <p:cNvSpPr>
              <a:spLocks/>
            </p:cNvSpPr>
            <p:nvPr/>
          </p:nvSpPr>
          <p:spPr bwMode="auto">
            <a:xfrm>
              <a:off x="2532121" y="2379079"/>
              <a:ext cx="17835" cy="17835"/>
            </a:xfrm>
            <a:custGeom>
              <a:avLst/>
              <a:gdLst/>
              <a:ahLst/>
              <a:cxnLst>
                <a:cxn ang="0">
                  <a:pos x="4" y="22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46" y="25"/>
                </a:cxn>
                <a:cxn ang="0">
                  <a:pos x="46" y="43"/>
                </a:cxn>
                <a:cxn ang="0">
                  <a:pos x="21" y="37"/>
                </a:cxn>
                <a:cxn ang="0">
                  <a:pos x="4" y="22"/>
                </a:cxn>
              </a:cxnLst>
              <a:rect l="0" t="0" r="r" b="b"/>
              <a:pathLst>
                <a:path w="46" h="43">
                  <a:moveTo>
                    <a:pt x="4" y="22"/>
                  </a:moveTo>
                  <a:lnTo>
                    <a:pt x="0" y="8"/>
                  </a:lnTo>
                  <a:lnTo>
                    <a:pt x="11" y="0"/>
                  </a:lnTo>
                  <a:lnTo>
                    <a:pt x="46" y="25"/>
                  </a:lnTo>
                  <a:lnTo>
                    <a:pt x="46" y="43"/>
                  </a:lnTo>
                  <a:lnTo>
                    <a:pt x="21" y="37"/>
                  </a:lnTo>
                  <a:lnTo>
                    <a:pt x="4" y="2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 276"/>
            <p:cNvSpPr>
              <a:spLocks/>
            </p:cNvSpPr>
            <p:nvPr/>
          </p:nvSpPr>
          <p:spPr bwMode="auto">
            <a:xfrm>
              <a:off x="2520770" y="2359624"/>
              <a:ext cx="11350" cy="9728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12" y="25"/>
                </a:cxn>
                <a:cxn ang="0">
                  <a:pos x="0" y="8"/>
                </a:cxn>
                <a:cxn ang="0">
                  <a:pos x="12" y="0"/>
                </a:cxn>
                <a:cxn ang="0">
                  <a:pos x="26" y="16"/>
                </a:cxn>
              </a:cxnLst>
              <a:rect l="0" t="0" r="r" b="b"/>
              <a:pathLst>
                <a:path w="26" h="25">
                  <a:moveTo>
                    <a:pt x="26" y="16"/>
                  </a:moveTo>
                  <a:lnTo>
                    <a:pt x="12" y="25"/>
                  </a:lnTo>
                  <a:lnTo>
                    <a:pt x="0" y="8"/>
                  </a:lnTo>
                  <a:lnTo>
                    <a:pt x="12" y="0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 277"/>
            <p:cNvSpPr>
              <a:spLocks/>
            </p:cNvSpPr>
            <p:nvPr/>
          </p:nvSpPr>
          <p:spPr bwMode="auto">
            <a:xfrm>
              <a:off x="2742908" y="2536360"/>
              <a:ext cx="14593" cy="14593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0" y="17"/>
                </a:cxn>
                <a:cxn ang="0">
                  <a:pos x="25" y="0"/>
                </a:cxn>
                <a:cxn ang="0">
                  <a:pos x="34" y="13"/>
                </a:cxn>
                <a:cxn ang="0">
                  <a:pos x="25" y="29"/>
                </a:cxn>
                <a:cxn ang="0">
                  <a:pos x="0" y="35"/>
                </a:cxn>
              </a:cxnLst>
              <a:rect l="0" t="0" r="r" b="b"/>
              <a:pathLst>
                <a:path w="34" h="35">
                  <a:moveTo>
                    <a:pt x="0" y="35"/>
                  </a:moveTo>
                  <a:lnTo>
                    <a:pt x="0" y="17"/>
                  </a:lnTo>
                  <a:lnTo>
                    <a:pt x="25" y="0"/>
                  </a:lnTo>
                  <a:lnTo>
                    <a:pt x="34" y="13"/>
                  </a:lnTo>
                  <a:lnTo>
                    <a:pt x="25" y="29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 278"/>
            <p:cNvSpPr>
              <a:spLocks/>
            </p:cNvSpPr>
            <p:nvPr/>
          </p:nvSpPr>
          <p:spPr bwMode="auto">
            <a:xfrm>
              <a:off x="2817496" y="2479610"/>
              <a:ext cx="12972" cy="19457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12" y="0"/>
                </a:cxn>
                <a:cxn ang="0">
                  <a:pos x="29" y="13"/>
                </a:cxn>
                <a:cxn ang="0">
                  <a:pos x="33" y="42"/>
                </a:cxn>
                <a:cxn ang="0">
                  <a:pos x="21" y="46"/>
                </a:cxn>
                <a:cxn ang="0">
                  <a:pos x="0" y="21"/>
                </a:cxn>
              </a:cxnLst>
              <a:rect l="0" t="0" r="r" b="b"/>
              <a:pathLst>
                <a:path w="33" h="46">
                  <a:moveTo>
                    <a:pt x="0" y="21"/>
                  </a:moveTo>
                  <a:lnTo>
                    <a:pt x="12" y="0"/>
                  </a:lnTo>
                  <a:lnTo>
                    <a:pt x="29" y="13"/>
                  </a:lnTo>
                  <a:lnTo>
                    <a:pt x="33" y="42"/>
                  </a:lnTo>
                  <a:lnTo>
                    <a:pt x="21" y="46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 279"/>
            <p:cNvSpPr>
              <a:spLocks/>
            </p:cNvSpPr>
            <p:nvPr/>
          </p:nvSpPr>
          <p:spPr bwMode="auto">
            <a:xfrm>
              <a:off x="2097572" y="1712665"/>
              <a:ext cx="66479" cy="12972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30" y="2"/>
                </a:cxn>
                <a:cxn ang="0">
                  <a:pos x="91" y="7"/>
                </a:cxn>
                <a:cxn ang="0">
                  <a:pos x="130" y="0"/>
                </a:cxn>
                <a:cxn ang="0">
                  <a:pos x="163" y="4"/>
                </a:cxn>
                <a:cxn ang="0">
                  <a:pos x="128" y="31"/>
                </a:cxn>
                <a:cxn ang="0">
                  <a:pos x="23" y="26"/>
                </a:cxn>
                <a:cxn ang="0">
                  <a:pos x="3" y="28"/>
                </a:cxn>
                <a:cxn ang="0">
                  <a:pos x="0" y="10"/>
                </a:cxn>
              </a:cxnLst>
              <a:rect l="0" t="0" r="r" b="b"/>
              <a:pathLst>
                <a:path w="163" h="31">
                  <a:moveTo>
                    <a:pt x="0" y="10"/>
                  </a:moveTo>
                  <a:lnTo>
                    <a:pt x="30" y="2"/>
                  </a:lnTo>
                  <a:lnTo>
                    <a:pt x="91" y="7"/>
                  </a:lnTo>
                  <a:lnTo>
                    <a:pt x="130" y="0"/>
                  </a:lnTo>
                  <a:lnTo>
                    <a:pt x="163" y="4"/>
                  </a:lnTo>
                  <a:lnTo>
                    <a:pt x="128" y="31"/>
                  </a:lnTo>
                  <a:lnTo>
                    <a:pt x="23" y="26"/>
                  </a:lnTo>
                  <a:lnTo>
                    <a:pt x="3" y="28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 280"/>
            <p:cNvSpPr>
              <a:spLocks/>
            </p:cNvSpPr>
            <p:nvPr/>
          </p:nvSpPr>
          <p:spPr bwMode="auto">
            <a:xfrm>
              <a:off x="2121893" y="1688342"/>
              <a:ext cx="8107" cy="48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2"/>
                </a:cxn>
                <a:cxn ang="0">
                  <a:pos x="20" y="15"/>
                </a:cxn>
                <a:cxn ang="0">
                  <a:pos x="20" y="2"/>
                </a:cxn>
                <a:cxn ang="0">
                  <a:pos x="0" y="0"/>
                </a:cxn>
              </a:cxnLst>
              <a:rect l="0" t="0" r="r" b="b"/>
              <a:pathLst>
                <a:path w="20" h="15">
                  <a:moveTo>
                    <a:pt x="0" y="0"/>
                  </a:moveTo>
                  <a:lnTo>
                    <a:pt x="3" y="12"/>
                  </a:lnTo>
                  <a:lnTo>
                    <a:pt x="20" y="15"/>
                  </a:lnTo>
                  <a:lnTo>
                    <a:pt x="2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 281"/>
            <p:cNvSpPr>
              <a:spLocks/>
            </p:cNvSpPr>
            <p:nvPr/>
          </p:nvSpPr>
          <p:spPr bwMode="auto">
            <a:xfrm>
              <a:off x="2117030" y="1796978"/>
              <a:ext cx="12972" cy="648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5" y="17"/>
                </a:cxn>
                <a:cxn ang="0">
                  <a:pos x="25" y="17"/>
                </a:cxn>
                <a:cxn ang="0">
                  <a:pos x="32" y="15"/>
                </a:cxn>
                <a:cxn ang="0">
                  <a:pos x="20" y="0"/>
                </a:cxn>
                <a:cxn ang="0">
                  <a:pos x="0" y="1"/>
                </a:cxn>
              </a:cxnLst>
              <a:rect l="0" t="0" r="r" b="b"/>
              <a:pathLst>
                <a:path w="32" h="17">
                  <a:moveTo>
                    <a:pt x="0" y="1"/>
                  </a:moveTo>
                  <a:lnTo>
                    <a:pt x="15" y="17"/>
                  </a:lnTo>
                  <a:lnTo>
                    <a:pt x="25" y="17"/>
                  </a:lnTo>
                  <a:lnTo>
                    <a:pt x="32" y="15"/>
                  </a:lnTo>
                  <a:lnTo>
                    <a:pt x="20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 282"/>
            <p:cNvSpPr>
              <a:spLocks/>
            </p:cNvSpPr>
            <p:nvPr/>
          </p:nvSpPr>
          <p:spPr bwMode="auto">
            <a:xfrm>
              <a:off x="2105678" y="1787250"/>
              <a:ext cx="9728" cy="324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2" y="0"/>
                </a:cxn>
                <a:cxn ang="0">
                  <a:pos x="25" y="8"/>
                </a:cxn>
                <a:cxn ang="0">
                  <a:pos x="5" y="11"/>
                </a:cxn>
                <a:cxn ang="0">
                  <a:pos x="0" y="3"/>
                </a:cxn>
              </a:cxnLst>
              <a:rect l="0" t="0" r="r" b="b"/>
              <a:pathLst>
                <a:path w="25" h="11">
                  <a:moveTo>
                    <a:pt x="0" y="3"/>
                  </a:moveTo>
                  <a:lnTo>
                    <a:pt x="12" y="0"/>
                  </a:lnTo>
                  <a:lnTo>
                    <a:pt x="25" y="8"/>
                  </a:lnTo>
                  <a:lnTo>
                    <a:pt x="5" y="11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 283"/>
            <p:cNvSpPr>
              <a:spLocks/>
            </p:cNvSpPr>
            <p:nvPr/>
          </p:nvSpPr>
          <p:spPr bwMode="auto">
            <a:xfrm>
              <a:off x="2097572" y="1882916"/>
              <a:ext cx="126473" cy="108636"/>
            </a:xfrm>
            <a:custGeom>
              <a:avLst/>
              <a:gdLst/>
              <a:ahLst/>
              <a:cxnLst>
                <a:cxn ang="0">
                  <a:pos x="35" y="269"/>
                </a:cxn>
                <a:cxn ang="0">
                  <a:pos x="51" y="266"/>
                </a:cxn>
                <a:cxn ang="0">
                  <a:pos x="85" y="269"/>
                </a:cxn>
                <a:cxn ang="0">
                  <a:pos x="127" y="213"/>
                </a:cxn>
                <a:cxn ang="0">
                  <a:pos x="85" y="175"/>
                </a:cxn>
                <a:cxn ang="0">
                  <a:pos x="110" y="170"/>
                </a:cxn>
                <a:cxn ang="0">
                  <a:pos x="135" y="175"/>
                </a:cxn>
                <a:cxn ang="0">
                  <a:pos x="178" y="175"/>
                </a:cxn>
                <a:cxn ang="0">
                  <a:pos x="207" y="183"/>
                </a:cxn>
                <a:cxn ang="0">
                  <a:pos x="313" y="56"/>
                </a:cxn>
                <a:cxn ang="0">
                  <a:pos x="308" y="27"/>
                </a:cxn>
                <a:cxn ang="0">
                  <a:pos x="228" y="19"/>
                </a:cxn>
                <a:cxn ang="0">
                  <a:pos x="199" y="24"/>
                </a:cxn>
                <a:cxn ang="0">
                  <a:pos x="156" y="0"/>
                </a:cxn>
                <a:cxn ang="0">
                  <a:pos x="102" y="11"/>
                </a:cxn>
                <a:cxn ang="0">
                  <a:pos x="68" y="5"/>
                </a:cxn>
                <a:cxn ang="0">
                  <a:pos x="13" y="28"/>
                </a:cxn>
                <a:cxn ang="0">
                  <a:pos x="47" y="46"/>
                </a:cxn>
                <a:cxn ang="0">
                  <a:pos x="47" y="58"/>
                </a:cxn>
                <a:cxn ang="0">
                  <a:pos x="21" y="52"/>
                </a:cxn>
                <a:cxn ang="0">
                  <a:pos x="4" y="58"/>
                </a:cxn>
                <a:cxn ang="0">
                  <a:pos x="9" y="155"/>
                </a:cxn>
                <a:cxn ang="0">
                  <a:pos x="0" y="167"/>
                </a:cxn>
                <a:cxn ang="0">
                  <a:pos x="25" y="205"/>
                </a:cxn>
                <a:cxn ang="0">
                  <a:pos x="35" y="269"/>
                </a:cxn>
              </a:cxnLst>
              <a:rect l="0" t="0" r="r" b="b"/>
              <a:pathLst>
                <a:path w="313" h="269">
                  <a:moveTo>
                    <a:pt x="35" y="269"/>
                  </a:moveTo>
                  <a:lnTo>
                    <a:pt x="51" y="266"/>
                  </a:lnTo>
                  <a:lnTo>
                    <a:pt x="85" y="269"/>
                  </a:lnTo>
                  <a:lnTo>
                    <a:pt x="127" y="213"/>
                  </a:lnTo>
                  <a:lnTo>
                    <a:pt x="85" y="175"/>
                  </a:lnTo>
                  <a:lnTo>
                    <a:pt x="110" y="170"/>
                  </a:lnTo>
                  <a:lnTo>
                    <a:pt x="135" y="175"/>
                  </a:lnTo>
                  <a:lnTo>
                    <a:pt x="178" y="175"/>
                  </a:lnTo>
                  <a:lnTo>
                    <a:pt x="207" y="183"/>
                  </a:lnTo>
                  <a:lnTo>
                    <a:pt x="313" y="56"/>
                  </a:lnTo>
                  <a:lnTo>
                    <a:pt x="308" y="27"/>
                  </a:lnTo>
                  <a:lnTo>
                    <a:pt x="228" y="19"/>
                  </a:lnTo>
                  <a:lnTo>
                    <a:pt x="199" y="24"/>
                  </a:lnTo>
                  <a:lnTo>
                    <a:pt x="156" y="0"/>
                  </a:lnTo>
                  <a:lnTo>
                    <a:pt x="102" y="11"/>
                  </a:lnTo>
                  <a:lnTo>
                    <a:pt x="68" y="5"/>
                  </a:lnTo>
                  <a:lnTo>
                    <a:pt x="13" y="28"/>
                  </a:lnTo>
                  <a:lnTo>
                    <a:pt x="47" y="46"/>
                  </a:lnTo>
                  <a:lnTo>
                    <a:pt x="47" y="58"/>
                  </a:lnTo>
                  <a:lnTo>
                    <a:pt x="21" y="52"/>
                  </a:lnTo>
                  <a:lnTo>
                    <a:pt x="4" y="58"/>
                  </a:lnTo>
                  <a:lnTo>
                    <a:pt x="9" y="155"/>
                  </a:lnTo>
                  <a:lnTo>
                    <a:pt x="0" y="167"/>
                  </a:lnTo>
                  <a:lnTo>
                    <a:pt x="25" y="205"/>
                  </a:lnTo>
                  <a:lnTo>
                    <a:pt x="35" y="26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 284"/>
            <p:cNvSpPr>
              <a:spLocks/>
            </p:cNvSpPr>
            <p:nvPr/>
          </p:nvSpPr>
          <p:spPr bwMode="auto">
            <a:xfrm>
              <a:off x="2016499" y="1889402"/>
              <a:ext cx="34050" cy="14593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33" y="36"/>
                </a:cxn>
                <a:cxn ang="0">
                  <a:pos x="62" y="28"/>
                </a:cxn>
                <a:cxn ang="0">
                  <a:pos x="83" y="8"/>
                </a:cxn>
                <a:cxn ang="0">
                  <a:pos x="75" y="0"/>
                </a:cxn>
                <a:cxn ang="0">
                  <a:pos x="33" y="3"/>
                </a:cxn>
                <a:cxn ang="0">
                  <a:pos x="0" y="17"/>
                </a:cxn>
                <a:cxn ang="0">
                  <a:pos x="0" y="30"/>
                </a:cxn>
              </a:cxnLst>
              <a:rect l="0" t="0" r="r" b="b"/>
              <a:pathLst>
                <a:path w="83" h="36">
                  <a:moveTo>
                    <a:pt x="0" y="30"/>
                  </a:moveTo>
                  <a:lnTo>
                    <a:pt x="33" y="36"/>
                  </a:lnTo>
                  <a:lnTo>
                    <a:pt x="62" y="28"/>
                  </a:lnTo>
                  <a:lnTo>
                    <a:pt x="83" y="8"/>
                  </a:lnTo>
                  <a:lnTo>
                    <a:pt x="75" y="0"/>
                  </a:lnTo>
                  <a:lnTo>
                    <a:pt x="33" y="3"/>
                  </a:lnTo>
                  <a:lnTo>
                    <a:pt x="0" y="17"/>
                  </a:lnTo>
                  <a:lnTo>
                    <a:pt x="0" y="3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 285"/>
            <p:cNvSpPr>
              <a:spLocks/>
            </p:cNvSpPr>
            <p:nvPr/>
          </p:nvSpPr>
          <p:spPr bwMode="auto">
            <a:xfrm>
              <a:off x="2095949" y="1858593"/>
              <a:ext cx="9728" cy="8107"/>
            </a:xfrm>
            <a:custGeom>
              <a:avLst/>
              <a:gdLst/>
              <a:ahLst/>
              <a:cxnLst>
                <a:cxn ang="0">
                  <a:pos x="13" y="20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25" y="10"/>
                </a:cxn>
                <a:cxn ang="0">
                  <a:pos x="13" y="20"/>
                </a:cxn>
              </a:cxnLst>
              <a:rect l="0" t="0" r="r" b="b"/>
              <a:pathLst>
                <a:path w="25" h="20">
                  <a:moveTo>
                    <a:pt x="13" y="20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25" y="10"/>
                  </a:lnTo>
                  <a:lnTo>
                    <a:pt x="13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 286"/>
            <p:cNvSpPr>
              <a:spLocks/>
            </p:cNvSpPr>
            <p:nvPr/>
          </p:nvSpPr>
          <p:spPr bwMode="auto">
            <a:xfrm>
              <a:off x="1851111" y="1629969"/>
              <a:ext cx="158903" cy="7783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8" y="9"/>
                </a:cxn>
                <a:cxn ang="0">
                  <a:pos x="114" y="0"/>
                </a:cxn>
                <a:cxn ang="0">
                  <a:pos x="161" y="32"/>
                </a:cxn>
                <a:cxn ang="0">
                  <a:pos x="174" y="65"/>
                </a:cxn>
                <a:cxn ang="0">
                  <a:pos x="195" y="69"/>
                </a:cxn>
                <a:cxn ang="0">
                  <a:pos x="195" y="49"/>
                </a:cxn>
                <a:cxn ang="0">
                  <a:pos x="236" y="40"/>
                </a:cxn>
                <a:cxn ang="0">
                  <a:pos x="279" y="53"/>
                </a:cxn>
                <a:cxn ang="0">
                  <a:pos x="267" y="79"/>
                </a:cxn>
                <a:cxn ang="0">
                  <a:pos x="329" y="94"/>
                </a:cxn>
                <a:cxn ang="0">
                  <a:pos x="334" y="116"/>
                </a:cxn>
                <a:cxn ang="0">
                  <a:pos x="393" y="159"/>
                </a:cxn>
                <a:cxn ang="0">
                  <a:pos x="371" y="193"/>
                </a:cxn>
                <a:cxn ang="0">
                  <a:pos x="317" y="195"/>
                </a:cxn>
                <a:cxn ang="0">
                  <a:pos x="283" y="165"/>
                </a:cxn>
                <a:cxn ang="0">
                  <a:pos x="279" y="156"/>
                </a:cxn>
                <a:cxn ang="0">
                  <a:pos x="242" y="152"/>
                </a:cxn>
                <a:cxn ang="0">
                  <a:pos x="207" y="138"/>
                </a:cxn>
                <a:cxn ang="0">
                  <a:pos x="170" y="147"/>
                </a:cxn>
                <a:cxn ang="0">
                  <a:pos x="149" y="136"/>
                </a:cxn>
                <a:cxn ang="0">
                  <a:pos x="77" y="142"/>
                </a:cxn>
                <a:cxn ang="0">
                  <a:pos x="47" y="127"/>
                </a:cxn>
                <a:cxn ang="0">
                  <a:pos x="56" y="107"/>
                </a:cxn>
                <a:cxn ang="0">
                  <a:pos x="132" y="108"/>
                </a:cxn>
                <a:cxn ang="0">
                  <a:pos x="110" y="93"/>
                </a:cxn>
                <a:cxn ang="0">
                  <a:pos x="114" y="82"/>
                </a:cxn>
                <a:cxn ang="0">
                  <a:pos x="98" y="74"/>
                </a:cxn>
                <a:cxn ang="0">
                  <a:pos x="98" y="59"/>
                </a:cxn>
                <a:cxn ang="0">
                  <a:pos x="81" y="63"/>
                </a:cxn>
                <a:cxn ang="0">
                  <a:pos x="68" y="78"/>
                </a:cxn>
                <a:cxn ang="0">
                  <a:pos x="43" y="73"/>
                </a:cxn>
                <a:cxn ang="0">
                  <a:pos x="39" y="48"/>
                </a:cxn>
                <a:cxn ang="0">
                  <a:pos x="0" y="44"/>
                </a:cxn>
                <a:cxn ang="0">
                  <a:pos x="6" y="5"/>
                </a:cxn>
              </a:cxnLst>
              <a:rect l="0" t="0" r="r" b="b"/>
              <a:pathLst>
                <a:path w="393" h="195">
                  <a:moveTo>
                    <a:pt x="6" y="5"/>
                  </a:moveTo>
                  <a:lnTo>
                    <a:pt x="68" y="9"/>
                  </a:lnTo>
                  <a:lnTo>
                    <a:pt x="114" y="0"/>
                  </a:lnTo>
                  <a:lnTo>
                    <a:pt x="161" y="32"/>
                  </a:lnTo>
                  <a:lnTo>
                    <a:pt x="174" y="65"/>
                  </a:lnTo>
                  <a:lnTo>
                    <a:pt x="195" y="69"/>
                  </a:lnTo>
                  <a:lnTo>
                    <a:pt x="195" y="49"/>
                  </a:lnTo>
                  <a:lnTo>
                    <a:pt x="236" y="40"/>
                  </a:lnTo>
                  <a:lnTo>
                    <a:pt x="279" y="53"/>
                  </a:lnTo>
                  <a:lnTo>
                    <a:pt x="267" y="79"/>
                  </a:lnTo>
                  <a:lnTo>
                    <a:pt x="329" y="94"/>
                  </a:lnTo>
                  <a:lnTo>
                    <a:pt x="334" y="116"/>
                  </a:lnTo>
                  <a:lnTo>
                    <a:pt x="393" y="159"/>
                  </a:lnTo>
                  <a:lnTo>
                    <a:pt x="371" y="193"/>
                  </a:lnTo>
                  <a:lnTo>
                    <a:pt x="317" y="195"/>
                  </a:lnTo>
                  <a:lnTo>
                    <a:pt x="283" y="165"/>
                  </a:lnTo>
                  <a:lnTo>
                    <a:pt x="279" y="156"/>
                  </a:lnTo>
                  <a:lnTo>
                    <a:pt x="242" y="152"/>
                  </a:lnTo>
                  <a:lnTo>
                    <a:pt x="207" y="138"/>
                  </a:lnTo>
                  <a:lnTo>
                    <a:pt x="170" y="147"/>
                  </a:lnTo>
                  <a:lnTo>
                    <a:pt x="149" y="136"/>
                  </a:lnTo>
                  <a:lnTo>
                    <a:pt x="77" y="142"/>
                  </a:lnTo>
                  <a:lnTo>
                    <a:pt x="47" y="127"/>
                  </a:lnTo>
                  <a:lnTo>
                    <a:pt x="56" y="107"/>
                  </a:lnTo>
                  <a:lnTo>
                    <a:pt x="132" y="108"/>
                  </a:lnTo>
                  <a:lnTo>
                    <a:pt x="110" y="93"/>
                  </a:lnTo>
                  <a:lnTo>
                    <a:pt x="114" y="82"/>
                  </a:lnTo>
                  <a:lnTo>
                    <a:pt x="98" y="74"/>
                  </a:lnTo>
                  <a:lnTo>
                    <a:pt x="98" y="59"/>
                  </a:lnTo>
                  <a:lnTo>
                    <a:pt x="81" y="63"/>
                  </a:lnTo>
                  <a:lnTo>
                    <a:pt x="68" y="78"/>
                  </a:lnTo>
                  <a:lnTo>
                    <a:pt x="43" y="73"/>
                  </a:lnTo>
                  <a:lnTo>
                    <a:pt x="39" y="48"/>
                  </a:lnTo>
                  <a:lnTo>
                    <a:pt x="0" y="44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 287"/>
            <p:cNvSpPr>
              <a:spLocks/>
            </p:cNvSpPr>
            <p:nvPr/>
          </p:nvSpPr>
          <p:spPr bwMode="auto">
            <a:xfrm>
              <a:off x="1927317" y="1702935"/>
              <a:ext cx="32428" cy="1135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4" y="0"/>
                </a:cxn>
                <a:cxn ang="0">
                  <a:pos x="67" y="5"/>
                </a:cxn>
                <a:cxn ang="0">
                  <a:pos x="81" y="21"/>
                </a:cxn>
                <a:cxn ang="0">
                  <a:pos x="30" y="25"/>
                </a:cxn>
                <a:cxn ang="0">
                  <a:pos x="0" y="8"/>
                </a:cxn>
              </a:cxnLst>
              <a:rect l="0" t="0" r="r" b="b"/>
              <a:pathLst>
                <a:path w="81" h="25">
                  <a:moveTo>
                    <a:pt x="0" y="8"/>
                  </a:moveTo>
                  <a:lnTo>
                    <a:pt x="34" y="0"/>
                  </a:lnTo>
                  <a:lnTo>
                    <a:pt x="67" y="5"/>
                  </a:lnTo>
                  <a:lnTo>
                    <a:pt x="81" y="21"/>
                  </a:lnTo>
                  <a:lnTo>
                    <a:pt x="30" y="2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 288"/>
            <p:cNvSpPr>
              <a:spLocks/>
            </p:cNvSpPr>
            <p:nvPr/>
          </p:nvSpPr>
          <p:spPr bwMode="auto">
            <a:xfrm>
              <a:off x="1902998" y="1689964"/>
              <a:ext cx="12972" cy="648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10" y="0"/>
                </a:cxn>
                <a:cxn ang="0">
                  <a:pos x="33" y="5"/>
                </a:cxn>
                <a:cxn ang="0">
                  <a:pos x="25" y="13"/>
                </a:cxn>
                <a:cxn ang="0">
                  <a:pos x="6" y="14"/>
                </a:cxn>
                <a:cxn ang="0">
                  <a:pos x="0" y="7"/>
                </a:cxn>
              </a:cxnLst>
              <a:rect l="0" t="0" r="r" b="b"/>
              <a:pathLst>
                <a:path w="33" h="14">
                  <a:moveTo>
                    <a:pt x="0" y="7"/>
                  </a:moveTo>
                  <a:lnTo>
                    <a:pt x="10" y="0"/>
                  </a:lnTo>
                  <a:lnTo>
                    <a:pt x="33" y="5"/>
                  </a:lnTo>
                  <a:lnTo>
                    <a:pt x="25" y="13"/>
                  </a:lnTo>
                  <a:lnTo>
                    <a:pt x="6" y="14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 289"/>
            <p:cNvSpPr>
              <a:spLocks/>
            </p:cNvSpPr>
            <p:nvPr/>
          </p:nvSpPr>
          <p:spPr bwMode="auto">
            <a:xfrm>
              <a:off x="1846247" y="1712665"/>
              <a:ext cx="42158" cy="308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9" y="4"/>
                </a:cxn>
                <a:cxn ang="0">
                  <a:pos x="92" y="47"/>
                </a:cxn>
                <a:cxn ang="0">
                  <a:pos x="100" y="77"/>
                </a:cxn>
                <a:cxn ang="0">
                  <a:pos x="46" y="77"/>
                </a:cxn>
                <a:cxn ang="0">
                  <a:pos x="11" y="36"/>
                </a:cxn>
                <a:cxn ang="0">
                  <a:pos x="0" y="0"/>
                </a:cxn>
              </a:cxnLst>
              <a:rect l="0" t="0" r="r" b="b"/>
              <a:pathLst>
                <a:path w="100" h="77">
                  <a:moveTo>
                    <a:pt x="0" y="0"/>
                  </a:moveTo>
                  <a:lnTo>
                    <a:pt x="29" y="4"/>
                  </a:lnTo>
                  <a:lnTo>
                    <a:pt x="92" y="47"/>
                  </a:lnTo>
                  <a:lnTo>
                    <a:pt x="100" y="77"/>
                  </a:lnTo>
                  <a:lnTo>
                    <a:pt x="46" y="77"/>
                  </a:lnTo>
                  <a:lnTo>
                    <a:pt x="11" y="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 290"/>
            <p:cNvSpPr>
              <a:spLocks/>
            </p:cNvSpPr>
            <p:nvPr/>
          </p:nvSpPr>
          <p:spPr bwMode="auto">
            <a:xfrm>
              <a:off x="1565735" y="1761306"/>
              <a:ext cx="293483" cy="107016"/>
            </a:xfrm>
            <a:custGeom>
              <a:avLst/>
              <a:gdLst/>
              <a:ahLst/>
              <a:cxnLst>
                <a:cxn ang="0">
                  <a:pos x="497" y="0"/>
                </a:cxn>
                <a:cxn ang="0">
                  <a:pos x="539" y="33"/>
                </a:cxn>
                <a:cxn ang="0">
                  <a:pos x="556" y="72"/>
                </a:cxn>
                <a:cxn ang="0">
                  <a:pos x="595" y="104"/>
                </a:cxn>
                <a:cxn ang="0">
                  <a:pos x="632" y="98"/>
                </a:cxn>
                <a:cxn ang="0">
                  <a:pos x="657" y="113"/>
                </a:cxn>
                <a:cxn ang="0">
                  <a:pos x="674" y="82"/>
                </a:cxn>
                <a:cxn ang="0">
                  <a:pos x="717" y="132"/>
                </a:cxn>
                <a:cxn ang="0">
                  <a:pos x="615" y="198"/>
                </a:cxn>
                <a:cxn ang="0">
                  <a:pos x="578" y="198"/>
                </a:cxn>
                <a:cxn ang="0">
                  <a:pos x="543" y="183"/>
                </a:cxn>
                <a:cxn ang="0">
                  <a:pos x="502" y="198"/>
                </a:cxn>
                <a:cxn ang="0">
                  <a:pos x="392" y="251"/>
                </a:cxn>
                <a:cxn ang="0">
                  <a:pos x="249" y="264"/>
                </a:cxn>
                <a:cxn ang="0">
                  <a:pos x="253" y="220"/>
                </a:cxn>
                <a:cxn ang="0">
                  <a:pos x="299" y="203"/>
                </a:cxn>
                <a:cxn ang="0">
                  <a:pos x="388" y="175"/>
                </a:cxn>
                <a:cxn ang="0">
                  <a:pos x="338" y="170"/>
                </a:cxn>
                <a:cxn ang="0">
                  <a:pos x="282" y="170"/>
                </a:cxn>
                <a:cxn ang="0">
                  <a:pos x="220" y="181"/>
                </a:cxn>
                <a:cxn ang="0">
                  <a:pos x="249" y="153"/>
                </a:cxn>
                <a:cxn ang="0">
                  <a:pos x="174" y="161"/>
                </a:cxn>
                <a:cxn ang="0">
                  <a:pos x="160" y="188"/>
                </a:cxn>
                <a:cxn ang="0">
                  <a:pos x="118" y="192"/>
                </a:cxn>
                <a:cxn ang="0">
                  <a:pos x="72" y="163"/>
                </a:cxn>
                <a:cxn ang="0">
                  <a:pos x="0" y="154"/>
                </a:cxn>
                <a:cxn ang="0">
                  <a:pos x="89" y="134"/>
                </a:cxn>
                <a:cxn ang="0">
                  <a:pos x="122" y="113"/>
                </a:cxn>
                <a:cxn ang="0">
                  <a:pos x="42" y="108"/>
                </a:cxn>
                <a:cxn ang="0">
                  <a:pos x="106" y="96"/>
                </a:cxn>
                <a:cxn ang="0">
                  <a:pos x="122" y="84"/>
                </a:cxn>
                <a:cxn ang="0">
                  <a:pos x="64" y="75"/>
                </a:cxn>
                <a:cxn ang="0">
                  <a:pos x="114" y="57"/>
                </a:cxn>
                <a:cxn ang="0">
                  <a:pos x="152" y="55"/>
                </a:cxn>
                <a:cxn ang="0">
                  <a:pos x="147" y="30"/>
                </a:cxn>
                <a:cxn ang="0">
                  <a:pos x="211" y="57"/>
                </a:cxn>
                <a:cxn ang="0">
                  <a:pos x="359" y="102"/>
                </a:cxn>
                <a:cxn ang="0">
                  <a:pos x="435" y="125"/>
                </a:cxn>
                <a:cxn ang="0">
                  <a:pos x="518" y="130"/>
                </a:cxn>
                <a:cxn ang="0">
                  <a:pos x="464" y="106"/>
                </a:cxn>
                <a:cxn ang="0">
                  <a:pos x="497" y="77"/>
                </a:cxn>
                <a:cxn ang="0">
                  <a:pos x="431" y="55"/>
                </a:cxn>
                <a:cxn ang="0">
                  <a:pos x="439" y="36"/>
                </a:cxn>
                <a:cxn ang="0">
                  <a:pos x="481" y="6"/>
                </a:cxn>
              </a:cxnLst>
              <a:rect l="0" t="0" r="r" b="b"/>
              <a:pathLst>
                <a:path w="725" h="267">
                  <a:moveTo>
                    <a:pt x="481" y="6"/>
                  </a:moveTo>
                  <a:lnTo>
                    <a:pt x="497" y="0"/>
                  </a:lnTo>
                  <a:lnTo>
                    <a:pt x="539" y="2"/>
                  </a:lnTo>
                  <a:lnTo>
                    <a:pt x="539" y="33"/>
                  </a:lnTo>
                  <a:lnTo>
                    <a:pt x="564" y="44"/>
                  </a:lnTo>
                  <a:lnTo>
                    <a:pt x="556" y="72"/>
                  </a:lnTo>
                  <a:lnTo>
                    <a:pt x="582" y="75"/>
                  </a:lnTo>
                  <a:lnTo>
                    <a:pt x="595" y="104"/>
                  </a:lnTo>
                  <a:lnTo>
                    <a:pt x="611" y="98"/>
                  </a:lnTo>
                  <a:lnTo>
                    <a:pt x="632" y="98"/>
                  </a:lnTo>
                  <a:lnTo>
                    <a:pt x="636" y="116"/>
                  </a:lnTo>
                  <a:lnTo>
                    <a:pt x="657" y="113"/>
                  </a:lnTo>
                  <a:lnTo>
                    <a:pt x="649" y="82"/>
                  </a:lnTo>
                  <a:lnTo>
                    <a:pt x="674" y="82"/>
                  </a:lnTo>
                  <a:lnTo>
                    <a:pt x="725" y="102"/>
                  </a:lnTo>
                  <a:lnTo>
                    <a:pt x="717" y="132"/>
                  </a:lnTo>
                  <a:lnTo>
                    <a:pt x="696" y="181"/>
                  </a:lnTo>
                  <a:lnTo>
                    <a:pt x="615" y="198"/>
                  </a:lnTo>
                  <a:lnTo>
                    <a:pt x="599" y="186"/>
                  </a:lnTo>
                  <a:lnTo>
                    <a:pt x="578" y="198"/>
                  </a:lnTo>
                  <a:lnTo>
                    <a:pt x="543" y="195"/>
                  </a:lnTo>
                  <a:lnTo>
                    <a:pt x="543" y="183"/>
                  </a:lnTo>
                  <a:lnTo>
                    <a:pt x="510" y="181"/>
                  </a:lnTo>
                  <a:lnTo>
                    <a:pt x="502" y="198"/>
                  </a:lnTo>
                  <a:lnTo>
                    <a:pt x="413" y="223"/>
                  </a:lnTo>
                  <a:lnTo>
                    <a:pt x="392" y="251"/>
                  </a:lnTo>
                  <a:lnTo>
                    <a:pt x="295" y="267"/>
                  </a:lnTo>
                  <a:lnTo>
                    <a:pt x="249" y="264"/>
                  </a:lnTo>
                  <a:lnTo>
                    <a:pt x="199" y="228"/>
                  </a:lnTo>
                  <a:lnTo>
                    <a:pt x="253" y="220"/>
                  </a:lnTo>
                  <a:lnTo>
                    <a:pt x="274" y="200"/>
                  </a:lnTo>
                  <a:lnTo>
                    <a:pt x="299" y="203"/>
                  </a:lnTo>
                  <a:lnTo>
                    <a:pt x="363" y="198"/>
                  </a:lnTo>
                  <a:lnTo>
                    <a:pt x="388" y="175"/>
                  </a:lnTo>
                  <a:lnTo>
                    <a:pt x="384" y="167"/>
                  </a:lnTo>
                  <a:lnTo>
                    <a:pt x="338" y="170"/>
                  </a:lnTo>
                  <a:lnTo>
                    <a:pt x="313" y="178"/>
                  </a:lnTo>
                  <a:lnTo>
                    <a:pt x="282" y="170"/>
                  </a:lnTo>
                  <a:lnTo>
                    <a:pt x="249" y="183"/>
                  </a:lnTo>
                  <a:lnTo>
                    <a:pt x="220" y="181"/>
                  </a:lnTo>
                  <a:lnTo>
                    <a:pt x="220" y="161"/>
                  </a:lnTo>
                  <a:lnTo>
                    <a:pt x="249" y="153"/>
                  </a:lnTo>
                  <a:lnTo>
                    <a:pt x="228" y="146"/>
                  </a:lnTo>
                  <a:lnTo>
                    <a:pt x="174" y="161"/>
                  </a:lnTo>
                  <a:lnTo>
                    <a:pt x="199" y="181"/>
                  </a:lnTo>
                  <a:lnTo>
                    <a:pt x="160" y="188"/>
                  </a:lnTo>
                  <a:lnTo>
                    <a:pt x="135" y="178"/>
                  </a:lnTo>
                  <a:lnTo>
                    <a:pt x="118" y="192"/>
                  </a:lnTo>
                  <a:lnTo>
                    <a:pt x="89" y="183"/>
                  </a:lnTo>
                  <a:lnTo>
                    <a:pt x="72" y="163"/>
                  </a:lnTo>
                  <a:lnTo>
                    <a:pt x="34" y="165"/>
                  </a:lnTo>
                  <a:lnTo>
                    <a:pt x="0" y="154"/>
                  </a:lnTo>
                  <a:lnTo>
                    <a:pt x="17" y="137"/>
                  </a:lnTo>
                  <a:lnTo>
                    <a:pt x="89" y="134"/>
                  </a:lnTo>
                  <a:lnTo>
                    <a:pt x="135" y="121"/>
                  </a:lnTo>
                  <a:lnTo>
                    <a:pt x="122" y="113"/>
                  </a:lnTo>
                  <a:lnTo>
                    <a:pt x="64" y="117"/>
                  </a:lnTo>
                  <a:lnTo>
                    <a:pt x="42" y="108"/>
                  </a:lnTo>
                  <a:lnTo>
                    <a:pt x="72" y="93"/>
                  </a:lnTo>
                  <a:lnTo>
                    <a:pt x="106" y="96"/>
                  </a:lnTo>
                  <a:lnTo>
                    <a:pt x="139" y="92"/>
                  </a:lnTo>
                  <a:lnTo>
                    <a:pt x="122" y="84"/>
                  </a:lnTo>
                  <a:lnTo>
                    <a:pt x="72" y="84"/>
                  </a:lnTo>
                  <a:lnTo>
                    <a:pt x="64" y="75"/>
                  </a:lnTo>
                  <a:lnTo>
                    <a:pt x="85" y="57"/>
                  </a:lnTo>
                  <a:lnTo>
                    <a:pt x="114" y="57"/>
                  </a:lnTo>
                  <a:lnTo>
                    <a:pt x="152" y="63"/>
                  </a:lnTo>
                  <a:lnTo>
                    <a:pt x="152" y="55"/>
                  </a:lnTo>
                  <a:lnTo>
                    <a:pt x="118" y="39"/>
                  </a:lnTo>
                  <a:lnTo>
                    <a:pt x="147" y="30"/>
                  </a:lnTo>
                  <a:lnTo>
                    <a:pt x="199" y="35"/>
                  </a:lnTo>
                  <a:lnTo>
                    <a:pt x="211" y="57"/>
                  </a:lnTo>
                  <a:lnTo>
                    <a:pt x="286" y="53"/>
                  </a:lnTo>
                  <a:lnTo>
                    <a:pt x="359" y="102"/>
                  </a:lnTo>
                  <a:lnTo>
                    <a:pt x="371" y="121"/>
                  </a:lnTo>
                  <a:lnTo>
                    <a:pt x="435" y="125"/>
                  </a:lnTo>
                  <a:lnTo>
                    <a:pt x="489" y="141"/>
                  </a:lnTo>
                  <a:lnTo>
                    <a:pt x="518" y="130"/>
                  </a:lnTo>
                  <a:lnTo>
                    <a:pt x="514" y="106"/>
                  </a:lnTo>
                  <a:lnTo>
                    <a:pt x="464" y="106"/>
                  </a:lnTo>
                  <a:lnTo>
                    <a:pt x="450" y="97"/>
                  </a:lnTo>
                  <a:lnTo>
                    <a:pt x="497" y="77"/>
                  </a:lnTo>
                  <a:lnTo>
                    <a:pt x="489" y="60"/>
                  </a:lnTo>
                  <a:lnTo>
                    <a:pt x="431" y="55"/>
                  </a:lnTo>
                  <a:lnTo>
                    <a:pt x="421" y="44"/>
                  </a:lnTo>
                  <a:lnTo>
                    <a:pt x="439" y="36"/>
                  </a:lnTo>
                  <a:lnTo>
                    <a:pt x="481" y="31"/>
                  </a:lnTo>
                  <a:lnTo>
                    <a:pt x="481" y="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 291"/>
            <p:cNvSpPr>
              <a:spLocks/>
            </p:cNvSpPr>
            <p:nvPr/>
          </p:nvSpPr>
          <p:spPr bwMode="auto">
            <a:xfrm>
              <a:off x="1867325" y="1818058"/>
              <a:ext cx="32428" cy="1783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31"/>
                </a:cxn>
                <a:cxn ang="0">
                  <a:pos x="21" y="41"/>
                </a:cxn>
                <a:cxn ang="0">
                  <a:pos x="54" y="39"/>
                </a:cxn>
                <a:cxn ang="0">
                  <a:pos x="79" y="12"/>
                </a:cxn>
                <a:cxn ang="0">
                  <a:pos x="42" y="0"/>
                </a:cxn>
              </a:cxnLst>
              <a:rect l="0" t="0" r="r" b="b"/>
              <a:pathLst>
                <a:path w="79" h="41">
                  <a:moveTo>
                    <a:pt x="42" y="0"/>
                  </a:moveTo>
                  <a:lnTo>
                    <a:pt x="0" y="31"/>
                  </a:lnTo>
                  <a:lnTo>
                    <a:pt x="21" y="41"/>
                  </a:lnTo>
                  <a:lnTo>
                    <a:pt x="54" y="39"/>
                  </a:lnTo>
                  <a:lnTo>
                    <a:pt x="79" y="12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 292"/>
            <p:cNvSpPr>
              <a:spLocks/>
            </p:cNvSpPr>
            <p:nvPr/>
          </p:nvSpPr>
          <p:spPr bwMode="auto">
            <a:xfrm>
              <a:off x="1890025" y="1782386"/>
              <a:ext cx="42158" cy="8107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39" y="22"/>
                </a:cxn>
                <a:cxn ang="0">
                  <a:pos x="106" y="15"/>
                </a:cxn>
                <a:cxn ang="0">
                  <a:pos x="106" y="6"/>
                </a:cxn>
                <a:cxn ang="0">
                  <a:pos x="72" y="0"/>
                </a:cxn>
                <a:cxn ang="0">
                  <a:pos x="0" y="10"/>
                </a:cxn>
              </a:cxnLst>
              <a:rect l="0" t="0" r="r" b="b"/>
              <a:pathLst>
                <a:path w="106" h="22">
                  <a:moveTo>
                    <a:pt x="0" y="10"/>
                  </a:moveTo>
                  <a:lnTo>
                    <a:pt x="39" y="22"/>
                  </a:lnTo>
                  <a:lnTo>
                    <a:pt x="106" y="15"/>
                  </a:lnTo>
                  <a:lnTo>
                    <a:pt x="106" y="6"/>
                  </a:lnTo>
                  <a:lnTo>
                    <a:pt x="7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 293"/>
            <p:cNvSpPr>
              <a:spLocks/>
            </p:cNvSpPr>
            <p:nvPr/>
          </p:nvSpPr>
          <p:spPr bwMode="auto">
            <a:xfrm>
              <a:off x="1911105" y="1796978"/>
              <a:ext cx="24322" cy="648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29" y="3"/>
                </a:cxn>
                <a:cxn ang="0">
                  <a:pos x="54" y="0"/>
                </a:cxn>
                <a:cxn ang="0">
                  <a:pos x="58" y="8"/>
                </a:cxn>
                <a:cxn ang="0">
                  <a:pos x="8" y="17"/>
                </a:cxn>
                <a:cxn ang="0">
                  <a:pos x="0" y="8"/>
                </a:cxn>
              </a:cxnLst>
              <a:rect l="0" t="0" r="r" b="b"/>
              <a:pathLst>
                <a:path w="58" h="17">
                  <a:moveTo>
                    <a:pt x="0" y="8"/>
                  </a:moveTo>
                  <a:lnTo>
                    <a:pt x="29" y="3"/>
                  </a:lnTo>
                  <a:lnTo>
                    <a:pt x="54" y="0"/>
                  </a:lnTo>
                  <a:lnTo>
                    <a:pt x="58" y="8"/>
                  </a:lnTo>
                  <a:lnTo>
                    <a:pt x="8" y="17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 294"/>
            <p:cNvSpPr>
              <a:spLocks/>
            </p:cNvSpPr>
            <p:nvPr/>
          </p:nvSpPr>
          <p:spPr bwMode="auto">
            <a:xfrm>
              <a:off x="1922455" y="1761306"/>
              <a:ext cx="131337" cy="77830"/>
            </a:xfrm>
            <a:custGeom>
              <a:avLst/>
              <a:gdLst/>
              <a:ahLst/>
              <a:cxnLst>
                <a:cxn ang="0">
                  <a:pos x="79" y="94"/>
                </a:cxn>
                <a:cxn ang="0">
                  <a:pos x="72" y="106"/>
                </a:cxn>
                <a:cxn ang="0">
                  <a:pos x="12" y="108"/>
                </a:cxn>
                <a:cxn ang="0">
                  <a:pos x="0" y="115"/>
                </a:cxn>
                <a:cxn ang="0">
                  <a:pos x="8" y="126"/>
                </a:cxn>
                <a:cxn ang="0">
                  <a:pos x="54" y="126"/>
                </a:cxn>
                <a:cxn ang="0">
                  <a:pos x="68" y="120"/>
                </a:cxn>
                <a:cxn ang="0">
                  <a:pos x="139" y="119"/>
                </a:cxn>
                <a:cxn ang="0">
                  <a:pos x="160" y="110"/>
                </a:cxn>
                <a:cxn ang="0">
                  <a:pos x="181" y="108"/>
                </a:cxn>
                <a:cxn ang="0">
                  <a:pos x="197" y="120"/>
                </a:cxn>
                <a:cxn ang="0">
                  <a:pos x="160" y="130"/>
                </a:cxn>
                <a:cxn ang="0">
                  <a:pos x="134" y="135"/>
                </a:cxn>
                <a:cxn ang="0">
                  <a:pos x="122" y="147"/>
                </a:cxn>
                <a:cxn ang="0">
                  <a:pos x="147" y="153"/>
                </a:cxn>
                <a:cxn ang="0">
                  <a:pos x="151" y="192"/>
                </a:cxn>
                <a:cxn ang="0">
                  <a:pos x="282" y="171"/>
                </a:cxn>
                <a:cxn ang="0">
                  <a:pos x="299" y="151"/>
                </a:cxn>
                <a:cxn ang="0">
                  <a:pos x="278" y="132"/>
                </a:cxn>
                <a:cxn ang="0">
                  <a:pos x="286" y="124"/>
                </a:cxn>
                <a:cxn ang="0">
                  <a:pos x="299" y="126"/>
                </a:cxn>
                <a:cxn ang="0">
                  <a:pos x="325" y="139"/>
                </a:cxn>
                <a:cxn ang="0">
                  <a:pos x="315" y="110"/>
                </a:cxn>
                <a:cxn ang="0">
                  <a:pos x="307" y="102"/>
                </a:cxn>
                <a:cxn ang="0">
                  <a:pos x="294" y="29"/>
                </a:cxn>
                <a:cxn ang="0">
                  <a:pos x="282" y="17"/>
                </a:cxn>
                <a:cxn ang="0">
                  <a:pos x="278" y="2"/>
                </a:cxn>
                <a:cxn ang="0">
                  <a:pos x="253" y="0"/>
                </a:cxn>
                <a:cxn ang="0">
                  <a:pos x="232" y="4"/>
                </a:cxn>
                <a:cxn ang="0">
                  <a:pos x="257" y="17"/>
                </a:cxn>
                <a:cxn ang="0">
                  <a:pos x="232" y="24"/>
                </a:cxn>
                <a:cxn ang="0">
                  <a:pos x="201" y="12"/>
                </a:cxn>
                <a:cxn ang="0">
                  <a:pos x="114" y="17"/>
                </a:cxn>
                <a:cxn ang="0">
                  <a:pos x="139" y="47"/>
                </a:cxn>
                <a:cxn ang="0">
                  <a:pos x="168" y="57"/>
                </a:cxn>
                <a:cxn ang="0">
                  <a:pos x="172" y="70"/>
                </a:cxn>
                <a:cxn ang="0">
                  <a:pos x="201" y="82"/>
                </a:cxn>
                <a:cxn ang="0">
                  <a:pos x="189" y="87"/>
                </a:cxn>
                <a:cxn ang="0">
                  <a:pos x="139" y="73"/>
                </a:cxn>
                <a:cxn ang="0">
                  <a:pos x="109" y="57"/>
                </a:cxn>
                <a:cxn ang="0">
                  <a:pos x="75" y="34"/>
                </a:cxn>
                <a:cxn ang="0">
                  <a:pos x="54" y="43"/>
                </a:cxn>
                <a:cxn ang="0">
                  <a:pos x="58" y="67"/>
                </a:cxn>
                <a:cxn ang="0">
                  <a:pos x="62" y="82"/>
                </a:cxn>
                <a:cxn ang="0">
                  <a:pos x="79" y="94"/>
                </a:cxn>
              </a:cxnLst>
              <a:rect l="0" t="0" r="r" b="b"/>
              <a:pathLst>
                <a:path w="325" h="192">
                  <a:moveTo>
                    <a:pt x="79" y="94"/>
                  </a:moveTo>
                  <a:lnTo>
                    <a:pt x="72" y="106"/>
                  </a:lnTo>
                  <a:lnTo>
                    <a:pt x="12" y="108"/>
                  </a:lnTo>
                  <a:lnTo>
                    <a:pt x="0" y="115"/>
                  </a:lnTo>
                  <a:lnTo>
                    <a:pt x="8" y="126"/>
                  </a:lnTo>
                  <a:lnTo>
                    <a:pt x="54" y="126"/>
                  </a:lnTo>
                  <a:lnTo>
                    <a:pt x="68" y="120"/>
                  </a:lnTo>
                  <a:lnTo>
                    <a:pt x="139" y="119"/>
                  </a:lnTo>
                  <a:lnTo>
                    <a:pt x="160" y="110"/>
                  </a:lnTo>
                  <a:lnTo>
                    <a:pt x="181" y="108"/>
                  </a:lnTo>
                  <a:lnTo>
                    <a:pt x="197" y="120"/>
                  </a:lnTo>
                  <a:lnTo>
                    <a:pt x="160" y="130"/>
                  </a:lnTo>
                  <a:lnTo>
                    <a:pt x="134" y="135"/>
                  </a:lnTo>
                  <a:lnTo>
                    <a:pt x="122" y="147"/>
                  </a:lnTo>
                  <a:lnTo>
                    <a:pt x="147" y="153"/>
                  </a:lnTo>
                  <a:lnTo>
                    <a:pt x="151" y="192"/>
                  </a:lnTo>
                  <a:lnTo>
                    <a:pt x="282" y="171"/>
                  </a:lnTo>
                  <a:lnTo>
                    <a:pt x="299" y="151"/>
                  </a:lnTo>
                  <a:lnTo>
                    <a:pt x="278" y="132"/>
                  </a:lnTo>
                  <a:lnTo>
                    <a:pt x="286" y="124"/>
                  </a:lnTo>
                  <a:lnTo>
                    <a:pt x="299" y="126"/>
                  </a:lnTo>
                  <a:lnTo>
                    <a:pt x="325" y="139"/>
                  </a:lnTo>
                  <a:lnTo>
                    <a:pt x="315" y="110"/>
                  </a:lnTo>
                  <a:lnTo>
                    <a:pt x="307" y="102"/>
                  </a:lnTo>
                  <a:lnTo>
                    <a:pt x="294" y="29"/>
                  </a:lnTo>
                  <a:lnTo>
                    <a:pt x="282" y="17"/>
                  </a:lnTo>
                  <a:lnTo>
                    <a:pt x="278" y="2"/>
                  </a:lnTo>
                  <a:lnTo>
                    <a:pt x="253" y="0"/>
                  </a:lnTo>
                  <a:lnTo>
                    <a:pt x="232" y="4"/>
                  </a:lnTo>
                  <a:lnTo>
                    <a:pt x="257" y="17"/>
                  </a:lnTo>
                  <a:lnTo>
                    <a:pt x="232" y="24"/>
                  </a:lnTo>
                  <a:lnTo>
                    <a:pt x="201" y="12"/>
                  </a:lnTo>
                  <a:lnTo>
                    <a:pt x="114" y="17"/>
                  </a:lnTo>
                  <a:lnTo>
                    <a:pt x="139" y="47"/>
                  </a:lnTo>
                  <a:lnTo>
                    <a:pt x="168" y="57"/>
                  </a:lnTo>
                  <a:lnTo>
                    <a:pt x="172" y="70"/>
                  </a:lnTo>
                  <a:lnTo>
                    <a:pt x="201" y="82"/>
                  </a:lnTo>
                  <a:lnTo>
                    <a:pt x="189" y="87"/>
                  </a:lnTo>
                  <a:lnTo>
                    <a:pt x="139" y="73"/>
                  </a:lnTo>
                  <a:lnTo>
                    <a:pt x="109" y="57"/>
                  </a:lnTo>
                  <a:lnTo>
                    <a:pt x="75" y="34"/>
                  </a:lnTo>
                  <a:lnTo>
                    <a:pt x="54" y="43"/>
                  </a:lnTo>
                  <a:lnTo>
                    <a:pt x="58" y="67"/>
                  </a:lnTo>
                  <a:lnTo>
                    <a:pt x="62" y="82"/>
                  </a:lnTo>
                  <a:lnTo>
                    <a:pt x="79" y="9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 295"/>
            <p:cNvSpPr>
              <a:spLocks/>
            </p:cNvSpPr>
            <p:nvPr/>
          </p:nvSpPr>
          <p:spPr bwMode="auto">
            <a:xfrm>
              <a:off x="2076492" y="1809950"/>
              <a:ext cx="72965" cy="45401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93" y="0"/>
                </a:cxn>
                <a:cxn ang="0">
                  <a:pos x="63" y="4"/>
                </a:cxn>
                <a:cxn ang="0">
                  <a:pos x="46" y="14"/>
                </a:cxn>
                <a:cxn ang="0">
                  <a:pos x="13" y="30"/>
                </a:cxn>
                <a:cxn ang="0">
                  <a:pos x="0" y="46"/>
                </a:cxn>
                <a:cxn ang="0">
                  <a:pos x="21" y="82"/>
                </a:cxn>
                <a:cxn ang="0">
                  <a:pos x="71" y="95"/>
                </a:cxn>
                <a:cxn ang="0">
                  <a:pos x="118" y="107"/>
                </a:cxn>
                <a:cxn ang="0">
                  <a:pos x="156" y="112"/>
                </a:cxn>
                <a:cxn ang="0">
                  <a:pos x="177" y="87"/>
                </a:cxn>
                <a:cxn ang="0">
                  <a:pos x="172" y="60"/>
                </a:cxn>
                <a:cxn ang="0">
                  <a:pos x="152" y="46"/>
                </a:cxn>
                <a:cxn ang="0">
                  <a:pos x="168" y="33"/>
                </a:cxn>
                <a:cxn ang="0">
                  <a:pos x="143" y="14"/>
                </a:cxn>
                <a:cxn ang="0">
                  <a:pos x="126" y="1"/>
                </a:cxn>
              </a:cxnLst>
              <a:rect l="0" t="0" r="r" b="b"/>
              <a:pathLst>
                <a:path w="177" h="112">
                  <a:moveTo>
                    <a:pt x="126" y="1"/>
                  </a:moveTo>
                  <a:lnTo>
                    <a:pt x="93" y="0"/>
                  </a:lnTo>
                  <a:lnTo>
                    <a:pt x="63" y="4"/>
                  </a:lnTo>
                  <a:lnTo>
                    <a:pt x="46" y="14"/>
                  </a:lnTo>
                  <a:lnTo>
                    <a:pt x="13" y="30"/>
                  </a:lnTo>
                  <a:lnTo>
                    <a:pt x="0" y="46"/>
                  </a:lnTo>
                  <a:lnTo>
                    <a:pt x="21" y="82"/>
                  </a:lnTo>
                  <a:lnTo>
                    <a:pt x="71" y="95"/>
                  </a:lnTo>
                  <a:lnTo>
                    <a:pt x="118" y="107"/>
                  </a:lnTo>
                  <a:lnTo>
                    <a:pt x="156" y="112"/>
                  </a:lnTo>
                  <a:lnTo>
                    <a:pt x="177" y="87"/>
                  </a:lnTo>
                  <a:lnTo>
                    <a:pt x="172" y="60"/>
                  </a:lnTo>
                  <a:lnTo>
                    <a:pt x="152" y="46"/>
                  </a:lnTo>
                  <a:lnTo>
                    <a:pt x="168" y="33"/>
                  </a:lnTo>
                  <a:lnTo>
                    <a:pt x="143" y="14"/>
                  </a:lnTo>
                  <a:lnTo>
                    <a:pt x="126" y="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 296"/>
            <p:cNvSpPr>
              <a:spLocks/>
            </p:cNvSpPr>
            <p:nvPr/>
          </p:nvSpPr>
          <p:spPr bwMode="auto">
            <a:xfrm>
              <a:off x="2065143" y="1746716"/>
              <a:ext cx="419956" cy="121608"/>
            </a:xfrm>
            <a:custGeom>
              <a:avLst/>
              <a:gdLst/>
              <a:ahLst/>
              <a:cxnLst>
                <a:cxn ang="0">
                  <a:pos x="727" y="156"/>
                </a:cxn>
                <a:cxn ang="0">
                  <a:pos x="820" y="135"/>
                </a:cxn>
                <a:cxn ang="0">
                  <a:pos x="907" y="131"/>
                </a:cxn>
                <a:cxn ang="0">
                  <a:pos x="955" y="155"/>
                </a:cxn>
                <a:cxn ang="0">
                  <a:pos x="1021" y="167"/>
                </a:cxn>
                <a:cxn ang="0">
                  <a:pos x="991" y="200"/>
                </a:cxn>
                <a:cxn ang="0">
                  <a:pos x="1030" y="218"/>
                </a:cxn>
                <a:cxn ang="0">
                  <a:pos x="1005" y="246"/>
                </a:cxn>
                <a:cxn ang="0">
                  <a:pos x="968" y="243"/>
                </a:cxn>
                <a:cxn ang="0">
                  <a:pos x="968" y="283"/>
                </a:cxn>
                <a:cxn ang="0">
                  <a:pos x="901" y="299"/>
                </a:cxn>
                <a:cxn ang="0">
                  <a:pos x="828" y="243"/>
                </a:cxn>
                <a:cxn ang="0">
                  <a:pos x="780" y="291"/>
                </a:cxn>
                <a:cxn ang="0">
                  <a:pos x="715" y="262"/>
                </a:cxn>
                <a:cxn ang="0">
                  <a:pos x="685" y="280"/>
                </a:cxn>
                <a:cxn ang="0">
                  <a:pos x="504" y="291"/>
                </a:cxn>
                <a:cxn ang="0">
                  <a:pos x="491" y="251"/>
                </a:cxn>
                <a:cxn ang="0">
                  <a:pos x="368" y="257"/>
                </a:cxn>
                <a:cxn ang="0">
                  <a:pos x="294" y="255"/>
                </a:cxn>
                <a:cxn ang="0">
                  <a:pos x="311" y="209"/>
                </a:cxn>
                <a:cxn ang="0">
                  <a:pos x="278" y="174"/>
                </a:cxn>
                <a:cxn ang="0">
                  <a:pos x="261" y="128"/>
                </a:cxn>
                <a:cxn ang="0">
                  <a:pos x="190" y="87"/>
                </a:cxn>
                <a:cxn ang="0">
                  <a:pos x="112" y="83"/>
                </a:cxn>
                <a:cxn ang="0">
                  <a:pos x="67" y="61"/>
                </a:cxn>
                <a:cxn ang="0">
                  <a:pos x="0" y="27"/>
                </a:cxn>
                <a:cxn ang="0">
                  <a:pos x="83" y="0"/>
                </a:cxn>
                <a:cxn ang="0">
                  <a:pos x="176" y="9"/>
                </a:cxn>
                <a:cxn ang="0">
                  <a:pos x="198" y="67"/>
                </a:cxn>
                <a:cxn ang="0">
                  <a:pos x="261" y="42"/>
                </a:cxn>
                <a:cxn ang="0">
                  <a:pos x="341" y="38"/>
                </a:cxn>
                <a:cxn ang="0">
                  <a:pos x="381" y="57"/>
                </a:cxn>
                <a:cxn ang="0">
                  <a:pos x="326" y="62"/>
                </a:cxn>
                <a:cxn ang="0">
                  <a:pos x="376" y="67"/>
                </a:cxn>
                <a:cxn ang="0">
                  <a:pos x="461" y="82"/>
                </a:cxn>
                <a:cxn ang="0">
                  <a:pos x="406" y="100"/>
                </a:cxn>
                <a:cxn ang="0">
                  <a:pos x="320" y="92"/>
                </a:cxn>
                <a:cxn ang="0">
                  <a:pos x="334" y="129"/>
                </a:cxn>
                <a:cxn ang="0">
                  <a:pos x="396" y="124"/>
                </a:cxn>
                <a:cxn ang="0">
                  <a:pos x="434" y="155"/>
                </a:cxn>
                <a:cxn ang="0">
                  <a:pos x="482" y="176"/>
                </a:cxn>
                <a:cxn ang="0">
                  <a:pos x="504" y="151"/>
                </a:cxn>
                <a:cxn ang="0">
                  <a:pos x="567" y="169"/>
                </a:cxn>
                <a:cxn ang="0">
                  <a:pos x="589" y="156"/>
                </a:cxn>
                <a:cxn ang="0">
                  <a:pos x="632" y="184"/>
                </a:cxn>
                <a:cxn ang="0">
                  <a:pos x="637" y="163"/>
                </a:cxn>
              </a:cxnLst>
              <a:rect l="0" t="0" r="r" b="b"/>
              <a:pathLst>
                <a:path w="1036" h="299">
                  <a:moveTo>
                    <a:pt x="702" y="164"/>
                  </a:moveTo>
                  <a:lnTo>
                    <a:pt x="727" y="156"/>
                  </a:lnTo>
                  <a:lnTo>
                    <a:pt x="800" y="124"/>
                  </a:lnTo>
                  <a:lnTo>
                    <a:pt x="820" y="135"/>
                  </a:lnTo>
                  <a:lnTo>
                    <a:pt x="853" y="132"/>
                  </a:lnTo>
                  <a:lnTo>
                    <a:pt x="907" y="131"/>
                  </a:lnTo>
                  <a:lnTo>
                    <a:pt x="948" y="140"/>
                  </a:lnTo>
                  <a:lnTo>
                    <a:pt x="955" y="155"/>
                  </a:lnTo>
                  <a:lnTo>
                    <a:pt x="1000" y="151"/>
                  </a:lnTo>
                  <a:lnTo>
                    <a:pt x="1021" y="167"/>
                  </a:lnTo>
                  <a:lnTo>
                    <a:pt x="1028" y="188"/>
                  </a:lnTo>
                  <a:lnTo>
                    <a:pt x="991" y="200"/>
                  </a:lnTo>
                  <a:lnTo>
                    <a:pt x="988" y="213"/>
                  </a:lnTo>
                  <a:lnTo>
                    <a:pt x="1030" y="218"/>
                  </a:lnTo>
                  <a:lnTo>
                    <a:pt x="1036" y="242"/>
                  </a:lnTo>
                  <a:lnTo>
                    <a:pt x="1005" y="246"/>
                  </a:lnTo>
                  <a:lnTo>
                    <a:pt x="988" y="231"/>
                  </a:lnTo>
                  <a:lnTo>
                    <a:pt x="968" y="243"/>
                  </a:lnTo>
                  <a:lnTo>
                    <a:pt x="988" y="267"/>
                  </a:lnTo>
                  <a:lnTo>
                    <a:pt x="968" y="283"/>
                  </a:lnTo>
                  <a:lnTo>
                    <a:pt x="923" y="280"/>
                  </a:lnTo>
                  <a:lnTo>
                    <a:pt x="901" y="299"/>
                  </a:lnTo>
                  <a:lnTo>
                    <a:pt x="840" y="286"/>
                  </a:lnTo>
                  <a:lnTo>
                    <a:pt x="828" y="243"/>
                  </a:lnTo>
                  <a:lnTo>
                    <a:pt x="800" y="242"/>
                  </a:lnTo>
                  <a:lnTo>
                    <a:pt x="780" y="291"/>
                  </a:lnTo>
                  <a:lnTo>
                    <a:pt x="727" y="282"/>
                  </a:lnTo>
                  <a:lnTo>
                    <a:pt x="715" y="262"/>
                  </a:lnTo>
                  <a:lnTo>
                    <a:pt x="693" y="255"/>
                  </a:lnTo>
                  <a:lnTo>
                    <a:pt x="685" y="280"/>
                  </a:lnTo>
                  <a:lnTo>
                    <a:pt x="629" y="292"/>
                  </a:lnTo>
                  <a:lnTo>
                    <a:pt x="504" y="291"/>
                  </a:lnTo>
                  <a:lnTo>
                    <a:pt x="519" y="267"/>
                  </a:lnTo>
                  <a:lnTo>
                    <a:pt x="491" y="251"/>
                  </a:lnTo>
                  <a:lnTo>
                    <a:pt x="429" y="279"/>
                  </a:lnTo>
                  <a:lnTo>
                    <a:pt x="368" y="257"/>
                  </a:lnTo>
                  <a:lnTo>
                    <a:pt x="320" y="268"/>
                  </a:lnTo>
                  <a:lnTo>
                    <a:pt x="294" y="255"/>
                  </a:lnTo>
                  <a:lnTo>
                    <a:pt x="283" y="212"/>
                  </a:lnTo>
                  <a:lnTo>
                    <a:pt x="311" y="209"/>
                  </a:lnTo>
                  <a:lnTo>
                    <a:pt x="308" y="190"/>
                  </a:lnTo>
                  <a:lnTo>
                    <a:pt x="278" y="174"/>
                  </a:lnTo>
                  <a:lnTo>
                    <a:pt x="298" y="151"/>
                  </a:lnTo>
                  <a:lnTo>
                    <a:pt x="261" y="128"/>
                  </a:lnTo>
                  <a:lnTo>
                    <a:pt x="235" y="88"/>
                  </a:lnTo>
                  <a:lnTo>
                    <a:pt x="190" y="87"/>
                  </a:lnTo>
                  <a:lnTo>
                    <a:pt x="168" y="91"/>
                  </a:lnTo>
                  <a:lnTo>
                    <a:pt x="112" y="83"/>
                  </a:lnTo>
                  <a:lnTo>
                    <a:pt x="98" y="66"/>
                  </a:lnTo>
                  <a:lnTo>
                    <a:pt x="67" y="61"/>
                  </a:lnTo>
                  <a:lnTo>
                    <a:pt x="50" y="43"/>
                  </a:lnTo>
                  <a:lnTo>
                    <a:pt x="0" y="27"/>
                  </a:lnTo>
                  <a:lnTo>
                    <a:pt x="30" y="2"/>
                  </a:lnTo>
                  <a:lnTo>
                    <a:pt x="83" y="0"/>
                  </a:lnTo>
                  <a:lnTo>
                    <a:pt x="157" y="15"/>
                  </a:lnTo>
                  <a:lnTo>
                    <a:pt x="176" y="9"/>
                  </a:lnTo>
                  <a:lnTo>
                    <a:pt x="205" y="10"/>
                  </a:lnTo>
                  <a:lnTo>
                    <a:pt x="198" y="67"/>
                  </a:lnTo>
                  <a:lnTo>
                    <a:pt x="213" y="66"/>
                  </a:lnTo>
                  <a:lnTo>
                    <a:pt x="261" y="42"/>
                  </a:lnTo>
                  <a:lnTo>
                    <a:pt x="311" y="49"/>
                  </a:lnTo>
                  <a:lnTo>
                    <a:pt x="341" y="38"/>
                  </a:lnTo>
                  <a:lnTo>
                    <a:pt x="379" y="42"/>
                  </a:lnTo>
                  <a:lnTo>
                    <a:pt x="381" y="57"/>
                  </a:lnTo>
                  <a:lnTo>
                    <a:pt x="345" y="55"/>
                  </a:lnTo>
                  <a:lnTo>
                    <a:pt x="326" y="62"/>
                  </a:lnTo>
                  <a:lnTo>
                    <a:pt x="345" y="71"/>
                  </a:lnTo>
                  <a:lnTo>
                    <a:pt x="376" y="67"/>
                  </a:lnTo>
                  <a:lnTo>
                    <a:pt x="401" y="80"/>
                  </a:lnTo>
                  <a:lnTo>
                    <a:pt x="461" y="82"/>
                  </a:lnTo>
                  <a:lnTo>
                    <a:pt x="457" y="96"/>
                  </a:lnTo>
                  <a:lnTo>
                    <a:pt x="406" y="100"/>
                  </a:lnTo>
                  <a:lnTo>
                    <a:pt x="368" y="92"/>
                  </a:lnTo>
                  <a:lnTo>
                    <a:pt x="320" y="92"/>
                  </a:lnTo>
                  <a:lnTo>
                    <a:pt x="359" y="108"/>
                  </a:lnTo>
                  <a:lnTo>
                    <a:pt x="334" y="129"/>
                  </a:lnTo>
                  <a:lnTo>
                    <a:pt x="351" y="139"/>
                  </a:lnTo>
                  <a:lnTo>
                    <a:pt x="396" y="124"/>
                  </a:lnTo>
                  <a:lnTo>
                    <a:pt x="429" y="127"/>
                  </a:lnTo>
                  <a:lnTo>
                    <a:pt x="434" y="155"/>
                  </a:lnTo>
                  <a:lnTo>
                    <a:pt x="461" y="174"/>
                  </a:lnTo>
                  <a:lnTo>
                    <a:pt x="482" y="176"/>
                  </a:lnTo>
                  <a:lnTo>
                    <a:pt x="477" y="147"/>
                  </a:lnTo>
                  <a:lnTo>
                    <a:pt x="504" y="151"/>
                  </a:lnTo>
                  <a:lnTo>
                    <a:pt x="522" y="168"/>
                  </a:lnTo>
                  <a:lnTo>
                    <a:pt x="567" y="169"/>
                  </a:lnTo>
                  <a:lnTo>
                    <a:pt x="561" y="155"/>
                  </a:lnTo>
                  <a:lnTo>
                    <a:pt x="589" y="156"/>
                  </a:lnTo>
                  <a:lnTo>
                    <a:pt x="600" y="174"/>
                  </a:lnTo>
                  <a:lnTo>
                    <a:pt x="632" y="184"/>
                  </a:lnTo>
                  <a:lnTo>
                    <a:pt x="654" y="176"/>
                  </a:lnTo>
                  <a:lnTo>
                    <a:pt x="637" y="163"/>
                  </a:lnTo>
                  <a:lnTo>
                    <a:pt x="702" y="16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 297"/>
            <p:cNvSpPr>
              <a:spLocks/>
            </p:cNvSpPr>
            <p:nvPr/>
          </p:nvSpPr>
          <p:spPr bwMode="auto">
            <a:xfrm>
              <a:off x="2037576" y="1655914"/>
              <a:ext cx="82694" cy="55129"/>
            </a:xfrm>
            <a:custGeom>
              <a:avLst/>
              <a:gdLst/>
              <a:ahLst/>
              <a:cxnLst>
                <a:cxn ang="0">
                  <a:pos x="84" y="6"/>
                </a:cxn>
                <a:cxn ang="0">
                  <a:pos x="101" y="28"/>
                </a:cxn>
                <a:cxn ang="0">
                  <a:pos x="183" y="51"/>
                </a:cxn>
                <a:cxn ang="0">
                  <a:pos x="206" y="67"/>
                </a:cxn>
                <a:cxn ang="0">
                  <a:pos x="203" y="76"/>
                </a:cxn>
                <a:cxn ang="0">
                  <a:pos x="177" y="76"/>
                </a:cxn>
                <a:cxn ang="0">
                  <a:pos x="177" y="83"/>
                </a:cxn>
                <a:cxn ang="0">
                  <a:pos x="206" y="101"/>
                </a:cxn>
                <a:cxn ang="0">
                  <a:pos x="183" y="117"/>
                </a:cxn>
                <a:cxn ang="0">
                  <a:pos x="154" y="122"/>
                </a:cxn>
                <a:cxn ang="0">
                  <a:pos x="101" y="128"/>
                </a:cxn>
                <a:cxn ang="0">
                  <a:pos x="84" y="138"/>
                </a:cxn>
                <a:cxn ang="0">
                  <a:pos x="68" y="137"/>
                </a:cxn>
                <a:cxn ang="0">
                  <a:pos x="63" y="124"/>
                </a:cxn>
                <a:cxn ang="0">
                  <a:pos x="23" y="104"/>
                </a:cxn>
                <a:cxn ang="0">
                  <a:pos x="26" y="97"/>
                </a:cxn>
                <a:cxn ang="0">
                  <a:pos x="63" y="102"/>
                </a:cxn>
                <a:cxn ang="0">
                  <a:pos x="76" y="90"/>
                </a:cxn>
                <a:cxn ang="0">
                  <a:pos x="56" y="81"/>
                </a:cxn>
                <a:cxn ang="0">
                  <a:pos x="23" y="79"/>
                </a:cxn>
                <a:cxn ang="0">
                  <a:pos x="6" y="38"/>
                </a:cxn>
                <a:cxn ang="0">
                  <a:pos x="8" y="28"/>
                </a:cxn>
                <a:cxn ang="0">
                  <a:pos x="0" y="11"/>
                </a:cxn>
                <a:cxn ang="0">
                  <a:pos x="20" y="0"/>
                </a:cxn>
                <a:cxn ang="0">
                  <a:pos x="84" y="6"/>
                </a:cxn>
              </a:cxnLst>
              <a:rect l="0" t="0" r="r" b="b"/>
              <a:pathLst>
                <a:path w="206" h="138">
                  <a:moveTo>
                    <a:pt x="84" y="6"/>
                  </a:moveTo>
                  <a:lnTo>
                    <a:pt x="101" y="28"/>
                  </a:lnTo>
                  <a:lnTo>
                    <a:pt x="183" y="51"/>
                  </a:lnTo>
                  <a:lnTo>
                    <a:pt x="206" y="67"/>
                  </a:lnTo>
                  <a:lnTo>
                    <a:pt x="203" y="76"/>
                  </a:lnTo>
                  <a:lnTo>
                    <a:pt x="177" y="76"/>
                  </a:lnTo>
                  <a:lnTo>
                    <a:pt x="177" y="83"/>
                  </a:lnTo>
                  <a:lnTo>
                    <a:pt x="206" y="101"/>
                  </a:lnTo>
                  <a:lnTo>
                    <a:pt x="183" y="117"/>
                  </a:lnTo>
                  <a:lnTo>
                    <a:pt x="154" y="122"/>
                  </a:lnTo>
                  <a:lnTo>
                    <a:pt x="101" y="128"/>
                  </a:lnTo>
                  <a:lnTo>
                    <a:pt x="84" y="138"/>
                  </a:lnTo>
                  <a:lnTo>
                    <a:pt x="68" y="137"/>
                  </a:lnTo>
                  <a:lnTo>
                    <a:pt x="63" y="124"/>
                  </a:lnTo>
                  <a:lnTo>
                    <a:pt x="23" y="104"/>
                  </a:lnTo>
                  <a:lnTo>
                    <a:pt x="26" y="97"/>
                  </a:lnTo>
                  <a:lnTo>
                    <a:pt x="63" y="102"/>
                  </a:lnTo>
                  <a:lnTo>
                    <a:pt x="76" y="90"/>
                  </a:lnTo>
                  <a:lnTo>
                    <a:pt x="56" y="81"/>
                  </a:lnTo>
                  <a:lnTo>
                    <a:pt x="23" y="79"/>
                  </a:lnTo>
                  <a:lnTo>
                    <a:pt x="6" y="38"/>
                  </a:lnTo>
                  <a:lnTo>
                    <a:pt x="8" y="28"/>
                  </a:lnTo>
                  <a:lnTo>
                    <a:pt x="0" y="11"/>
                  </a:lnTo>
                  <a:lnTo>
                    <a:pt x="20" y="0"/>
                  </a:lnTo>
                  <a:lnTo>
                    <a:pt x="84" y="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 298"/>
            <p:cNvSpPr>
              <a:spLocks/>
            </p:cNvSpPr>
            <p:nvPr/>
          </p:nvSpPr>
          <p:spPr bwMode="auto">
            <a:xfrm>
              <a:off x="2060276" y="1805085"/>
              <a:ext cx="25944" cy="9728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4" y="13"/>
                </a:cxn>
                <a:cxn ang="0">
                  <a:pos x="32" y="1"/>
                </a:cxn>
                <a:cxn ang="0">
                  <a:pos x="62" y="0"/>
                </a:cxn>
                <a:cxn ang="0">
                  <a:pos x="59" y="12"/>
                </a:cxn>
                <a:cxn ang="0">
                  <a:pos x="37" y="20"/>
                </a:cxn>
                <a:cxn ang="0">
                  <a:pos x="32" y="15"/>
                </a:cxn>
                <a:cxn ang="0">
                  <a:pos x="0" y="24"/>
                </a:cxn>
              </a:cxnLst>
              <a:rect l="0" t="0" r="r" b="b"/>
              <a:pathLst>
                <a:path w="62" h="24">
                  <a:moveTo>
                    <a:pt x="0" y="24"/>
                  </a:moveTo>
                  <a:lnTo>
                    <a:pt x="4" y="13"/>
                  </a:lnTo>
                  <a:lnTo>
                    <a:pt x="32" y="1"/>
                  </a:lnTo>
                  <a:lnTo>
                    <a:pt x="62" y="0"/>
                  </a:lnTo>
                  <a:lnTo>
                    <a:pt x="59" y="12"/>
                  </a:lnTo>
                  <a:lnTo>
                    <a:pt x="37" y="20"/>
                  </a:lnTo>
                  <a:lnTo>
                    <a:pt x="32" y="15"/>
                  </a:lnTo>
                  <a:lnTo>
                    <a:pt x="0" y="2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 299"/>
            <p:cNvSpPr>
              <a:spLocks/>
            </p:cNvSpPr>
            <p:nvPr/>
          </p:nvSpPr>
          <p:spPr bwMode="auto">
            <a:xfrm>
              <a:off x="1990556" y="1759685"/>
              <a:ext cx="11350" cy="3243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8" y="8"/>
                </a:cxn>
                <a:cxn ang="0">
                  <a:pos x="25" y="3"/>
                </a:cxn>
                <a:cxn ang="0">
                  <a:pos x="8" y="0"/>
                </a:cxn>
                <a:cxn ang="0">
                  <a:pos x="0" y="7"/>
                </a:cxn>
              </a:cxnLst>
              <a:rect l="0" t="0" r="r" b="b"/>
              <a:pathLst>
                <a:path w="28" h="8">
                  <a:moveTo>
                    <a:pt x="0" y="7"/>
                  </a:moveTo>
                  <a:lnTo>
                    <a:pt x="28" y="8"/>
                  </a:lnTo>
                  <a:lnTo>
                    <a:pt x="25" y="3"/>
                  </a:lnTo>
                  <a:lnTo>
                    <a:pt x="8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 300"/>
            <p:cNvSpPr>
              <a:spLocks/>
            </p:cNvSpPr>
            <p:nvPr/>
          </p:nvSpPr>
          <p:spPr bwMode="auto">
            <a:xfrm>
              <a:off x="1953262" y="1761306"/>
              <a:ext cx="24322" cy="8107"/>
            </a:xfrm>
            <a:custGeom>
              <a:avLst/>
              <a:gdLst/>
              <a:ahLst/>
              <a:cxnLst>
                <a:cxn ang="0">
                  <a:pos x="17" y="20"/>
                </a:cxn>
                <a:cxn ang="0">
                  <a:pos x="25" y="12"/>
                </a:cxn>
                <a:cxn ang="0">
                  <a:pos x="60" y="4"/>
                </a:cxn>
                <a:cxn ang="0">
                  <a:pos x="45" y="0"/>
                </a:cxn>
                <a:cxn ang="0">
                  <a:pos x="5" y="6"/>
                </a:cxn>
                <a:cxn ang="0">
                  <a:pos x="0" y="15"/>
                </a:cxn>
                <a:cxn ang="0">
                  <a:pos x="9" y="20"/>
                </a:cxn>
                <a:cxn ang="0">
                  <a:pos x="17" y="20"/>
                </a:cxn>
              </a:cxnLst>
              <a:rect l="0" t="0" r="r" b="b"/>
              <a:pathLst>
                <a:path w="60" h="20">
                  <a:moveTo>
                    <a:pt x="17" y="20"/>
                  </a:moveTo>
                  <a:lnTo>
                    <a:pt x="25" y="12"/>
                  </a:lnTo>
                  <a:lnTo>
                    <a:pt x="60" y="4"/>
                  </a:lnTo>
                  <a:lnTo>
                    <a:pt x="45" y="0"/>
                  </a:lnTo>
                  <a:lnTo>
                    <a:pt x="5" y="6"/>
                  </a:lnTo>
                  <a:lnTo>
                    <a:pt x="0" y="15"/>
                  </a:lnTo>
                  <a:lnTo>
                    <a:pt x="9" y="20"/>
                  </a:lnTo>
                  <a:lnTo>
                    <a:pt x="17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 301"/>
            <p:cNvSpPr>
              <a:spLocks/>
            </p:cNvSpPr>
            <p:nvPr/>
          </p:nvSpPr>
          <p:spPr bwMode="auto">
            <a:xfrm>
              <a:off x="1886782" y="1766172"/>
              <a:ext cx="30807" cy="12972"/>
            </a:xfrm>
            <a:custGeom>
              <a:avLst/>
              <a:gdLst/>
              <a:ahLst/>
              <a:cxnLst>
                <a:cxn ang="0">
                  <a:pos x="17" y="30"/>
                </a:cxn>
                <a:cxn ang="0">
                  <a:pos x="70" y="27"/>
                </a:cxn>
                <a:cxn ang="0">
                  <a:pos x="75" y="18"/>
                </a:cxn>
                <a:cxn ang="0">
                  <a:pos x="19" y="0"/>
                </a:cxn>
                <a:cxn ang="0">
                  <a:pos x="0" y="1"/>
                </a:cxn>
                <a:cxn ang="0">
                  <a:pos x="2" y="21"/>
                </a:cxn>
                <a:cxn ang="0">
                  <a:pos x="17" y="30"/>
                </a:cxn>
              </a:cxnLst>
              <a:rect l="0" t="0" r="r" b="b"/>
              <a:pathLst>
                <a:path w="75" h="30">
                  <a:moveTo>
                    <a:pt x="17" y="30"/>
                  </a:moveTo>
                  <a:lnTo>
                    <a:pt x="70" y="27"/>
                  </a:lnTo>
                  <a:lnTo>
                    <a:pt x="75" y="18"/>
                  </a:lnTo>
                  <a:lnTo>
                    <a:pt x="19" y="0"/>
                  </a:lnTo>
                  <a:lnTo>
                    <a:pt x="0" y="1"/>
                  </a:lnTo>
                  <a:lnTo>
                    <a:pt x="2" y="21"/>
                  </a:lnTo>
                  <a:lnTo>
                    <a:pt x="17" y="3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 302"/>
            <p:cNvSpPr>
              <a:spLocks/>
            </p:cNvSpPr>
            <p:nvPr/>
          </p:nvSpPr>
          <p:spPr bwMode="auto">
            <a:xfrm>
              <a:off x="3809825" y="2212070"/>
              <a:ext cx="261053" cy="176740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531" y="25"/>
                </a:cxn>
                <a:cxn ang="0">
                  <a:pos x="585" y="17"/>
                </a:cxn>
                <a:cxn ang="0">
                  <a:pos x="565" y="52"/>
                </a:cxn>
                <a:cxn ang="0">
                  <a:pos x="573" y="118"/>
                </a:cxn>
                <a:cxn ang="0">
                  <a:pos x="607" y="148"/>
                </a:cxn>
                <a:cxn ang="0">
                  <a:pos x="645" y="189"/>
                </a:cxn>
                <a:cxn ang="0">
                  <a:pos x="569" y="286"/>
                </a:cxn>
                <a:cxn ang="0">
                  <a:pos x="498" y="333"/>
                </a:cxn>
                <a:cxn ang="0">
                  <a:pos x="413" y="384"/>
                </a:cxn>
                <a:cxn ang="0">
                  <a:pos x="262" y="435"/>
                </a:cxn>
                <a:cxn ang="0">
                  <a:pos x="131" y="379"/>
                </a:cxn>
                <a:cxn ang="0">
                  <a:pos x="102" y="346"/>
                </a:cxn>
                <a:cxn ang="0">
                  <a:pos x="148" y="313"/>
                </a:cxn>
                <a:cxn ang="0">
                  <a:pos x="123" y="257"/>
                </a:cxn>
                <a:cxn ang="0">
                  <a:pos x="30" y="257"/>
                </a:cxn>
                <a:cxn ang="0">
                  <a:pos x="73" y="224"/>
                </a:cxn>
                <a:cxn ang="0">
                  <a:pos x="152" y="224"/>
                </a:cxn>
                <a:cxn ang="0">
                  <a:pos x="110" y="185"/>
                </a:cxn>
                <a:cxn ang="0">
                  <a:pos x="123" y="148"/>
                </a:cxn>
                <a:cxn ang="0">
                  <a:pos x="5" y="152"/>
                </a:cxn>
                <a:cxn ang="0">
                  <a:pos x="55" y="64"/>
                </a:cxn>
                <a:cxn ang="0">
                  <a:pos x="77" y="89"/>
                </a:cxn>
                <a:cxn ang="0">
                  <a:pos x="85" y="52"/>
                </a:cxn>
                <a:cxn ang="0">
                  <a:pos x="110" y="13"/>
                </a:cxn>
                <a:cxn ang="0">
                  <a:pos x="156" y="102"/>
                </a:cxn>
                <a:cxn ang="0">
                  <a:pos x="195" y="170"/>
                </a:cxn>
                <a:cxn ang="0">
                  <a:pos x="199" y="139"/>
                </a:cxn>
                <a:cxn ang="0">
                  <a:pos x="245" y="110"/>
                </a:cxn>
                <a:cxn ang="0">
                  <a:pos x="236" y="81"/>
                </a:cxn>
                <a:cxn ang="0">
                  <a:pos x="282" y="114"/>
                </a:cxn>
                <a:cxn ang="0">
                  <a:pos x="334" y="64"/>
                </a:cxn>
                <a:cxn ang="0">
                  <a:pos x="367" y="89"/>
                </a:cxn>
                <a:cxn ang="0">
                  <a:pos x="392" y="56"/>
                </a:cxn>
                <a:cxn ang="0">
                  <a:pos x="473" y="56"/>
                </a:cxn>
              </a:cxnLst>
              <a:rect l="0" t="0" r="r" b="b"/>
              <a:pathLst>
                <a:path w="645" h="435">
                  <a:moveTo>
                    <a:pt x="473" y="56"/>
                  </a:moveTo>
                  <a:lnTo>
                    <a:pt x="467" y="0"/>
                  </a:lnTo>
                  <a:lnTo>
                    <a:pt x="519" y="0"/>
                  </a:lnTo>
                  <a:lnTo>
                    <a:pt x="531" y="25"/>
                  </a:lnTo>
                  <a:lnTo>
                    <a:pt x="565" y="25"/>
                  </a:lnTo>
                  <a:lnTo>
                    <a:pt x="585" y="17"/>
                  </a:lnTo>
                  <a:lnTo>
                    <a:pt x="591" y="34"/>
                  </a:lnTo>
                  <a:lnTo>
                    <a:pt x="565" y="52"/>
                  </a:lnTo>
                  <a:lnTo>
                    <a:pt x="577" y="77"/>
                  </a:lnTo>
                  <a:lnTo>
                    <a:pt x="573" y="118"/>
                  </a:lnTo>
                  <a:lnTo>
                    <a:pt x="595" y="123"/>
                  </a:lnTo>
                  <a:lnTo>
                    <a:pt x="607" y="148"/>
                  </a:lnTo>
                  <a:lnTo>
                    <a:pt x="632" y="148"/>
                  </a:lnTo>
                  <a:lnTo>
                    <a:pt x="645" y="189"/>
                  </a:lnTo>
                  <a:lnTo>
                    <a:pt x="616" y="253"/>
                  </a:lnTo>
                  <a:lnTo>
                    <a:pt x="569" y="286"/>
                  </a:lnTo>
                  <a:lnTo>
                    <a:pt x="552" y="329"/>
                  </a:lnTo>
                  <a:lnTo>
                    <a:pt x="498" y="333"/>
                  </a:lnTo>
                  <a:lnTo>
                    <a:pt x="459" y="375"/>
                  </a:lnTo>
                  <a:lnTo>
                    <a:pt x="413" y="384"/>
                  </a:lnTo>
                  <a:lnTo>
                    <a:pt x="371" y="429"/>
                  </a:lnTo>
                  <a:lnTo>
                    <a:pt x="262" y="435"/>
                  </a:lnTo>
                  <a:lnTo>
                    <a:pt x="195" y="388"/>
                  </a:lnTo>
                  <a:lnTo>
                    <a:pt x="131" y="379"/>
                  </a:lnTo>
                  <a:lnTo>
                    <a:pt x="98" y="367"/>
                  </a:lnTo>
                  <a:lnTo>
                    <a:pt x="102" y="346"/>
                  </a:lnTo>
                  <a:lnTo>
                    <a:pt x="144" y="346"/>
                  </a:lnTo>
                  <a:lnTo>
                    <a:pt x="148" y="313"/>
                  </a:lnTo>
                  <a:lnTo>
                    <a:pt x="123" y="278"/>
                  </a:lnTo>
                  <a:lnTo>
                    <a:pt x="123" y="257"/>
                  </a:lnTo>
                  <a:lnTo>
                    <a:pt x="98" y="249"/>
                  </a:lnTo>
                  <a:lnTo>
                    <a:pt x="30" y="257"/>
                  </a:lnTo>
                  <a:lnTo>
                    <a:pt x="34" y="232"/>
                  </a:lnTo>
                  <a:lnTo>
                    <a:pt x="73" y="224"/>
                  </a:lnTo>
                  <a:lnTo>
                    <a:pt x="118" y="220"/>
                  </a:lnTo>
                  <a:lnTo>
                    <a:pt x="152" y="224"/>
                  </a:lnTo>
                  <a:lnTo>
                    <a:pt x="164" y="211"/>
                  </a:lnTo>
                  <a:lnTo>
                    <a:pt x="110" y="185"/>
                  </a:lnTo>
                  <a:lnTo>
                    <a:pt x="135" y="170"/>
                  </a:lnTo>
                  <a:lnTo>
                    <a:pt x="123" y="148"/>
                  </a:lnTo>
                  <a:lnTo>
                    <a:pt x="42" y="148"/>
                  </a:lnTo>
                  <a:lnTo>
                    <a:pt x="5" y="152"/>
                  </a:lnTo>
                  <a:lnTo>
                    <a:pt x="0" y="131"/>
                  </a:lnTo>
                  <a:lnTo>
                    <a:pt x="55" y="64"/>
                  </a:lnTo>
                  <a:lnTo>
                    <a:pt x="67" y="72"/>
                  </a:lnTo>
                  <a:lnTo>
                    <a:pt x="77" y="89"/>
                  </a:lnTo>
                  <a:lnTo>
                    <a:pt x="106" y="81"/>
                  </a:lnTo>
                  <a:lnTo>
                    <a:pt x="85" y="52"/>
                  </a:lnTo>
                  <a:lnTo>
                    <a:pt x="67" y="13"/>
                  </a:lnTo>
                  <a:lnTo>
                    <a:pt x="110" y="13"/>
                  </a:lnTo>
                  <a:lnTo>
                    <a:pt x="164" y="60"/>
                  </a:lnTo>
                  <a:lnTo>
                    <a:pt x="156" y="102"/>
                  </a:lnTo>
                  <a:lnTo>
                    <a:pt x="173" y="156"/>
                  </a:lnTo>
                  <a:lnTo>
                    <a:pt x="195" y="170"/>
                  </a:lnTo>
                  <a:lnTo>
                    <a:pt x="206" y="156"/>
                  </a:lnTo>
                  <a:lnTo>
                    <a:pt x="199" y="139"/>
                  </a:lnTo>
                  <a:lnTo>
                    <a:pt x="232" y="131"/>
                  </a:lnTo>
                  <a:lnTo>
                    <a:pt x="245" y="110"/>
                  </a:lnTo>
                  <a:lnTo>
                    <a:pt x="220" y="93"/>
                  </a:lnTo>
                  <a:lnTo>
                    <a:pt x="236" y="81"/>
                  </a:lnTo>
                  <a:lnTo>
                    <a:pt x="257" y="85"/>
                  </a:lnTo>
                  <a:lnTo>
                    <a:pt x="282" y="114"/>
                  </a:lnTo>
                  <a:lnTo>
                    <a:pt x="282" y="77"/>
                  </a:lnTo>
                  <a:lnTo>
                    <a:pt x="334" y="64"/>
                  </a:lnTo>
                  <a:lnTo>
                    <a:pt x="350" y="97"/>
                  </a:lnTo>
                  <a:lnTo>
                    <a:pt x="367" y="89"/>
                  </a:lnTo>
                  <a:lnTo>
                    <a:pt x="359" y="64"/>
                  </a:lnTo>
                  <a:lnTo>
                    <a:pt x="392" y="56"/>
                  </a:lnTo>
                  <a:lnTo>
                    <a:pt x="421" y="77"/>
                  </a:lnTo>
                  <a:lnTo>
                    <a:pt x="473" y="5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 303"/>
            <p:cNvSpPr>
              <a:spLocks/>
            </p:cNvSpPr>
            <p:nvPr/>
          </p:nvSpPr>
          <p:spPr bwMode="auto">
            <a:xfrm>
              <a:off x="7704557" y="3356814"/>
              <a:ext cx="16214" cy="19457"/>
            </a:xfrm>
            <a:custGeom>
              <a:avLst/>
              <a:gdLst/>
              <a:ahLst/>
              <a:cxnLst>
                <a:cxn ang="0">
                  <a:pos x="39" y="6"/>
                </a:cxn>
                <a:cxn ang="0">
                  <a:pos x="29" y="30"/>
                </a:cxn>
                <a:cxn ang="0">
                  <a:pos x="7" y="50"/>
                </a:cxn>
                <a:cxn ang="0">
                  <a:pos x="0" y="38"/>
                </a:cxn>
                <a:cxn ang="0">
                  <a:pos x="17" y="14"/>
                </a:cxn>
                <a:cxn ang="0">
                  <a:pos x="17" y="0"/>
                </a:cxn>
                <a:cxn ang="0">
                  <a:pos x="39" y="6"/>
                </a:cxn>
              </a:cxnLst>
              <a:rect l="0" t="0" r="r" b="b"/>
              <a:pathLst>
                <a:path w="39" h="50">
                  <a:moveTo>
                    <a:pt x="39" y="6"/>
                  </a:moveTo>
                  <a:lnTo>
                    <a:pt x="29" y="30"/>
                  </a:lnTo>
                  <a:lnTo>
                    <a:pt x="7" y="50"/>
                  </a:lnTo>
                  <a:lnTo>
                    <a:pt x="0" y="38"/>
                  </a:lnTo>
                  <a:lnTo>
                    <a:pt x="17" y="14"/>
                  </a:lnTo>
                  <a:lnTo>
                    <a:pt x="17" y="0"/>
                  </a:lnTo>
                  <a:lnTo>
                    <a:pt x="39" y="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 304"/>
            <p:cNvSpPr>
              <a:spLocks/>
            </p:cNvSpPr>
            <p:nvPr/>
          </p:nvSpPr>
          <p:spPr bwMode="auto">
            <a:xfrm>
              <a:off x="7738607" y="3131434"/>
              <a:ext cx="149174" cy="123232"/>
            </a:xfrm>
            <a:custGeom>
              <a:avLst/>
              <a:gdLst/>
              <a:ahLst/>
              <a:cxnLst>
                <a:cxn ang="0">
                  <a:pos x="120" y="25"/>
                </a:cxn>
                <a:cxn ang="0">
                  <a:pos x="126" y="0"/>
                </a:cxn>
                <a:cxn ang="0">
                  <a:pos x="163" y="0"/>
                </a:cxn>
                <a:cxn ang="0">
                  <a:pos x="176" y="20"/>
                </a:cxn>
                <a:cxn ang="0">
                  <a:pos x="193" y="65"/>
                </a:cxn>
                <a:cxn ang="0">
                  <a:pos x="216" y="82"/>
                </a:cxn>
                <a:cxn ang="0">
                  <a:pos x="238" y="87"/>
                </a:cxn>
                <a:cxn ang="0">
                  <a:pos x="263" y="107"/>
                </a:cxn>
                <a:cxn ang="0">
                  <a:pos x="288" y="120"/>
                </a:cxn>
                <a:cxn ang="0">
                  <a:pos x="316" y="112"/>
                </a:cxn>
                <a:cxn ang="0">
                  <a:pos x="341" y="90"/>
                </a:cxn>
                <a:cxn ang="0">
                  <a:pos x="341" y="107"/>
                </a:cxn>
                <a:cxn ang="0">
                  <a:pos x="341" y="138"/>
                </a:cxn>
                <a:cxn ang="0">
                  <a:pos x="361" y="143"/>
                </a:cxn>
                <a:cxn ang="0">
                  <a:pos x="367" y="165"/>
                </a:cxn>
                <a:cxn ang="0">
                  <a:pos x="341" y="193"/>
                </a:cxn>
                <a:cxn ang="0">
                  <a:pos x="303" y="197"/>
                </a:cxn>
                <a:cxn ang="0">
                  <a:pos x="271" y="202"/>
                </a:cxn>
                <a:cxn ang="0">
                  <a:pos x="238" y="241"/>
                </a:cxn>
                <a:cxn ang="0">
                  <a:pos x="238" y="263"/>
                </a:cxn>
                <a:cxn ang="0">
                  <a:pos x="216" y="270"/>
                </a:cxn>
                <a:cxn ang="0">
                  <a:pos x="190" y="241"/>
                </a:cxn>
                <a:cxn ang="0">
                  <a:pos x="153" y="236"/>
                </a:cxn>
                <a:cxn ang="0">
                  <a:pos x="140" y="228"/>
                </a:cxn>
                <a:cxn ang="0">
                  <a:pos x="120" y="241"/>
                </a:cxn>
                <a:cxn ang="0">
                  <a:pos x="80" y="233"/>
                </a:cxn>
                <a:cxn ang="0">
                  <a:pos x="58" y="233"/>
                </a:cxn>
                <a:cxn ang="0">
                  <a:pos x="42" y="245"/>
                </a:cxn>
                <a:cxn ang="0">
                  <a:pos x="70" y="270"/>
                </a:cxn>
                <a:cxn ang="0">
                  <a:pos x="70" y="290"/>
                </a:cxn>
                <a:cxn ang="0">
                  <a:pos x="33" y="306"/>
                </a:cxn>
                <a:cxn ang="0">
                  <a:pos x="22" y="263"/>
                </a:cxn>
                <a:cxn ang="0">
                  <a:pos x="0" y="258"/>
                </a:cxn>
                <a:cxn ang="0">
                  <a:pos x="20" y="233"/>
                </a:cxn>
                <a:cxn ang="0">
                  <a:pos x="53" y="208"/>
                </a:cxn>
                <a:cxn ang="0">
                  <a:pos x="53" y="183"/>
                </a:cxn>
                <a:cxn ang="0">
                  <a:pos x="70" y="165"/>
                </a:cxn>
                <a:cxn ang="0">
                  <a:pos x="92" y="180"/>
                </a:cxn>
                <a:cxn ang="0">
                  <a:pos x="112" y="172"/>
                </a:cxn>
                <a:cxn ang="0">
                  <a:pos x="115" y="152"/>
                </a:cxn>
                <a:cxn ang="0">
                  <a:pos x="131" y="110"/>
                </a:cxn>
                <a:cxn ang="0">
                  <a:pos x="133" y="34"/>
                </a:cxn>
                <a:cxn ang="0">
                  <a:pos x="120" y="25"/>
                </a:cxn>
              </a:cxnLst>
              <a:rect l="0" t="0" r="r" b="b"/>
              <a:pathLst>
                <a:path w="367" h="306">
                  <a:moveTo>
                    <a:pt x="120" y="25"/>
                  </a:moveTo>
                  <a:lnTo>
                    <a:pt x="126" y="0"/>
                  </a:lnTo>
                  <a:lnTo>
                    <a:pt x="163" y="0"/>
                  </a:lnTo>
                  <a:lnTo>
                    <a:pt x="176" y="20"/>
                  </a:lnTo>
                  <a:lnTo>
                    <a:pt x="193" y="65"/>
                  </a:lnTo>
                  <a:lnTo>
                    <a:pt x="216" y="82"/>
                  </a:lnTo>
                  <a:lnTo>
                    <a:pt x="238" y="87"/>
                  </a:lnTo>
                  <a:lnTo>
                    <a:pt x="263" y="107"/>
                  </a:lnTo>
                  <a:lnTo>
                    <a:pt x="288" y="120"/>
                  </a:lnTo>
                  <a:lnTo>
                    <a:pt x="316" y="112"/>
                  </a:lnTo>
                  <a:lnTo>
                    <a:pt x="341" y="90"/>
                  </a:lnTo>
                  <a:lnTo>
                    <a:pt x="341" y="107"/>
                  </a:lnTo>
                  <a:lnTo>
                    <a:pt x="341" y="138"/>
                  </a:lnTo>
                  <a:lnTo>
                    <a:pt x="361" y="143"/>
                  </a:lnTo>
                  <a:lnTo>
                    <a:pt x="367" y="165"/>
                  </a:lnTo>
                  <a:lnTo>
                    <a:pt x="341" y="193"/>
                  </a:lnTo>
                  <a:lnTo>
                    <a:pt x="303" y="197"/>
                  </a:lnTo>
                  <a:lnTo>
                    <a:pt x="271" y="202"/>
                  </a:lnTo>
                  <a:lnTo>
                    <a:pt x="238" y="241"/>
                  </a:lnTo>
                  <a:lnTo>
                    <a:pt x="238" y="263"/>
                  </a:lnTo>
                  <a:lnTo>
                    <a:pt x="216" y="270"/>
                  </a:lnTo>
                  <a:lnTo>
                    <a:pt x="190" y="241"/>
                  </a:lnTo>
                  <a:lnTo>
                    <a:pt x="153" y="236"/>
                  </a:lnTo>
                  <a:lnTo>
                    <a:pt x="140" y="228"/>
                  </a:lnTo>
                  <a:lnTo>
                    <a:pt x="120" y="241"/>
                  </a:lnTo>
                  <a:lnTo>
                    <a:pt x="80" y="233"/>
                  </a:lnTo>
                  <a:lnTo>
                    <a:pt x="58" y="233"/>
                  </a:lnTo>
                  <a:lnTo>
                    <a:pt x="42" y="245"/>
                  </a:lnTo>
                  <a:lnTo>
                    <a:pt x="70" y="270"/>
                  </a:lnTo>
                  <a:lnTo>
                    <a:pt x="70" y="290"/>
                  </a:lnTo>
                  <a:lnTo>
                    <a:pt x="33" y="306"/>
                  </a:lnTo>
                  <a:lnTo>
                    <a:pt x="22" y="263"/>
                  </a:lnTo>
                  <a:lnTo>
                    <a:pt x="0" y="258"/>
                  </a:lnTo>
                  <a:lnTo>
                    <a:pt x="20" y="233"/>
                  </a:lnTo>
                  <a:lnTo>
                    <a:pt x="53" y="208"/>
                  </a:lnTo>
                  <a:lnTo>
                    <a:pt x="53" y="183"/>
                  </a:lnTo>
                  <a:lnTo>
                    <a:pt x="70" y="165"/>
                  </a:lnTo>
                  <a:lnTo>
                    <a:pt x="92" y="180"/>
                  </a:lnTo>
                  <a:lnTo>
                    <a:pt x="112" y="172"/>
                  </a:lnTo>
                  <a:lnTo>
                    <a:pt x="115" y="152"/>
                  </a:lnTo>
                  <a:lnTo>
                    <a:pt x="131" y="110"/>
                  </a:lnTo>
                  <a:lnTo>
                    <a:pt x="133" y="34"/>
                  </a:lnTo>
                  <a:lnTo>
                    <a:pt x="120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 305"/>
            <p:cNvSpPr>
              <a:spLocks/>
            </p:cNvSpPr>
            <p:nvPr/>
          </p:nvSpPr>
          <p:spPr bwMode="auto">
            <a:xfrm>
              <a:off x="7487282" y="3468695"/>
              <a:ext cx="8107" cy="11350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1" y="22"/>
                </a:cxn>
                <a:cxn ang="0">
                  <a:pos x="0" y="25"/>
                </a:cxn>
                <a:cxn ang="0">
                  <a:pos x="0" y="14"/>
                </a:cxn>
                <a:cxn ang="0">
                  <a:pos x="21" y="0"/>
                </a:cxn>
              </a:cxnLst>
              <a:rect l="0" t="0" r="r" b="b"/>
              <a:pathLst>
                <a:path w="21" h="25">
                  <a:moveTo>
                    <a:pt x="21" y="0"/>
                  </a:moveTo>
                  <a:lnTo>
                    <a:pt x="21" y="22"/>
                  </a:lnTo>
                  <a:lnTo>
                    <a:pt x="0" y="25"/>
                  </a:lnTo>
                  <a:lnTo>
                    <a:pt x="0" y="14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 306"/>
            <p:cNvSpPr>
              <a:spLocks/>
            </p:cNvSpPr>
            <p:nvPr/>
          </p:nvSpPr>
          <p:spPr bwMode="auto">
            <a:xfrm>
              <a:off x="7420803" y="3496261"/>
              <a:ext cx="17835" cy="9728"/>
            </a:xfrm>
            <a:custGeom>
              <a:avLst/>
              <a:gdLst/>
              <a:ahLst/>
              <a:cxnLst>
                <a:cxn ang="0">
                  <a:pos x="4" y="24"/>
                </a:cxn>
                <a:cxn ang="0">
                  <a:pos x="0" y="13"/>
                </a:cxn>
                <a:cxn ang="0">
                  <a:pos x="15" y="9"/>
                </a:cxn>
                <a:cxn ang="0">
                  <a:pos x="32" y="0"/>
                </a:cxn>
                <a:cxn ang="0">
                  <a:pos x="44" y="10"/>
                </a:cxn>
                <a:cxn ang="0">
                  <a:pos x="30" y="24"/>
                </a:cxn>
                <a:cxn ang="0">
                  <a:pos x="4" y="24"/>
                </a:cxn>
              </a:cxnLst>
              <a:rect l="0" t="0" r="r" b="b"/>
              <a:pathLst>
                <a:path w="44" h="24">
                  <a:moveTo>
                    <a:pt x="4" y="24"/>
                  </a:moveTo>
                  <a:lnTo>
                    <a:pt x="0" y="13"/>
                  </a:lnTo>
                  <a:lnTo>
                    <a:pt x="15" y="9"/>
                  </a:lnTo>
                  <a:lnTo>
                    <a:pt x="32" y="0"/>
                  </a:lnTo>
                  <a:lnTo>
                    <a:pt x="44" y="10"/>
                  </a:lnTo>
                  <a:lnTo>
                    <a:pt x="30" y="24"/>
                  </a:lnTo>
                  <a:lnTo>
                    <a:pt x="4" y="2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 307"/>
            <p:cNvSpPr>
              <a:spLocks/>
            </p:cNvSpPr>
            <p:nvPr/>
          </p:nvSpPr>
          <p:spPr bwMode="auto">
            <a:xfrm>
              <a:off x="7479174" y="3520583"/>
              <a:ext cx="6485" cy="4865"/>
            </a:xfrm>
            <a:custGeom>
              <a:avLst/>
              <a:gdLst/>
              <a:ahLst/>
              <a:cxnLst>
                <a:cxn ang="0">
                  <a:pos x="2" y="12"/>
                </a:cxn>
                <a:cxn ang="0">
                  <a:pos x="12" y="11"/>
                </a:cxn>
                <a:cxn ang="0">
                  <a:pos x="15" y="2"/>
                </a:cxn>
                <a:cxn ang="0">
                  <a:pos x="0" y="0"/>
                </a:cxn>
                <a:cxn ang="0">
                  <a:pos x="2" y="12"/>
                </a:cxn>
              </a:cxnLst>
              <a:rect l="0" t="0" r="r" b="b"/>
              <a:pathLst>
                <a:path w="15" h="12">
                  <a:moveTo>
                    <a:pt x="2" y="12"/>
                  </a:moveTo>
                  <a:lnTo>
                    <a:pt x="12" y="11"/>
                  </a:lnTo>
                  <a:lnTo>
                    <a:pt x="15" y="2"/>
                  </a:lnTo>
                  <a:lnTo>
                    <a:pt x="0" y="0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 308"/>
            <p:cNvSpPr>
              <a:spLocks/>
            </p:cNvSpPr>
            <p:nvPr/>
          </p:nvSpPr>
          <p:spPr bwMode="auto">
            <a:xfrm>
              <a:off x="7487282" y="3510853"/>
              <a:ext cx="6485" cy="648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9" y="0"/>
                </a:cxn>
                <a:cxn ang="0">
                  <a:pos x="17" y="7"/>
                </a:cxn>
                <a:cxn ang="0">
                  <a:pos x="15" y="12"/>
                </a:cxn>
                <a:cxn ang="0">
                  <a:pos x="7" y="15"/>
                </a:cxn>
                <a:cxn ang="0">
                  <a:pos x="0" y="8"/>
                </a:cxn>
              </a:cxnLst>
              <a:rect l="0" t="0" r="r" b="b"/>
              <a:pathLst>
                <a:path w="17" h="15">
                  <a:moveTo>
                    <a:pt x="0" y="8"/>
                  </a:moveTo>
                  <a:lnTo>
                    <a:pt x="9" y="0"/>
                  </a:lnTo>
                  <a:lnTo>
                    <a:pt x="17" y="7"/>
                  </a:lnTo>
                  <a:lnTo>
                    <a:pt x="15" y="12"/>
                  </a:lnTo>
                  <a:lnTo>
                    <a:pt x="7" y="15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 309"/>
            <p:cNvSpPr>
              <a:spLocks/>
            </p:cNvSpPr>
            <p:nvPr/>
          </p:nvSpPr>
          <p:spPr bwMode="auto">
            <a:xfrm>
              <a:off x="7501874" y="3489775"/>
              <a:ext cx="6485" cy="486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4" y="0"/>
                </a:cxn>
                <a:cxn ang="0">
                  <a:pos x="12" y="0"/>
                </a:cxn>
                <a:cxn ang="0">
                  <a:pos x="15" y="12"/>
                </a:cxn>
                <a:cxn ang="0">
                  <a:pos x="0" y="12"/>
                </a:cxn>
              </a:cxnLst>
              <a:rect l="0" t="0" r="r" b="b"/>
              <a:pathLst>
                <a:path w="15" h="12">
                  <a:moveTo>
                    <a:pt x="0" y="12"/>
                  </a:moveTo>
                  <a:lnTo>
                    <a:pt x="4" y="0"/>
                  </a:lnTo>
                  <a:lnTo>
                    <a:pt x="12" y="0"/>
                  </a:lnTo>
                  <a:lnTo>
                    <a:pt x="15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 310"/>
            <p:cNvSpPr>
              <a:spLocks/>
            </p:cNvSpPr>
            <p:nvPr/>
          </p:nvSpPr>
          <p:spPr bwMode="auto">
            <a:xfrm>
              <a:off x="7531062" y="3577334"/>
              <a:ext cx="9728" cy="12972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17"/>
                </a:cxn>
                <a:cxn ang="0">
                  <a:pos x="0" y="32"/>
                </a:cxn>
                <a:cxn ang="0">
                  <a:pos x="8" y="30"/>
                </a:cxn>
                <a:cxn ang="0">
                  <a:pos x="23" y="2"/>
                </a:cxn>
                <a:cxn ang="0">
                  <a:pos x="8" y="0"/>
                </a:cxn>
              </a:cxnLst>
              <a:rect l="0" t="0" r="r" b="b"/>
              <a:pathLst>
                <a:path w="23" h="32">
                  <a:moveTo>
                    <a:pt x="8" y="0"/>
                  </a:moveTo>
                  <a:lnTo>
                    <a:pt x="0" y="17"/>
                  </a:lnTo>
                  <a:lnTo>
                    <a:pt x="0" y="32"/>
                  </a:lnTo>
                  <a:lnTo>
                    <a:pt x="8" y="30"/>
                  </a:lnTo>
                  <a:lnTo>
                    <a:pt x="23" y="2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 311"/>
            <p:cNvSpPr>
              <a:spLocks/>
            </p:cNvSpPr>
            <p:nvPr/>
          </p:nvSpPr>
          <p:spPr bwMode="auto">
            <a:xfrm>
              <a:off x="7516467" y="3588683"/>
              <a:ext cx="8107" cy="810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9" y="5"/>
                </a:cxn>
                <a:cxn ang="0">
                  <a:pos x="17" y="13"/>
                </a:cxn>
                <a:cxn ang="0">
                  <a:pos x="2" y="20"/>
                </a:cxn>
                <a:cxn ang="0">
                  <a:pos x="0" y="7"/>
                </a:cxn>
                <a:cxn ang="0">
                  <a:pos x="11" y="0"/>
                </a:cxn>
              </a:cxnLst>
              <a:rect l="0" t="0" r="r" b="b"/>
              <a:pathLst>
                <a:path w="19" h="20">
                  <a:moveTo>
                    <a:pt x="11" y="0"/>
                  </a:moveTo>
                  <a:lnTo>
                    <a:pt x="19" y="5"/>
                  </a:lnTo>
                  <a:lnTo>
                    <a:pt x="17" y="13"/>
                  </a:lnTo>
                  <a:lnTo>
                    <a:pt x="2" y="20"/>
                  </a:lnTo>
                  <a:lnTo>
                    <a:pt x="0" y="7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 312"/>
            <p:cNvSpPr>
              <a:spLocks/>
            </p:cNvSpPr>
            <p:nvPr/>
          </p:nvSpPr>
          <p:spPr bwMode="auto">
            <a:xfrm>
              <a:off x="7534304" y="3256285"/>
              <a:ext cx="264296" cy="244840"/>
            </a:xfrm>
            <a:custGeom>
              <a:avLst/>
              <a:gdLst/>
              <a:ahLst/>
              <a:cxnLst>
                <a:cxn ang="0">
                  <a:pos x="616" y="12"/>
                </a:cxn>
                <a:cxn ang="0">
                  <a:pos x="580" y="17"/>
                </a:cxn>
                <a:cxn ang="0">
                  <a:pos x="600" y="61"/>
                </a:cxn>
                <a:cxn ang="0">
                  <a:pos x="565" y="40"/>
                </a:cxn>
                <a:cxn ang="0">
                  <a:pos x="528" y="80"/>
                </a:cxn>
                <a:cxn ang="0">
                  <a:pos x="503" y="248"/>
                </a:cxn>
                <a:cxn ang="0">
                  <a:pos x="431" y="326"/>
                </a:cxn>
                <a:cxn ang="0">
                  <a:pos x="385" y="366"/>
                </a:cxn>
                <a:cxn ang="0">
                  <a:pos x="378" y="322"/>
                </a:cxn>
                <a:cxn ang="0">
                  <a:pos x="347" y="329"/>
                </a:cxn>
                <a:cxn ang="0">
                  <a:pos x="275" y="448"/>
                </a:cxn>
                <a:cxn ang="0">
                  <a:pos x="201" y="461"/>
                </a:cxn>
                <a:cxn ang="0">
                  <a:pos x="132" y="452"/>
                </a:cxn>
                <a:cxn ang="0">
                  <a:pos x="92" y="482"/>
                </a:cxn>
                <a:cxn ang="0">
                  <a:pos x="21" y="526"/>
                </a:cxn>
                <a:cxn ang="0">
                  <a:pos x="4" y="564"/>
                </a:cxn>
                <a:cxn ang="0">
                  <a:pos x="46" y="576"/>
                </a:cxn>
                <a:cxn ang="0">
                  <a:pos x="136" y="544"/>
                </a:cxn>
                <a:cxn ang="0">
                  <a:pos x="221" y="505"/>
                </a:cxn>
                <a:cxn ang="0">
                  <a:pos x="262" y="548"/>
                </a:cxn>
                <a:cxn ang="0">
                  <a:pos x="262" y="593"/>
                </a:cxn>
                <a:cxn ang="0">
                  <a:pos x="308" y="593"/>
                </a:cxn>
                <a:cxn ang="0">
                  <a:pos x="344" y="559"/>
                </a:cxn>
                <a:cxn ang="0">
                  <a:pos x="343" y="529"/>
                </a:cxn>
                <a:cxn ang="0">
                  <a:pos x="343" y="490"/>
                </a:cxn>
                <a:cxn ang="0">
                  <a:pos x="368" y="518"/>
                </a:cxn>
                <a:cxn ang="0">
                  <a:pos x="439" y="493"/>
                </a:cxn>
                <a:cxn ang="0">
                  <a:pos x="458" y="518"/>
                </a:cxn>
                <a:cxn ang="0">
                  <a:pos x="486" y="473"/>
                </a:cxn>
                <a:cxn ang="0">
                  <a:pos x="532" y="458"/>
                </a:cxn>
                <a:cxn ang="0">
                  <a:pos x="519" y="490"/>
                </a:cxn>
                <a:cxn ang="0">
                  <a:pos x="576" y="444"/>
                </a:cxn>
                <a:cxn ang="0">
                  <a:pos x="572" y="396"/>
                </a:cxn>
                <a:cxn ang="0">
                  <a:pos x="582" y="303"/>
                </a:cxn>
                <a:cxn ang="0">
                  <a:pos x="610" y="258"/>
                </a:cxn>
                <a:cxn ang="0">
                  <a:pos x="626" y="216"/>
                </a:cxn>
                <a:cxn ang="0">
                  <a:pos x="654" y="118"/>
                </a:cxn>
                <a:cxn ang="0">
                  <a:pos x="635" y="86"/>
                </a:cxn>
              </a:cxnLst>
              <a:rect l="0" t="0" r="r" b="b"/>
              <a:pathLst>
                <a:path w="654" h="605">
                  <a:moveTo>
                    <a:pt x="614" y="68"/>
                  </a:moveTo>
                  <a:lnTo>
                    <a:pt x="616" y="12"/>
                  </a:lnTo>
                  <a:lnTo>
                    <a:pt x="601" y="0"/>
                  </a:lnTo>
                  <a:lnTo>
                    <a:pt x="580" y="17"/>
                  </a:lnTo>
                  <a:lnTo>
                    <a:pt x="589" y="37"/>
                  </a:lnTo>
                  <a:lnTo>
                    <a:pt x="600" y="61"/>
                  </a:lnTo>
                  <a:lnTo>
                    <a:pt x="582" y="62"/>
                  </a:lnTo>
                  <a:lnTo>
                    <a:pt x="565" y="40"/>
                  </a:lnTo>
                  <a:lnTo>
                    <a:pt x="549" y="44"/>
                  </a:lnTo>
                  <a:lnTo>
                    <a:pt x="528" y="80"/>
                  </a:lnTo>
                  <a:lnTo>
                    <a:pt x="528" y="189"/>
                  </a:lnTo>
                  <a:lnTo>
                    <a:pt x="503" y="248"/>
                  </a:lnTo>
                  <a:lnTo>
                    <a:pt x="458" y="309"/>
                  </a:lnTo>
                  <a:lnTo>
                    <a:pt x="431" y="326"/>
                  </a:lnTo>
                  <a:lnTo>
                    <a:pt x="418" y="350"/>
                  </a:lnTo>
                  <a:lnTo>
                    <a:pt x="385" y="366"/>
                  </a:lnTo>
                  <a:lnTo>
                    <a:pt x="365" y="355"/>
                  </a:lnTo>
                  <a:lnTo>
                    <a:pt x="378" y="322"/>
                  </a:lnTo>
                  <a:lnTo>
                    <a:pt x="361" y="318"/>
                  </a:lnTo>
                  <a:lnTo>
                    <a:pt x="347" y="329"/>
                  </a:lnTo>
                  <a:lnTo>
                    <a:pt x="344" y="358"/>
                  </a:lnTo>
                  <a:lnTo>
                    <a:pt x="275" y="448"/>
                  </a:lnTo>
                  <a:lnTo>
                    <a:pt x="233" y="444"/>
                  </a:lnTo>
                  <a:lnTo>
                    <a:pt x="201" y="461"/>
                  </a:lnTo>
                  <a:lnTo>
                    <a:pt x="161" y="462"/>
                  </a:lnTo>
                  <a:lnTo>
                    <a:pt x="132" y="452"/>
                  </a:lnTo>
                  <a:lnTo>
                    <a:pt x="104" y="454"/>
                  </a:lnTo>
                  <a:lnTo>
                    <a:pt x="92" y="482"/>
                  </a:lnTo>
                  <a:lnTo>
                    <a:pt x="41" y="519"/>
                  </a:lnTo>
                  <a:lnTo>
                    <a:pt x="21" y="526"/>
                  </a:lnTo>
                  <a:lnTo>
                    <a:pt x="0" y="540"/>
                  </a:lnTo>
                  <a:lnTo>
                    <a:pt x="4" y="564"/>
                  </a:lnTo>
                  <a:lnTo>
                    <a:pt x="41" y="562"/>
                  </a:lnTo>
                  <a:lnTo>
                    <a:pt x="46" y="576"/>
                  </a:lnTo>
                  <a:lnTo>
                    <a:pt x="75" y="558"/>
                  </a:lnTo>
                  <a:lnTo>
                    <a:pt x="136" y="544"/>
                  </a:lnTo>
                  <a:lnTo>
                    <a:pt x="155" y="522"/>
                  </a:lnTo>
                  <a:lnTo>
                    <a:pt x="221" y="505"/>
                  </a:lnTo>
                  <a:lnTo>
                    <a:pt x="258" y="522"/>
                  </a:lnTo>
                  <a:lnTo>
                    <a:pt x="262" y="548"/>
                  </a:lnTo>
                  <a:lnTo>
                    <a:pt x="254" y="566"/>
                  </a:lnTo>
                  <a:lnTo>
                    <a:pt x="262" y="593"/>
                  </a:lnTo>
                  <a:lnTo>
                    <a:pt x="286" y="605"/>
                  </a:lnTo>
                  <a:lnTo>
                    <a:pt x="308" y="593"/>
                  </a:lnTo>
                  <a:lnTo>
                    <a:pt x="315" y="562"/>
                  </a:lnTo>
                  <a:lnTo>
                    <a:pt x="344" y="559"/>
                  </a:lnTo>
                  <a:lnTo>
                    <a:pt x="343" y="543"/>
                  </a:lnTo>
                  <a:lnTo>
                    <a:pt x="343" y="529"/>
                  </a:lnTo>
                  <a:lnTo>
                    <a:pt x="332" y="509"/>
                  </a:lnTo>
                  <a:lnTo>
                    <a:pt x="343" y="490"/>
                  </a:lnTo>
                  <a:lnTo>
                    <a:pt x="369" y="490"/>
                  </a:lnTo>
                  <a:lnTo>
                    <a:pt x="368" y="518"/>
                  </a:lnTo>
                  <a:lnTo>
                    <a:pt x="422" y="515"/>
                  </a:lnTo>
                  <a:lnTo>
                    <a:pt x="439" y="493"/>
                  </a:lnTo>
                  <a:lnTo>
                    <a:pt x="457" y="488"/>
                  </a:lnTo>
                  <a:lnTo>
                    <a:pt x="458" y="518"/>
                  </a:lnTo>
                  <a:lnTo>
                    <a:pt x="479" y="513"/>
                  </a:lnTo>
                  <a:lnTo>
                    <a:pt x="486" y="473"/>
                  </a:lnTo>
                  <a:lnTo>
                    <a:pt x="515" y="446"/>
                  </a:lnTo>
                  <a:lnTo>
                    <a:pt x="532" y="458"/>
                  </a:lnTo>
                  <a:lnTo>
                    <a:pt x="530" y="480"/>
                  </a:lnTo>
                  <a:lnTo>
                    <a:pt x="519" y="490"/>
                  </a:lnTo>
                  <a:lnTo>
                    <a:pt x="539" y="498"/>
                  </a:lnTo>
                  <a:lnTo>
                    <a:pt x="576" y="444"/>
                  </a:lnTo>
                  <a:lnTo>
                    <a:pt x="568" y="419"/>
                  </a:lnTo>
                  <a:lnTo>
                    <a:pt x="572" y="396"/>
                  </a:lnTo>
                  <a:lnTo>
                    <a:pt x="601" y="330"/>
                  </a:lnTo>
                  <a:lnTo>
                    <a:pt x="582" y="303"/>
                  </a:lnTo>
                  <a:lnTo>
                    <a:pt x="590" y="273"/>
                  </a:lnTo>
                  <a:lnTo>
                    <a:pt x="610" y="258"/>
                  </a:lnTo>
                  <a:lnTo>
                    <a:pt x="625" y="262"/>
                  </a:lnTo>
                  <a:lnTo>
                    <a:pt x="626" y="216"/>
                  </a:lnTo>
                  <a:lnTo>
                    <a:pt x="653" y="164"/>
                  </a:lnTo>
                  <a:lnTo>
                    <a:pt x="654" y="118"/>
                  </a:lnTo>
                  <a:lnTo>
                    <a:pt x="647" y="114"/>
                  </a:lnTo>
                  <a:lnTo>
                    <a:pt x="635" y="86"/>
                  </a:lnTo>
                  <a:lnTo>
                    <a:pt x="614" y="6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 313"/>
            <p:cNvSpPr>
              <a:spLocks/>
            </p:cNvSpPr>
            <p:nvPr/>
          </p:nvSpPr>
          <p:spPr bwMode="auto">
            <a:xfrm>
              <a:off x="7565113" y="3476802"/>
              <a:ext cx="55129" cy="43779"/>
            </a:xfrm>
            <a:custGeom>
              <a:avLst/>
              <a:gdLst/>
              <a:ahLst/>
              <a:cxnLst>
                <a:cxn ang="0">
                  <a:pos x="138" y="14"/>
                </a:cxn>
                <a:cxn ang="0">
                  <a:pos x="114" y="0"/>
                </a:cxn>
                <a:cxn ang="0">
                  <a:pos x="92" y="4"/>
                </a:cxn>
                <a:cxn ang="0">
                  <a:pos x="64" y="35"/>
                </a:cxn>
                <a:cxn ang="0">
                  <a:pos x="22" y="40"/>
                </a:cxn>
                <a:cxn ang="0">
                  <a:pos x="0" y="61"/>
                </a:cxn>
                <a:cxn ang="0">
                  <a:pos x="16" y="108"/>
                </a:cxn>
                <a:cxn ang="0">
                  <a:pos x="45" y="106"/>
                </a:cxn>
                <a:cxn ang="0">
                  <a:pos x="57" y="77"/>
                </a:cxn>
                <a:cxn ang="0">
                  <a:pos x="81" y="56"/>
                </a:cxn>
                <a:cxn ang="0">
                  <a:pos x="102" y="64"/>
                </a:cxn>
                <a:cxn ang="0">
                  <a:pos x="125" y="60"/>
                </a:cxn>
                <a:cxn ang="0">
                  <a:pos x="138" y="14"/>
                </a:cxn>
              </a:cxnLst>
              <a:rect l="0" t="0" r="r" b="b"/>
              <a:pathLst>
                <a:path w="138" h="108">
                  <a:moveTo>
                    <a:pt x="138" y="14"/>
                  </a:moveTo>
                  <a:lnTo>
                    <a:pt x="114" y="0"/>
                  </a:lnTo>
                  <a:lnTo>
                    <a:pt x="92" y="4"/>
                  </a:lnTo>
                  <a:lnTo>
                    <a:pt x="64" y="35"/>
                  </a:lnTo>
                  <a:lnTo>
                    <a:pt x="22" y="40"/>
                  </a:lnTo>
                  <a:lnTo>
                    <a:pt x="0" y="61"/>
                  </a:lnTo>
                  <a:lnTo>
                    <a:pt x="16" y="108"/>
                  </a:lnTo>
                  <a:lnTo>
                    <a:pt x="45" y="106"/>
                  </a:lnTo>
                  <a:lnTo>
                    <a:pt x="57" y="77"/>
                  </a:lnTo>
                  <a:lnTo>
                    <a:pt x="81" y="56"/>
                  </a:lnTo>
                  <a:lnTo>
                    <a:pt x="102" y="64"/>
                  </a:lnTo>
                  <a:lnTo>
                    <a:pt x="125" y="60"/>
                  </a:lnTo>
                  <a:lnTo>
                    <a:pt x="138" y="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 314"/>
            <p:cNvSpPr>
              <a:spLocks/>
            </p:cNvSpPr>
            <p:nvPr/>
          </p:nvSpPr>
          <p:spPr bwMode="auto">
            <a:xfrm>
              <a:off x="7500253" y="3489775"/>
              <a:ext cx="59993" cy="79452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116" y="25"/>
                </a:cxn>
                <a:cxn ang="0">
                  <a:pos x="124" y="47"/>
                </a:cxn>
                <a:cxn ang="0">
                  <a:pos x="148" y="82"/>
                </a:cxn>
                <a:cxn ang="0">
                  <a:pos x="109" y="122"/>
                </a:cxn>
                <a:cxn ang="0">
                  <a:pos x="105" y="183"/>
                </a:cxn>
                <a:cxn ang="0">
                  <a:pos x="65" y="196"/>
                </a:cxn>
                <a:cxn ang="0">
                  <a:pos x="68" y="161"/>
                </a:cxn>
                <a:cxn ang="0">
                  <a:pos x="57" y="158"/>
                </a:cxn>
                <a:cxn ang="0">
                  <a:pos x="42" y="182"/>
                </a:cxn>
                <a:cxn ang="0">
                  <a:pos x="30" y="175"/>
                </a:cxn>
                <a:cxn ang="0">
                  <a:pos x="36" y="118"/>
                </a:cxn>
                <a:cxn ang="0">
                  <a:pos x="39" y="118"/>
                </a:cxn>
                <a:cxn ang="0">
                  <a:pos x="47" y="114"/>
                </a:cxn>
                <a:cxn ang="0">
                  <a:pos x="52" y="110"/>
                </a:cxn>
                <a:cxn ang="0">
                  <a:pos x="55" y="106"/>
                </a:cxn>
                <a:cxn ang="0">
                  <a:pos x="57" y="100"/>
                </a:cxn>
                <a:cxn ang="0">
                  <a:pos x="59" y="90"/>
                </a:cxn>
                <a:cxn ang="0">
                  <a:pos x="57" y="76"/>
                </a:cxn>
                <a:cxn ang="0">
                  <a:pos x="56" y="66"/>
                </a:cxn>
                <a:cxn ang="0">
                  <a:pos x="53" y="63"/>
                </a:cxn>
                <a:cxn ang="0">
                  <a:pos x="52" y="61"/>
                </a:cxn>
                <a:cxn ang="0">
                  <a:pos x="27" y="82"/>
                </a:cxn>
                <a:cxn ang="0">
                  <a:pos x="2" y="61"/>
                </a:cxn>
                <a:cxn ang="0">
                  <a:pos x="0" y="35"/>
                </a:cxn>
                <a:cxn ang="0">
                  <a:pos x="34" y="21"/>
                </a:cxn>
                <a:cxn ang="0">
                  <a:pos x="65" y="0"/>
                </a:cxn>
              </a:cxnLst>
              <a:rect l="0" t="0" r="r" b="b"/>
              <a:pathLst>
                <a:path w="148" h="196">
                  <a:moveTo>
                    <a:pt x="65" y="0"/>
                  </a:moveTo>
                  <a:lnTo>
                    <a:pt x="116" y="25"/>
                  </a:lnTo>
                  <a:lnTo>
                    <a:pt x="124" y="47"/>
                  </a:lnTo>
                  <a:lnTo>
                    <a:pt x="148" y="82"/>
                  </a:lnTo>
                  <a:lnTo>
                    <a:pt x="109" y="122"/>
                  </a:lnTo>
                  <a:lnTo>
                    <a:pt x="105" y="183"/>
                  </a:lnTo>
                  <a:lnTo>
                    <a:pt x="65" y="196"/>
                  </a:lnTo>
                  <a:lnTo>
                    <a:pt x="68" y="161"/>
                  </a:lnTo>
                  <a:lnTo>
                    <a:pt x="57" y="158"/>
                  </a:lnTo>
                  <a:lnTo>
                    <a:pt x="42" y="182"/>
                  </a:lnTo>
                  <a:lnTo>
                    <a:pt x="30" y="175"/>
                  </a:lnTo>
                  <a:lnTo>
                    <a:pt x="36" y="118"/>
                  </a:lnTo>
                  <a:lnTo>
                    <a:pt x="39" y="118"/>
                  </a:lnTo>
                  <a:lnTo>
                    <a:pt x="47" y="114"/>
                  </a:lnTo>
                  <a:lnTo>
                    <a:pt x="52" y="110"/>
                  </a:lnTo>
                  <a:lnTo>
                    <a:pt x="55" y="106"/>
                  </a:lnTo>
                  <a:lnTo>
                    <a:pt x="57" y="100"/>
                  </a:lnTo>
                  <a:lnTo>
                    <a:pt x="59" y="90"/>
                  </a:lnTo>
                  <a:lnTo>
                    <a:pt x="57" y="76"/>
                  </a:lnTo>
                  <a:lnTo>
                    <a:pt x="56" y="66"/>
                  </a:lnTo>
                  <a:lnTo>
                    <a:pt x="53" y="63"/>
                  </a:lnTo>
                  <a:lnTo>
                    <a:pt x="52" y="61"/>
                  </a:lnTo>
                  <a:lnTo>
                    <a:pt x="27" y="82"/>
                  </a:lnTo>
                  <a:lnTo>
                    <a:pt x="2" y="61"/>
                  </a:lnTo>
                  <a:lnTo>
                    <a:pt x="0" y="35"/>
                  </a:lnTo>
                  <a:lnTo>
                    <a:pt x="34" y="21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 315"/>
            <p:cNvSpPr>
              <a:spLocks/>
            </p:cNvSpPr>
            <p:nvPr/>
          </p:nvSpPr>
          <p:spPr bwMode="auto">
            <a:xfrm>
              <a:off x="2956940" y="2923889"/>
              <a:ext cx="162145" cy="181604"/>
            </a:xfrm>
            <a:custGeom>
              <a:avLst/>
              <a:gdLst/>
              <a:ahLst/>
              <a:cxnLst>
                <a:cxn ang="0">
                  <a:pos x="236" y="0"/>
                </a:cxn>
                <a:cxn ang="0">
                  <a:pos x="171" y="15"/>
                </a:cxn>
                <a:cxn ang="0">
                  <a:pos x="135" y="80"/>
                </a:cxn>
                <a:cxn ang="0">
                  <a:pos x="95" y="150"/>
                </a:cxn>
                <a:cxn ang="0">
                  <a:pos x="82" y="211"/>
                </a:cxn>
                <a:cxn ang="0">
                  <a:pos x="59" y="231"/>
                </a:cxn>
                <a:cxn ang="0">
                  <a:pos x="55" y="256"/>
                </a:cxn>
                <a:cxn ang="0">
                  <a:pos x="2" y="281"/>
                </a:cxn>
                <a:cxn ang="0">
                  <a:pos x="8" y="298"/>
                </a:cxn>
                <a:cxn ang="0">
                  <a:pos x="37" y="296"/>
                </a:cxn>
                <a:cxn ang="0">
                  <a:pos x="0" y="332"/>
                </a:cxn>
                <a:cxn ang="0">
                  <a:pos x="33" y="366"/>
                </a:cxn>
                <a:cxn ang="0">
                  <a:pos x="112" y="357"/>
                </a:cxn>
                <a:cxn ang="0">
                  <a:pos x="148" y="369"/>
                </a:cxn>
                <a:cxn ang="0">
                  <a:pos x="193" y="351"/>
                </a:cxn>
                <a:cxn ang="0">
                  <a:pos x="210" y="374"/>
                </a:cxn>
                <a:cxn ang="0">
                  <a:pos x="250" y="354"/>
                </a:cxn>
                <a:cxn ang="0">
                  <a:pos x="255" y="399"/>
                </a:cxn>
                <a:cxn ang="0">
                  <a:pos x="281" y="402"/>
                </a:cxn>
                <a:cxn ang="0">
                  <a:pos x="318" y="363"/>
                </a:cxn>
                <a:cxn ang="0">
                  <a:pos x="326" y="397"/>
                </a:cxn>
                <a:cxn ang="0">
                  <a:pos x="314" y="422"/>
                </a:cxn>
                <a:cxn ang="0">
                  <a:pos x="343" y="427"/>
                </a:cxn>
                <a:cxn ang="0">
                  <a:pos x="353" y="449"/>
                </a:cxn>
                <a:cxn ang="0">
                  <a:pos x="393" y="449"/>
                </a:cxn>
                <a:cxn ang="0">
                  <a:pos x="401" y="346"/>
                </a:cxn>
                <a:cxn ang="0">
                  <a:pos x="359" y="324"/>
                </a:cxn>
                <a:cxn ang="0">
                  <a:pos x="388" y="316"/>
                </a:cxn>
                <a:cxn ang="0">
                  <a:pos x="396" y="273"/>
                </a:cxn>
                <a:cxn ang="0">
                  <a:pos x="328" y="288"/>
                </a:cxn>
                <a:cxn ang="0">
                  <a:pos x="340" y="211"/>
                </a:cxn>
                <a:cxn ang="0">
                  <a:pos x="289" y="200"/>
                </a:cxn>
                <a:cxn ang="0">
                  <a:pos x="244" y="218"/>
                </a:cxn>
                <a:cxn ang="0">
                  <a:pos x="244" y="195"/>
                </a:cxn>
                <a:cxn ang="0">
                  <a:pos x="210" y="189"/>
                </a:cxn>
                <a:cxn ang="0">
                  <a:pos x="216" y="153"/>
                </a:cxn>
                <a:cxn ang="0">
                  <a:pos x="188" y="147"/>
                </a:cxn>
                <a:cxn ang="0">
                  <a:pos x="157" y="183"/>
                </a:cxn>
                <a:cxn ang="0">
                  <a:pos x="152" y="161"/>
                </a:cxn>
                <a:cxn ang="0">
                  <a:pos x="236" y="0"/>
                </a:cxn>
              </a:cxnLst>
              <a:rect l="0" t="0" r="r" b="b"/>
              <a:pathLst>
                <a:path w="401" h="449">
                  <a:moveTo>
                    <a:pt x="236" y="0"/>
                  </a:moveTo>
                  <a:lnTo>
                    <a:pt x="171" y="15"/>
                  </a:lnTo>
                  <a:lnTo>
                    <a:pt x="135" y="80"/>
                  </a:lnTo>
                  <a:lnTo>
                    <a:pt x="95" y="150"/>
                  </a:lnTo>
                  <a:lnTo>
                    <a:pt x="82" y="211"/>
                  </a:lnTo>
                  <a:lnTo>
                    <a:pt x="59" y="231"/>
                  </a:lnTo>
                  <a:lnTo>
                    <a:pt x="55" y="256"/>
                  </a:lnTo>
                  <a:lnTo>
                    <a:pt x="2" y="281"/>
                  </a:lnTo>
                  <a:lnTo>
                    <a:pt x="8" y="298"/>
                  </a:lnTo>
                  <a:lnTo>
                    <a:pt x="37" y="296"/>
                  </a:lnTo>
                  <a:lnTo>
                    <a:pt x="0" y="332"/>
                  </a:lnTo>
                  <a:lnTo>
                    <a:pt x="33" y="366"/>
                  </a:lnTo>
                  <a:lnTo>
                    <a:pt x="112" y="357"/>
                  </a:lnTo>
                  <a:lnTo>
                    <a:pt x="148" y="369"/>
                  </a:lnTo>
                  <a:lnTo>
                    <a:pt x="193" y="351"/>
                  </a:lnTo>
                  <a:lnTo>
                    <a:pt x="210" y="374"/>
                  </a:lnTo>
                  <a:lnTo>
                    <a:pt x="250" y="354"/>
                  </a:lnTo>
                  <a:lnTo>
                    <a:pt x="255" y="399"/>
                  </a:lnTo>
                  <a:lnTo>
                    <a:pt x="281" y="402"/>
                  </a:lnTo>
                  <a:lnTo>
                    <a:pt x="318" y="363"/>
                  </a:lnTo>
                  <a:lnTo>
                    <a:pt x="326" y="397"/>
                  </a:lnTo>
                  <a:lnTo>
                    <a:pt x="314" y="422"/>
                  </a:lnTo>
                  <a:lnTo>
                    <a:pt x="343" y="427"/>
                  </a:lnTo>
                  <a:lnTo>
                    <a:pt x="353" y="449"/>
                  </a:lnTo>
                  <a:lnTo>
                    <a:pt x="393" y="449"/>
                  </a:lnTo>
                  <a:lnTo>
                    <a:pt x="401" y="346"/>
                  </a:lnTo>
                  <a:lnTo>
                    <a:pt x="359" y="324"/>
                  </a:lnTo>
                  <a:lnTo>
                    <a:pt x="388" y="316"/>
                  </a:lnTo>
                  <a:lnTo>
                    <a:pt x="396" y="273"/>
                  </a:lnTo>
                  <a:lnTo>
                    <a:pt x="328" y="288"/>
                  </a:lnTo>
                  <a:lnTo>
                    <a:pt x="340" y="211"/>
                  </a:lnTo>
                  <a:lnTo>
                    <a:pt x="289" y="200"/>
                  </a:lnTo>
                  <a:lnTo>
                    <a:pt x="244" y="218"/>
                  </a:lnTo>
                  <a:lnTo>
                    <a:pt x="244" y="195"/>
                  </a:lnTo>
                  <a:lnTo>
                    <a:pt x="210" y="189"/>
                  </a:lnTo>
                  <a:lnTo>
                    <a:pt x="216" y="153"/>
                  </a:lnTo>
                  <a:lnTo>
                    <a:pt x="188" y="147"/>
                  </a:lnTo>
                  <a:lnTo>
                    <a:pt x="157" y="183"/>
                  </a:lnTo>
                  <a:lnTo>
                    <a:pt x="152" y="161"/>
                  </a:lnTo>
                  <a:lnTo>
                    <a:pt x="236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 316"/>
            <p:cNvSpPr>
              <a:spLocks/>
            </p:cNvSpPr>
            <p:nvPr/>
          </p:nvSpPr>
          <p:spPr bwMode="auto">
            <a:xfrm>
              <a:off x="2906677" y="3090898"/>
              <a:ext cx="25944" cy="43779"/>
            </a:xfrm>
            <a:custGeom>
              <a:avLst/>
              <a:gdLst/>
              <a:ahLst/>
              <a:cxnLst>
                <a:cxn ang="0">
                  <a:pos x="10" y="109"/>
                </a:cxn>
                <a:cxn ang="0">
                  <a:pos x="0" y="76"/>
                </a:cxn>
                <a:cxn ang="0">
                  <a:pos x="25" y="42"/>
                </a:cxn>
                <a:cxn ang="0">
                  <a:pos x="42" y="0"/>
                </a:cxn>
                <a:cxn ang="0">
                  <a:pos x="64" y="5"/>
                </a:cxn>
                <a:cxn ang="0">
                  <a:pos x="58" y="45"/>
                </a:cxn>
                <a:cxn ang="0">
                  <a:pos x="30" y="86"/>
                </a:cxn>
                <a:cxn ang="0">
                  <a:pos x="10" y="109"/>
                </a:cxn>
              </a:cxnLst>
              <a:rect l="0" t="0" r="r" b="b"/>
              <a:pathLst>
                <a:path w="64" h="109">
                  <a:moveTo>
                    <a:pt x="10" y="109"/>
                  </a:moveTo>
                  <a:lnTo>
                    <a:pt x="0" y="76"/>
                  </a:lnTo>
                  <a:lnTo>
                    <a:pt x="25" y="42"/>
                  </a:lnTo>
                  <a:lnTo>
                    <a:pt x="42" y="0"/>
                  </a:lnTo>
                  <a:lnTo>
                    <a:pt x="64" y="5"/>
                  </a:lnTo>
                  <a:lnTo>
                    <a:pt x="58" y="45"/>
                  </a:lnTo>
                  <a:lnTo>
                    <a:pt x="30" y="86"/>
                  </a:lnTo>
                  <a:lnTo>
                    <a:pt x="10" y="10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 317"/>
            <p:cNvSpPr>
              <a:spLocks/>
            </p:cNvSpPr>
            <p:nvPr/>
          </p:nvSpPr>
          <p:spPr bwMode="auto">
            <a:xfrm>
              <a:off x="2922891" y="3121705"/>
              <a:ext cx="21078" cy="19457"/>
            </a:xfrm>
            <a:custGeom>
              <a:avLst/>
              <a:gdLst/>
              <a:ahLst/>
              <a:cxnLst>
                <a:cxn ang="0">
                  <a:pos x="0" y="47"/>
                </a:cxn>
                <a:cxn ang="0">
                  <a:pos x="7" y="30"/>
                </a:cxn>
                <a:cxn ang="0">
                  <a:pos x="23" y="0"/>
                </a:cxn>
                <a:cxn ang="0">
                  <a:pos x="54" y="0"/>
                </a:cxn>
                <a:cxn ang="0">
                  <a:pos x="54" y="22"/>
                </a:cxn>
                <a:cxn ang="0">
                  <a:pos x="23" y="47"/>
                </a:cxn>
                <a:cxn ang="0">
                  <a:pos x="0" y="47"/>
                </a:cxn>
              </a:cxnLst>
              <a:rect l="0" t="0" r="r" b="b"/>
              <a:pathLst>
                <a:path w="54" h="47">
                  <a:moveTo>
                    <a:pt x="0" y="47"/>
                  </a:moveTo>
                  <a:lnTo>
                    <a:pt x="7" y="30"/>
                  </a:lnTo>
                  <a:lnTo>
                    <a:pt x="23" y="0"/>
                  </a:lnTo>
                  <a:lnTo>
                    <a:pt x="54" y="0"/>
                  </a:lnTo>
                  <a:lnTo>
                    <a:pt x="54" y="22"/>
                  </a:lnTo>
                  <a:lnTo>
                    <a:pt x="23" y="47"/>
                  </a:lnTo>
                  <a:lnTo>
                    <a:pt x="0" y="4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 318"/>
            <p:cNvSpPr>
              <a:spLocks/>
            </p:cNvSpPr>
            <p:nvPr/>
          </p:nvSpPr>
          <p:spPr bwMode="auto">
            <a:xfrm>
              <a:off x="2838577" y="3090898"/>
              <a:ext cx="51886" cy="34051"/>
            </a:xfrm>
            <a:custGeom>
              <a:avLst/>
              <a:gdLst/>
              <a:ahLst/>
              <a:cxnLst>
                <a:cxn ang="0">
                  <a:pos x="126" y="47"/>
                </a:cxn>
                <a:cxn ang="0">
                  <a:pos x="39" y="53"/>
                </a:cxn>
                <a:cxn ang="0">
                  <a:pos x="25" y="30"/>
                </a:cxn>
                <a:cxn ang="0">
                  <a:pos x="23" y="2"/>
                </a:cxn>
                <a:cxn ang="0">
                  <a:pos x="0" y="0"/>
                </a:cxn>
                <a:cxn ang="0">
                  <a:pos x="0" y="42"/>
                </a:cxn>
                <a:cxn ang="0">
                  <a:pos x="59" y="78"/>
                </a:cxn>
                <a:cxn ang="0">
                  <a:pos x="112" y="81"/>
                </a:cxn>
                <a:cxn ang="0">
                  <a:pos x="126" y="47"/>
                </a:cxn>
              </a:cxnLst>
              <a:rect l="0" t="0" r="r" b="b"/>
              <a:pathLst>
                <a:path w="126" h="81">
                  <a:moveTo>
                    <a:pt x="126" y="47"/>
                  </a:moveTo>
                  <a:lnTo>
                    <a:pt x="39" y="53"/>
                  </a:lnTo>
                  <a:lnTo>
                    <a:pt x="25" y="30"/>
                  </a:lnTo>
                  <a:lnTo>
                    <a:pt x="23" y="2"/>
                  </a:lnTo>
                  <a:lnTo>
                    <a:pt x="0" y="0"/>
                  </a:lnTo>
                  <a:lnTo>
                    <a:pt x="0" y="42"/>
                  </a:lnTo>
                  <a:lnTo>
                    <a:pt x="59" y="78"/>
                  </a:lnTo>
                  <a:lnTo>
                    <a:pt x="112" y="81"/>
                  </a:lnTo>
                  <a:lnTo>
                    <a:pt x="126" y="4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 319"/>
            <p:cNvSpPr>
              <a:spLocks/>
            </p:cNvSpPr>
            <p:nvPr/>
          </p:nvSpPr>
          <p:spPr bwMode="auto">
            <a:xfrm>
              <a:off x="2895325" y="3066576"/>
              <a:ext cx="16214" cy="1621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8" y="15"/>
                </a:cxn>
                <a:cxn ang="0">
                  <a:pos x="25" y="0"/>
                </a:cxn>
                <a:cxn ang="0">
                  <a:pos x="41" y="0"/>
                </a:cxn>
                <a:cxn ang="0">
                  <a:pos x="38" y="15"/>
                </a:cxn>
                <a:cxn ang="0">
                  <a:pos x="18" y="20"/>
                </a:cxn>
                <a:cxn ang="0">
                  <a:pos x="10" y="43"/>
                </a:cxn>
                <a:cxn ang="0">
                  <a:pos x="0" y="43"/>
                </a:cxn>
              </a:cxnLst>
              <a:rect l="0" t="0" r="r" b="b"/>
              <a:pathLst>
                <a:path w="41" h="43">
                  <a:moveTo>
                    <a:pt x="0" y="43"/>
                  </a:moveTo>
                  <a:lnTo>
                    <a:pt x="8" y="15"/>
                  </a:lnTo>
                  <a:lnTo>
                    <a:pt x="25" y="0"/>
                  </a:lnTo>
                  <a:lnTo>
                    <a:pt x="41" y="0"/>
                  </a:lnTo>
                  <a:lnTo>
                    <a:pt x="38" y="15"/>
                  </a:lnTo>
                  <a:lnTo>
                    <a:pt x="18" y="20"/>
                  </a:lnTo>
                  <a:lnTo>
                    <a:pt x="10" y="43"/>
                  </a:lnTo>
                  <a:lnTo>
                    <a:pt x="0" y="4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 320"/>
            <p:cNvSpPr>
              <a:spLocks/>
            </p:cNvSpPr>
            <p:nvPr/>
          </p:nvSpPr>
          <p:spPr bwMode="auto">
            <a:xfrm>
              <a:off x="2848305" y="2985503"/>
              <a:ext cx="56750" cy="34051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5" y="0"/>
                </a:cxn>
                <a:cxn ang="0">
                  <a:pos x="50" y="5"/>
                </a:cxn>
                <a:cxn ang="0">
                  <a:pos x="143" y="73"/>
                </a:cxn>
                <a:cxn ang="0">
                  <a:pos x="126" y="86"/>
                </a:cxn>
                <a:cxn ang="0">
                  <a:pos x="66" y="84"/>
                </a:cxn>
                <a:cxn ang="0">
                  <a:pos x="18" y="56"/>
                </a:cxn>
                <a:cxn ang="0">
                  <a:pos x="0" y="23"/>
                </a:cxn>
              </a:cxnLst>
              <a:rect l="0" t="0" r="r" b="b"/>
              <a:pathLst>
                <a:path w="143" h="86">
                  <a:moveTo>
                    <a:pt x="0" y="23"/>
                  </a:moveTo>
                  <a:lnTo>
                    <a:pt x="25" y="0"/>
                  </a:lnTo>
                  <a:lnTo>
                    <a:pt x="50" y="5"/>
                  </a:lnTo>
                  <a:lnTo>
                    <a:pt x="143" y="73"/>
                  </a:lnTo>
                  <a:lnTo>
                    <a:pt x="126" y="86"/>
                  </a:lnTo>
                  <a:lnTo>
                    <a:pt x="66" y="84"/>
                  </a:lnTo>
                  <a:lnTo>
                    <a:pt x="18" y="56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 321"/>
            <p:cNvSpPr>
              <a:spLocks/>
            </p:cNvSpPr>
            <p:nvPr/>
          </p:nvSpPr>
          <p:spPr bwMode="auto">
            <a:xfrm>
              <a:off x="1398725" y="3027660"/>
              <a:ext cx="1374992" cy="723168"/>
            </a:xfrm>
            <a:custGeom>
              <a:avLst/>
              <a:gdLst/>
              <a:ahLst/>
              <a:cxnLst>
                <a:cxn ang="0">
                  <a:pos x="684" y="1307"/>
                </a:cxn>
                <a:cxn ang="0">
                  <a:pos x="980" y="1351"/>
                </a:cxn>
                <a:cxn ang="0">
                  <a:pos x="1162" y="1383"/>
                </a:cxn>
                <a:cxn ang="0">
                  <a:pos x="1255" y="1501"/>
                </a:cxn>
                <a:cxn ang="0">
                  <a:pos x="1339" y="1449"/>
                </a:cxn>
                <a:cxn ang="0">
                  <a:pos x="1580" y="1708"/>
                </a:cxn>
                <a:cxn ang="0">
                  <a:pos x="1651" y="1625"/>
                </a:cxn>
                <a:cxn ang="0">
                  <a:pos x="1807" y="1490"/>
                </a:cxn>
                <a:cxn ang="0">
                  <a:pos x="1971" y="1469"/>
                </a:cxn>
                <a:cxn ang="0">
                  <a:pos x="2124" y="1525"/>
                </a:cxn>
                <a:cxn ang="0">
                  <a:pos x="2146" y="1440"/>
                </a:cxn>
                <a:cxn ang="0">
                  <a:pos x="2309" y="1427"/>
                </a:cxn>
                <a:cxn ang="0">
                  <a:pos x="2394" y="1455"/>
                </a:cxn>
                <a:cxn ang="0">
                  <a:pos x="2505" y="1533"/>
                </a:cxn>
                <a:cxn ang="0">
                  <a:pos x="2520" y="1645"/>
                </a:cxn>
                <a:cxn ang="0">
                  <a:pos x="2602" y="1783"/>
                </a:cxn>
                <a:cxn ang="0">
                  <a:pos x="2593" y="1488"/>
                </a:cxn>
                <a:cxn ang="0">
                  <a:pos x="2612" y="1286"/>
                </a:cxn>
                <a:cxn ang="0">
                  <a:pos x="2798" y="1151"/>
                </a:cxn>
                <a:cxn ang="0">
                  <a:pos x="2876" y="1053"/>
                </a:cxn>
                <a:cxn ang="0">
                  <a:pos x="2846" y="949"/>
                </a:cxn>
                <a:cxn ang="0">
                  <a:pos x="2873" y="778"/>
                </a:cxn>
                <a:cxn ang="0">
                  <a:pos x="2899" y="933"/>
                </a:cxn>
                <a:cxn ang="0">
                  <a:pos x="2921" y="787"/>
                </a:cxn>
                <a:cxn ang="0">
                  <a:pos x="3011" y="707"/>
                </a:cxn>
                <a:cxn ang="0">
                  <a:pos x="3031" y="629"/>
                </a:cxn>
                <a:cxn ang="0">
                  <a:pos x="3141" y="609"/>
                </a:cxn>
                <a:cxn ang="0">
                  <a:pos x="3182" y="590"/>
                </a:cxn>
                <a:cxn ang="0">
                  <a:pos x="3197" y="481"/>
                </a:cxn>
                <a:cxn ang="0">
                  <a:pos x="3284" y="413"/>
                </a:cxn>
                <a:cxn ang="0">
                  <a:pos x="3337" y="391"/>
                </a:cxn>
                <a:cxn ang="0">
                  <a:pos x="3348" y="164"/>
                </a:cxn>
                <a:cxn ang="0">
                  <a:pos x="3058" y="325"/>
                </a:cxn>
                <a:cxn ang="0">
                  <a:pos x="2860" y="409"/>
                </a:cxn>
                <a:cxn ang="0">
                  <a:pos x="2495" y="539"/>
                </a:cxn>
                <a:cxn ang="0">
                  <a:pos x="2371" y="168"/>
                </a:cxn>
                <a:cxn ang="0">
                  <a:pos x="1954" y="72"/>
                </a:cxn>
                <a:cxn ang="0">
                  <a:pos x="143" y="0"/>
                </a:cxn>
                <a:cxn ang="0">
                  <a:pos x="151" y="131"/>
                </a:cxn>
                <a:cxn ang="0">
                  <a:pos x="37" y="56"/>
                </a:cxn>
                <a:cxn ang="0">
                  <a:pos x="50" y="220"/>
                </a:cxn>
                <a:cxn ang="0">
                  <a:pos x="20" y="535"/>
                </a:cxn>
                <a:cxn ang="0">
                  <a:pos x="50" y="746"/>
                </a:cxn>
                <a:cxn ang="0">
                  <a:pos x="147" y="882"/>
                </a:cxn>
                <a:cxn ang="0">
                  <a:pos x="175" y="978"/>
                </a:cxn>
                <a:cxn ang="0">
                  <a:pos x="250" y="1139"/>
                </a:cxn>
                <a:cxn ang="0">
                  <a:pos x="358" y="1184"/>
                </a:cxn>
                <a:cxn ang="0">
                  <a:pos x="458" y="1280"/>
                </a:cxn>
              </a:cxnLst>
              <a:rect l="0" t="0" r="r" b="b"/>
              <a:pathLst>
                <a:path w="3393" h="1783">
                  <a:moveTo>
                    <a:pt x="458" y="1280"/>
                  </a:moveTo>
                  <a:lnTo>
                    <a:pt x="490" y="1269"/>
                  </a:lnTo>
                  <a:lnTo>
                    <a:pt x="594" y="1265"/>
                  </a:lnTo>
                  <a:lnTo>
                    <a:pt x="684" y="1307"/>
                  </a:lnTo>
                  <a:lnTo>
                    <a:pt x="766" y="1358"/>
                  </a:lnTo>
                  <a:lnTo>
                    <a:pt x="800" y="1364"/>
                  </a:lnTo>
                  <a:lnTo>
                    <a:pt x="926" y="1367"/>
                  </a:lnTo>
                  <a:lnTo>
                    <a:pt x="980" y="1351"/>
                  </a:lnTo>
                  <a:lnTo>
                    <a:pt x="994" y="1315"/>
                  </a:lnTo>
                  <a:lnTo>
                    <a:pt x="1048" y="1318"/>
                  </a:lnTo>
                  <a:lnTo>
                    <a:pt x="1108" y="1331"/>
                  </a:lnTo>
                  <a:lnTo>
                    <a:pt x="1162" y="1383"/>
                  </a:lnTo>
                  <a:lnTo>
                    <a:pt x="1183" y="1383"/>
                  </a:lnTo>
                  <a:lnTo>
                    <a:pt x="1204" y="1404"/>
                  </a:lnTo>
                  <a:lnTo>
                    <a:pt x="1208" y="1457"/>
                  </a:lnTo>
                  <a:lnTo>
                    <a:pt x="1255" y="1501"/>
                  </a:lnTo>
                  <a:lnTo>
                    <a:pt x="1294" y="1515"/>
                  </a:lnTo>
                  <a:lnTo>
                    <a:pt x="1308" y="1508"/>
                  </a:lnTo>
                  <a:lnTo>
                    <a:pt x="1301" y="1478"/>
                  </a:lnTo>
                  <a:lnTo>
                    <a:pt x="1339" y="1449"/>
                  </a:lnTo>
                  <a:lnTo>
                    <a:pt x="1427" y="1493"/>
                  </a:lnTo>
                  <a:lnTo>
                    <a:pt x="1505" y="1617"/>
                  </a:lnTo>
                  <a:lnTo>
                    <a:pt x="1514" y="1655"/>
                  </a:lnTo>
                  <a:lnTo>
                    <a:pt x="1580" y="1708"/>
                  </a:lnTo>
                  <a:lnTo>
                    <a:pt x="1637" y="1718"/>
                  </a:lnTo>
                  <a:lnTo>
                    <a:pt x="1637" y="1693"/>
                  </a:lnTo>
                  <a:lnTo>
                    <a:pt x="1633" y="1651"/>
                  </a:lnTo>
                  <a:lnTo>
                    <a:pt x="1651" y="1625"/>
                  </a:lnTo>
                  <a:lnTo>
                    <a:pt x="1659" y="1600"/>
                  </a:lnTo>
                  <a:lnTo>
                    <a:pt x="1718" y="1529"/>
                  </a:lnTo>
                  <a:lnTo>
                    <a:pt x="1777" y="1511"/>
                  </a:lnTo>
                  <a:lnTo>
                    <a:pt x="1807" y="1490"/>
                  </a:lnTo>
                  <a:lnTo>
                    <a:pt x="1848" y="1465"/>
                  </a:lnTo>
                  <a:lnTo>
                    <a:pt x="1882" y="1465"/>
                  </a:lnTo>
                  <a:lnTo>
                    <a:pt x="1941" y="1478"/>
                  </a:lnTo>
                  <a:lnTo>
                    <a:pt x="1971" y="1469"/>
                  </a:lnTo>
                  <a:lnTo>
                    <a:pt x="2026" y="1511"/>
                  </a:lnTo>
                  <a:lnTo>
                    <a:pt x="2055" y="1504"/>
                  </a:lnTo>
                  <a:lnTo>
                    <a:pt x="2097" y="1525"/>
                  </a:lnTo>
                  <a:lnTo>
                    <a:pt x="2124" y="1525"/>
                  </a:lnTo>
                  <a:lnTo>
                    <a:pt x="2126" y="1505"/>
                  </a:lnTo>
                  <a:lnTo>
                    <a:pt x="2101" y="1477"/>
                  </a:lnTo>
                  <a:lnTo>
                    <a:pt x="2104" y="1445"/>
                  </a:lnTo>
                  <a:lnTo>
                    <a:pt x="2146" y="1440"/>
                  </a:lnTo>
                  <a:lnTo>
                    <a:pt x="2203" y="1423"/>
                  </a:lnTo>
                  <a:lnTo>
                    <a:pt x="2216" y="1435"/>
                  </a:lnTo>
                  <a:lnTo>
                    <a:pt x="2273" y="1423"/>
                  </a:lnTo>
                  <a:lnTo>
                    <a:pt x="2309" y="1427"/>
                  </a:lnTo>
                  <a:lnTo>
                    <a:pt x="2343" y="1443"/>
                  </a:lnTo>
                  <a:lnTo>
                    <a:pt x="2357" y="1468"/>
                  </a:lnTo>
                  <a:lnTo>
                    <a:pt x="2382" y="1474"/>
                  </a:lnTo>
                  <a:lnTo>
                    <a:pt x="2394" y="1455"/>
                  </a:lnTo>
                  <a:lnTo>
                    <a:pt x="2422" y="1449"/>
                  </a:lnTo>
                  <a:lnTo>
                    <a:pt x="2455" y="1465"/>
                  </a:lnTo>
                  <a:lnTo>
                    <a:pt x="2484" y="1508"/>
                  </a:lnTo>
                  <a:lnTo>
                    <a:pt x="2505" y="1533"/>
                  </a:lnTo>
                  <a:lnTo>
                    <a:pt x="2505" y="1553"/>
                  </a:lnTo>
                  <a:lnTo>
                    <a:pt x="2497" y="1563"/>
                  </a:lnTo>
                  <a:lnTo>
                    <a:pt x="2500" y="1620"/>
                  </a:lnTo>
                  <a:lnTo>
                    <a:pt x="2520" y="1645"/>
                  </a:lnTo>
                  <a:lnTo>
                    <a:pt x="2525" y="1690"/>
                  </a:lnTo>
                  <a:lnTo>
                    <a:pt x="2562" y="1729"/>
                  </a:lnTo>
                  <a:lnTo>
                    <a:pt x="2582" y="1780"/>
                  </a:lnTo>
                  <a:lnTo>
                    <a:pt x="2602" y="1783"/>
                  </a:lnTo>
                  <a:lnTo>
                    <a:pt x="2635" y="1768"/>
                  </a:lnTo>
                  <a:lnTo>
                    <a:pt x="2646" y="1678"/>
                  </a:lnTo>
                  <a:lnTo>
                    <a:pt x="2620" y="1578"/>
                  </a:lnTo>
                  <a:lnTo>
                    <a:pt x="2593" y="1488"/>
                  </a:lnTo>
                  <a:lnTo>
                    <a:pt x="2570" y="1440"/>
                  </a:lnTo>
                  <a:lnTo>
                    <a:pt x="2570" y="1375"/>
                  </a:lnTo>
                  <a:lnTo>
                    <a:pt x="2607" y="1314"/>
                  </a:lnTo>
                  <a:lnTo>
                    <a:pt x="2612" y="1286"/>
                  </a:lnTo>
                  <a:lnTo>
                    <a:pt x="2638" y="1284"/>
                  </a:lnTo>
                  <a:lnTo>
                    <a:pt x="2725" y="1199"/>
                  </a:lnTo>
                  <a:lnTo>
                    <a:pt x="2770" y="1191"/>
                  </a:lnTo>
                  <a:lnTo>
                    <a:pt x="2798" y="1151"/>
                  </a:lnTo>
                  <a:lnTo>
                    <a:pt x="2823" y="1131"/>
                  </a:lnTo>
                  <a:lnTo>
                    <a:pt x="2834" y="1096"/>
                  </a:lnTo>
                  <a:lnTo>
                    <a:pt x="2871" y="1073"/>
                  </a:lnTo>
                  <a:lnTo>
                    <a:pt x="2876" y="1053"/>
                  </a:lnTo>
                  <a:lnTo>
                    <a:pt x="2854" y="1028"/>
                  </a:lnTo>
                  <a:lnTo>
                    <a:pt x="2868" y="1008"/>
                  </a:lnTo>
                  <a:lnTo>
                    <a:pt x="2865" y="983"/>
                  </a:lnTo>
                  <a:lnTo>
                    <a:pt x="2846" y="949"/>
                  </a:lnTo>
                  <a:lnTo>
                    <a:pt x="2846" y="868"/>
                  </a:lnTo>
                  <a:lnTo>
                    <a:pt x="2823" y="820"/>
                  </a:lnTo>
                  <a:lnTo>
                    <a:pt x="2840" y="780"/>
                  </a:lnTo>
                  <a:lnTo>
                    <a:pt x="2873" y="778"/>
                  </a:lnTo>
                  <a:lnTo>
                    <a:pt x="2865" y="823"/>
                  </a:lnTo>
                  <a:lnTo>
                    <a:pt x="2873" y="885"/>
                  </a:lnTo>
                  <a:lnTo>
                    <a:pt x="2885" y="923"/>
                  </a:lnTo>
                  <a:lnTo>
                    <a:pt x="2899" y="933"/>
                  </a:lnTo>
                  <a:lnTo>
                    <a:pt x="2924" y="882"/>
                  </a:lnTo>
                  <a:lnTo>
                    <a:pt x="2930" y="828"/>
                  </a:lnTo>
                  <a:lnTo>
                    <a:pt x="2910" y="798"/>
                  </a:lnTo>
                  <a:lnTo>
                    <a:pt x="2921" y="787"/>
                  </a:lnTo>
                  <a:lnTo>
                    <a:pt x="2944" y="805"/>
                  </a:lnTo>
                  <a:lnTo>
                    <a:pt x="2974" y="778"/>
                  </a:lnTo>
                  <a:lnTo>
                    <a:pt x="2983" y="745"/>
                  </a:lnTo>
                  <a:lnTo>
                    <a:pt x="3011" y="707"/>
                  </a:lnTo>
                  <a:lnTo>
                    <a:pt x="3006" y="680"/>
                  </a:lnTo>
                  <a:lnTo>
                    <a:pt x="2994" y="672"/>
                  </a:lnTo>
                  <a:lnTo>
                    <a:pt x="3019" y="660"/>
                  </a:lnTo>
                  <a:lnTo>
                    <a:pt x="3031" y="629"/>
                  </a:lnTo>
                  <a:lnTo>
                    <a:pt x="3054" y="627"/>
                  </a:lnTo>
                  <a:lnTo>
                    <a:pt x="3079" y="640"/>
                  </a:lnTo>
                  <a:lnTo>
                    <a:pt x="3109" y="632"/>
                  </a:lnTo>
                  <a:lnTo>
                    <a:pt x="3141" y="609"/>
                  </a:lnTo>
                  <a:lnTo>
                    <a:pt x="3160" y="632"/>
                  </a:lnTo>
                  <a:lnTo>
                    <a:pt x="3191" y="624"/>
                  </a:lnTo>
                  <a:lnTo>
                    <a:pt x="3214" y="601"/>
                  </a:lnTo>
                  <a:lnTo>
                    <a:pt x="3182" y="590"/>
                  </a:lnTo>
                  <a:lnTo>
                    <a:pt x="3182" y="564"/>
                  </a:lnTo>
                  <a:lnTo>
                    <a:pt x="3164" y="545"/>
                  </a:lnTo>
                  <a:lnTo>
                    <a:pt x="3191" y="503"/>
                  </a:lnTo>
                  <a:lnTo>
                    <a:pt x="3197" y="481"/>
                  </a:lnTo>
                  <a:lnTo>
                    <a:pt x="3219" y="449"/>
                  </a:lnTo>
                  <a:lnTo>
                    <a:pt x="3222" y="427"/>
                  </a:lnTo>
                  <a:lnTo>
                    <a:pt x="3272" y="427"/>
                  </a:lnTo>
                  <a:lnTo>
                    <a:pt x="3284" y="413"/>
                  </a:lnTo>
                  <a:lnTo>
                    <a:pt x="3292" y="388"/>
                  </a:lnTo>
                  <a:lnTo>
                    <a:pt x="3300" y="382"/>
                  </a:lnTo>
                  <a:lnTo>
                    <a:pt x="3312" y="394"/>
                  </a:lnTo>
                  <a:lnTo>
                    <a:pt x="3337" y="391"/>
                  </a:lnTo>
                  <a:lnTo>
                    <a:pt x="3393" y="358"/>
                  </a:lnTo>
                  <a:lnTo>
                    <a:pt x="3386" y="299"/>
                  </a:lnTo>
                  <a:lnTo>
                    <a:pt x="3348" y="241"/>
                  </a:lnTo>
                  <a:lnTo>
                    <a:pt x="3348" y="164"/>
                  </a:lnTo>
                  <a:lnTo>
                    <a:pt x="3276" y="135"/>
                  </a:lnTo>
                  <a:lnTo>
                    <a:pt x="3243" y="152"/>
                  </a:lnTo>
                  <a:lnTo>
                    <a:pt x="3164" y="303"/>
                  </a:lnTo>
                  <a:lnTo>
                    <a:pt x="3058" y="325"/>
                  </a:lnTo>
                  <a:lnTo>
                    <a:pt x="3024" y="317"/>
                  </a:lnTo>
                  <a:lnTo>
                    <a:pt x="2969" y="317"/>
                  </a:lnTo>
                  <a:lnTo>
                    <a:pt x="2936" y="346"/>
                  </a:lnTo>
                  <a:lnTo>
                    <a:pt x="2860" y="409"/>
                  </a:lnTo>
                  <a:lnTo>
                    <a:pt x="2704" y="464"/>
                  </a:lnTo>
                  <a:lnTo>
                    <a:pt x="2683" y="514"/>
                  </a:lnTo>
                  <a:lnTo>
                    <a:pt x="2514" y="594"/>
                  </a:lnTo>
                  <a:lnTo>
                    <a:pt x="2495" y="539"/>
                  </a:lnTo>
                  <a:lnTo>
                    <a:pt x="2526" y="443"/>
                  </a:lnTo>
                  <a:lnTo>
                    <a:pt x="2522" y="367"/>
                  </a:lnTo>
                  <a:lnTo>
                    <a:pt x="2414" y="253"/>
                  </a:lnTo>
                  <a:lnTo>
                    <a:pt x="2371" y="168"/>
                  </a:lnTo>
                  <a:lnTo>
                    <a:pt x="2186" y="72"/>
                  </a:lnTo>
                  <a:lnTo>
                    <a:pt x="2072" y="81"/>
                  </a:lnTo>
                  <a:lnTo>
                    <a:pt x="2026" y="68"/>
                  </a:lnTo>
                  <a:lnTo>
                    <a:pt x="1954" y="72"/>
                  </a:lnTo>
                  <a:lnTo>
                    <a:pt x="1900" y="46"/>
                  </a:lnTo>
                  <a:lnTo>
                    <a:pt x="1832" y="35"/>
                  </a:lnTo>
                  <a:lnTo>
                    <a:pt x="1782" y="0"/>
                  </a:lnTo>
                  <a:lnTo>
                    <a:pt x="143" y="0"/>
                  </a:lnTo>
                  <a:lnTo>
                    <a:pt x="138" y="0"/>
                  </a:lnTo>
                  <a:lnTo>
                    <a:pt x="144" y="54"/>
                  </a:lnTo>
                  <a:lnTo>
                    <a:pt x="159" y="93"/>
                  </a:lnTo>
                  <a:lnTo>
                    <a:pt x="151" y="131"/>
                  </a:lnTo>
                  <a:lnTo>
                    <a:pt x="130" y="131"/>
                  </a:lnTo>
                  <a:lnTo>
                    <a:pt x="138" y="64"/>
                  </a:lnTo>
                  <a:lnTo>
                    <a:pt x="76" y="68"/>
                  </a:lnTo>
                  <a:lnTo>
                    <a:pt x="37" y="56"/>
                  </a:lnTo>
                  <a:lnTo>
                    <a:pt x="8" y="56"/>
                  </a:lnTo>
                  <a:lnTo>
                    <a:pt x="0" y="77"/>
                  </a:lnTo>
                  <a:lnTo>
                    <a:pt x="41" y="152"/>
                  </a:lnTo>
                  <a:lnTo>
                    <a:pt x="50" y="220"/>
                  </a:lnTo>
                  <a:lnTo>
                    <a:pt x="37" y="292"/>
                  </a:lnTo>
                  <a:lnTo>
                    <a:pt x="41" y="400"/>
                  </a:lnTo>
                  <a:lnTo>
                    <a:pt x="12" y="485"/>
                  </a:lnTo>
                  <a:lnTo>
                    <a:pt x="20" y="535"/>
                  </a:lnTo>
                  <a:lnTo>
                    <a:pt x="41" y="615"/>
                  </a:lnTo>
                  <a:lnTo>
                    <a:pt x="37" y="670"/>
                  </a:lnTo>
                  <a:lnTo>
                    <a:pt x="29" y="711"/>
                  </a:lnTo>
                  <a:lnTo>
                    <a:pt x="50" y="746"/>
                  </a:lnTo>
                  <a:lnTo>
                    <a:pt x="54" y="792"/>
                  </a:lnTo>
                  <a:lnTo>
                    <a:pt x="97" y="825"/>
                  </a:lnTo>
                  <a:lnTo>
                    <a:pt x="109" y="876"/>
                  </a:lnTo>
                  <a:lnTo>
                    <a:pt x="147" y="882"/>
                  </a:lnTo>
                  <a:lnTo>
                    <a:pt x="158" y="893"/>
                  </a:lnTo>
                  <a:lnTo>
                    <a:pt x="147" y="921"/>
                  </a:lnTo>
                  <a:lnTo>
                    <a:pt x="155" y="958"/>
                  </a:lnTo>
                  <a:lnTo>
                    <a:pt x="175" y="978"/>
                  </a:lnTo>
                  <a:lnTo>
                    <a:pt x="178" y="1011"/>
                  </a:lnTo>
                  <a:lnTo>
                    <a:pt x="200" y="1039"/>
                  </a:lnTo>
                  <a:lnTo>
                    <a:pt x="240" y="1084"/>
                  </a:lnTo>
                  <a:lnTo>
                    <a:pt x="250" y="1139"/>
                  </a:lnTo>
                  <a:lnTo>
                    <a:pt x="282" y="1139"/>
                  </a:lnTo>
                  <a:lnTo>
                    <a:pt x="315" y="1151"/>
                  </a:lnTo>
                  <a:lnTo>
                    <a:pt x="340" y="1182"/>
                  </a:lnTo>
                  <a:lnTo>
                    <a:pt x="358" y="1184"/>
                  </a:lnTo>
                  <a:lnTo>
                    <a:pt x="378" y="1184"/>
                  </a:lnTo>
                  <a:lnTo>
                    <a:pt x="423" y="1209"/>
                  </a:lnTo>
                  <a:lnTo>
                    <a:pt x="441" y="1257"/>
                  </a:lnTo>
                  <a:lnTo>
                    <a:pt x="458" y="128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 322"/>
            <p:cNvSpPr>
              <a:spLocks/>
            </p:cNvSpPr>
            <p:nvPr/>
          </p:nvSpPr>
          <p:spPr bwMode="auto">
            <a:xfrm>
              <a:off x="1004711" y="1996418"/>
              <a:ext cx="2047896" cy="1271219"/>
            </a:xfrm>
            <a:custGeom>
              <a:avLst/>
              <a:gdLst/>
              <a:ahLst/>
              <a:cxnLst>
                <a:cxn ang="0">
                  <a:pos x="3382" y="2799"/>
                </a:cxn>
                <a:cxn ang="0">
                  <a:pos x="3992" y="2863"/>
                </a:cxn>
                <a:cxn ang="0">
                  <a:pos x="4403" y="2864"/>
                </a:cxn>
                <a:cxn ang="0">
                  <a:pos x="4493" y="2875"/>
                </a:cxn>
                <a:cxn ang="0">
                  <a:pos x="4597" y="2920"/>
                </a:cxn>
                <a:cxn ang="0">
                  <a:pos x="4571" y="2807"/>
                </a:cxn>
                <a:cxn ang="0">
                  <a:pos x="4420" y="2591"/>
                </a:cxn>
                <a:cxn ang="0">
                  <a:pos x="4280" y="2596"/>
                </a:cxn>
                <a:cxn ang="0">
                  <a:pos x="4240" y="2581"/>
                </a:cxn>
                <a:cxn ang="0">
                  <a:pos x="4634" y="2428"/>
                </a:cxn>
                <a:cxn ang="0">
                  <a:pos x="5050" y="2230"/>
                </a:cxn>
                <a:cxn ang="0">
                  <a:pos x="4859" y="2086"/>
                </a:cxn>
                <a:cxn ang="0">
                  <a:pos x="4906" y="1977"/>
                </a:cxn>
                <a:cxn ang="0">
                  <a:pos x="4681" y="1766"/>
                </a:cxn>
                <a:cxn ang="0">
                  <a:pos x="4566" y="1441"/>
                </a:cxn>
                <a:cxn ang="0">
                  <a:pos x="4423" y="1545"/>
                </a:cxn>
                <a:cxn ang="0">
                  <a:pos x="4190" y="1553"/>
                </a:cxn>
                <a:cxn ang="0">
                  <a:pos x="4194" y="1469"/>
                </a:cxn>
                <a:cxn ang="0">
                  <a:pos x="4218" y="1382"/>
                </a:cxn>
                <a:cxn ang="0">
                  <a:pos x="4075" y="1196"/>
                </a:cxn>
                <a:cxn ang="0">
                  <a:pos x="3776" y="1088"/>
                </a:cxn>
                <a:cxn ang="0">
                  <a:pos x="3751" y="1371"/>
                </a:cxn>
                <a:cxn ang="0">
                  <a:pos x="3802" y="1856"/>
                </a:cxn>
                <a:cxn ang="0">
                  <a:pos x="3676" y="2154"/>
                </a:cxn>
                <a:cxn ang="0">
                  <a:pos x="3587" y="2294"/>
                </a:cxn>
                <a:cxn ang="0">
                  <a:pos x="3465" y="1920"/>
                </a:cxn>
                <a:cxn ang="0">
                  <a:pos x="3129" y="1788"/>
                </a:cxn>
                <a:cxn ang="0">
                  <a:pos x="2850" y="1549"/>
                </a:cxn>
                <a:cxn ang="0">
                  <a:pos x="2829" y="1149"/>
                </a:cxn>
                <a:cxn ang="0">
                  <a:pos x="2972" y="969"/>
                </a:cxn>
                <a:cxn ang="0">
                  <a:pos x="3183" y="812"/>
                </a:cxn>
                <a:cxn ang="0">
                  <a:pos x="3191" y="708"/>
                </a:cxn>
                <a:cxn ang="0">
                  <a:pos x="3351" y="590"/>
                </a:cxn>
                <a:cxn ang="0">
                  <a:pos x="3474" y="534"/>
                </a:cxn>
                <a:cxn ang="0">
                  <a:pos x="3516" y="323"/>
                </a:cxn>
                <a:cxn ang="0">
                  <a:pos x="3364" y="220"/>
                </a:cxn>
                <a:cxn ang="0">
                  <a:pos x="3233" y="453"/>
                </a:cxn>
                <a:cxn ang="0">
                  <a:pos x="3082" y="290"/>
                </a:cxn>
                <a:cxn ang="0">
                  <a:pos x="2998" y="265"/>
                </a:cxn>
                <a:cxn ang="0">
                  <a:pos x="2858" y="66"/>
                </a:cxn>
                <a:cxn ang="0">
                  <a:pos x="2711" y="48"/>
                </a:cxn>
                <a:cxn ang="0">
                  <a:pos x="2665" y="212"/>
                </a:cxn>
                <a:cxn ang="0">
                  <a:pos x="2775" y="334"/>
                </a:cxn>
                <a:cxn ang="0">
                  <a:pos x="2729" y="453"/>
                </a:cxn>
                <a:cxn ang="0">
                  <a:pos x="2522" y="370"/>
                </a:cxn>
                <a:cxn ang="0">
                  <a:pos x="2164" y="398"/>
                </a:cxn>
                <a:cxn ang="0">
                  <a:pos x="2012" y="490"/>
                </a:cxn>
                <a:cxn ang="0">
                  <a:pos x="1836" y="412"/>
                </a:cxn>
                <a:cxn ang="0">
                  <a:pos x="1608" y="370"/>
                </a:cxn>
                <a:cxn ang="0">
                  <a:pos x="1136" y="223"/>
                </a:cxn>
                <a:cxn ang="0">
                  <a:pos x="984" y="195"/>
                </a:cxn>
                <a:cxn ang="0">
                  <a:pos x="783" y="182"/>
                </a:cxn>
                <a:cxn ang="0">
                  <a:pos x="512" y="304"/>
                </a:cxn>
                <a:cxn ang="0">
                  <a:pos x="673" y="212"/>
                </a:cxn>
                <a:cxn ang="0">
                  <a:pos x="420" y="270"/>
                </a:cxn>
                <a:cxn ang="0">
                  <a:pos x="280" y="337"/>
                </a:cxn>
                <a:cxn ang="0">
                  <a:pos x="76" y="1362"/>
                </a:cxn>
                <a:cxn ang="0">
                  <a:pos x="536" y="1761"/>
                </a:cxn>
                <a:cxn ang="0">
                  <a:pos x="694" y="2100"/>
                </a:cxn>
                <a:cxn ang="0">
                  <a:pos x="783" y="2328"/>
                </a:cxn>
                <a:cxn ang="0">
                  <a:pos x="1077" y="2530"/>
                </a:cxn>
              </a:cxnLst>
              <a:rect l="0" t="0" r="r" b="b"/>
              <a:pathLst>
                <a:path w="5050" h="3140">
                  <a:moveTo>
                    <a:pt x="1111" y="2546"/>
                  </a:moveTo>
                  <a:lnTo>
                    <a:pt x="2750" y="2546"/>
                  </a:lnTo>
                  <a:lnTo>
                    <a:pt x="2800" y="2581"/>
                  </a:lnTo>
                  <a:lnTo>
                    <a:pt x="2868" y="2592"/>
                  </a:lnTo>
                  <a:lnTo>
                    <a:pt x="2922" y="2618"/>
                  </a:lnTo>
                  <a:lnTo>
                    <a:pt x="2994" y="2614"/>
                  </a:lnTo>
                  <a:lnTo>
                    <a:pt x="3040" y="2627"/>
                  </a:lnTo>
                  <a:lnTo>
                    <a:pt x="3154" y="2618"/>
                  </a:lnTo>
                  <a:lnTo>
                    <a:pt x="3339" y="2714"/>
                  </a:lnTo>
                  <a:lnTo>
                    <a:pt x="3382" y="2799"/>
                  </a:lnTo>
                  <a:lnTo>
                    <a:pt x="3490" y="2913"/>
                  </a:lnTo>
                  <a:lnTo>
                    <a:pt x="3494" y="2989"/>
                  </a:lnTo>
                  <a:lnTo>
                    <a:pt x="3463" y="3085"/>
                  </a:lnTo>
                  <a:lnTo>
                    <a:pt x="3482" y="3140"/>
                  </a:lnTo>
                  <a:lnTo>
                    <a:pt x="3651" y="3060"/>
                  </a:lnTo>
                  <a:lnTo>
                    <a:pt x="3672" y="3010"/>
                  </a:lnTo>
                  <a:lnTo>
                    <a:pt x="3828" y="2955"/>
                  </a:lnTo>
                  <a:lnTo>
                    <a:pt x="3904" y="2892"/>
                  </a:lnTo>
                  <a:lnTo>
                    <a:pt x="3937" y="2863"/>
                  </a:lnTo>
                  <a:lnTo>
                    <a:pt x="3992" y="2863"/>
                  </a:lnTo>
                  <a:lnTo>
                    <a:pt x="4026" y="2871"/>
                  </a:lnTo>
                  <a:lnTo>
                    <a:pt x="4132" y="2849"/>
                  </a:lnTo>
                  <a:lnTo>
                    <a:pt x="4211" y="2698"/>
                  </a:lnTo>
                  <a:lnTo>
                    <a:pt x="4244" y="2681"/>
                  </a:lnTo>
                  <a:lnTo>
                    <a:pt x="4316" y="2710"/>
                  </a:lnTo>
                  <a:lnTo>
                    <a:pt x="4316" y="2787"/>
                  </a:lnTo>
                  <a:lnTo>
                    <a:pt x="4354" y="2845"/>
                  </a:lnTo>
                  <a:lnTo>
                    <a:pt x="4361" y="2904"/>
                  </a:lnTo>
                  <a:lnTo>
                    <a:pt x="4383" y="2892"/>
                  </a:lnTo>
                  <a:lnTo>
                    <a:pt x="4403" y="2864"/>
                  </a:lnTo>
                  <a:lnTo>
                    <a:pt x="4440" y="2855"/>
                  </a:lnTo>
                  <a:lnTo>
                    <a:pt x="4476" y="2832"/>
                  </a:lnTo>
                  <a:lnTo>
                    <a:pt x="4508" y="2814"/>
                  </a:lnTo>
                  <a:lnTo>
                    <a:pt x="4516" y="2822"/>
                  </a:lnTo>
                  <a:lnTo>
                    <a:pt x="4510" y="2841"/>
                  </a:lnTo>
                  <a:lnTo>
                    <a:pt x="4524" y="2847"/>
                  </a:lnTo>
                  <a:lnTo>
                    <a:pt x="4536" y="2841"/>
                  </a:lnTo>
                  <a:lnTo>
                    <a:pt x="4541" y="2852"/>
                  </a:lnTo>
                  <a:lnTo>
                    <a:pt x="4518" y="2875"/>
                  </a:lnTo>
                  <a:lnTo>
                    <a:pt x="4493" y="2875"/>
                  </a:lnTo>
                  <a:lnTo>
                    <a:pt x="4453" y="2920"/>
                  </a:lnTo>
                  <a:lnTo>
                    <a:pt x="4434" y="2925"/>
                  </a:lnTo>
                  <a:lnTo>
                    <a:pt x="4420" y="2977"/>
                  </a:lnTo>
                  <a:lnTo>
                    <a:pt x="4445" y="2998"/>
                  </a:lnTo>
                  <a:lnTo>
                    <a:pt x="4479" y="2995"/>
                  </a:lnTo>
                  <a:lnTo>
                    <a:pt x="4504" y="2973"/>
                  </a:lnTo>
                  <a:lnTo>
                    <a:pt x="4513" y="2957"/>
                  </a:lnTo>
                  <a:lnTo>
                    <a:pt x="4563" y="2900"/>
                  </a:lnTo>
                  <a:lnTo>
                    <a:pt x="4581" y="2917"/>
                  </a:lnTo>
                  <a:lnTo>
                    <a:pt x="4597" y="2920"/>
                  </a:lnTo>
                  <a:lnTo>
                    <a:pt x="4611" y="2906"/>
                  </a:lnTo>
                  <a:lnTo>
                    <a:pt x="4642" y="2900"/>
                  </a:lnTo>
                  <a:lnTo>
                    <a:pt x="4671" y="2897"/>
                  </a:lnTo>
                  <a:lnTo>
                    <a:pt x="4704" y="2867"/>
                  </a:lnTo>
                  <a:lnTo>
                    <a:pt x="4704" y="2836"/>
                  </a:lnTo>
                  <a:lnTo>
                    <a:pt x="4681" y="2839"/>
                  </a:lnTo>
                  <a:lnTo>
                    <a:pt x="4673" y="2816"/>
                  </a:lnTo>
                  <a:lnTo>
                    <a:pt x="4642" y="2830"/>
                  </a:lnTo>
                  <a:lnTo>
                    <a:pt x="4599" y="2827"/>
                  </a:lnTo>
                  <a:lnTo>
                    <a:pt x="4571" y="2807"/>
                  </a:lnTo>
                  <a:lnTo>
                    <a:pt x="4555" y="2789"/>
                  </a:lnTo>
                  <a:lnTo>
                    <a:pt x="4493" y="2743"/>
                  </a:lnTo>
                  <a:lnTo>
                    <a:pt x="4485" y="2687"/>
                  </a:lnTo>
                  <a:lnTo>
                    <a:pt x="4498" y="2671"/>
                  </a:lnTo>
                  <a:lnTo>
                    <a:pt x="4498" y="2641"/>
                  </a:lnTo>
                  <a:lnTo>
                    <a:pt x="4459" y="2651"/>
                  </a:lnTo>
                  <a:lnTo>
                    <a:pt x="4434" y="2634"/>
                  </a:lnTo>
                  <a:lnTo>
                    <a:pt x="4398" y="2623"/>
                  </a:lnTo>
                  <a:lnTo>
                    <a:pt x="4395" y="2608"/>
                  </a:lnTo>
                  <a:lnTo>
                    <a:pt x="4420" y="2591"/>
                  </a:lnTo>
                  <a:lnTo>
                    <a:pt x="4463" y="2600"/>
                  </a:lnTo>
                  <a:lnTo>
                    <a:pt x="4488" y="2614"/>
                  </a:lnTo>
                  <a:lnTo>
                    <a:pt x="4541" y="2569"/>
                  </a:lnTo>
                  <a:lnTo>
                    <a:pt x="4530" y="2543"/>
                  </a:lnTo>
                  <a:lnTo>
                    <a:pt x="4518" y="2538"/>
                  </a:lnTo>
                  <a:lnTo>
                    <a:pt x="4473" y="2501"/>
                  </a:lnTo>
                  <a:lnTo>
                    <a:pt x="4406" y="2508"/>
                  </a:lnTo>
                  <a:lnTo>
                    <a:pt x="4378" y="2538"/>
                  </a:lnTo>
                  <a:lnTo>
                    <a:pt x="4320" y="2555"/>
                  </a:lnTo>
                  <a:lnTo>
                    <a:pt x="4280" y="2596"/>
                  </a:lnTo>
                  <a:lnTo>
                    <a:pt x="4268" y="2600"/>
                  </a:lnTo>
                  <a:lnTo>
                    <a:pt x="4207" y="2664"/>
                  </a:lnTo>
                  <a:lnTo>
                    <a:pt x="4204" y="2687"/>
                  </a:lnTo>
                  <a:lnTo>
                    <a:pt x="4175" y="2698"/>
                  </a:lnTo>
                  <a:lnTo>
                    <a:pt x="4145" y="2734"/>
                  </a:lnTo>
                  <a:lnTo>
                    <a:pt x="4132" y="2729"/>
                  </a:lnTo>
                  <a:lnTo>
                    <a:pt x="4142" y="2673"/>
                  </a:lnTo>
                  <a:lnTo>
                    <a:pt x="4190" y="2636"/>
                  </a:lnTo>
                  <a:lnTo>
                    <a:pt x="4200" y="2616"/>
                  </a:lnTo>
                  <a:lnTo>
                    <a:pt x="4240" y="2581"/>
                  </a:lnTo>
                  <a:lnTo>
                    <a:pt x="4275" y="2521"/>
                  </a:lnTo>
                  <a:lnTo>
                    <a:pt x="4353" y="2508"/>
                  </a:lnTo>
                  <a:lnTo>
                    <a:pt x="4355" y="2479"/>
                  </a:lnTo>
                  <a:lnTo>
                    <a:pt x="4381" y="2463"/>
                  </a:lnTo>
                  <a:lnTo>
                    <a:pt x="4418" y="2420"/>
                  </a:lnTo>
                  <a:lnTo>
                    <a:pt x="4456" y="2423"/>
                  </a:lnTo>
                  <a:lnTo>
                    <a:pt x="4465" y="2431"/>
                  </a:lnTo>
                  <a:lnTo>
                    <a:pt x="4555" y="2423"/>
                  </a:lnTo>
                  <a:lnTo>
                    <a:pt x="4603" y="2412"/>
                  </a:lnTo>
                  <a:lnTo>
                    <a:pt x="4634" y="2428"/>
                  </a:lnTo>
                  <a:lnTo>
                    <a:pt x="4687" y="2420"/>
                  </a:lnTo>
                  <a:lnTo>
                    <a:pt x="4724" y="2428"/>
                  </a:lnTo>
                  <a:lnTo>
                    <a:pt x="4785" y="2428"/>
                  </a:lnTo>
                  <a:lnTo>
                    <a:pt x="4827" y="2406"/>
                  </a:lnTo>
                  <a:lnTo>
                    <a:pt x="4867" y="2333"/>
                  </a:lnTo>
                  <a:lnTo>
                    <a:pt x="4909" y="2310"/>
                  </a:lnTo>
                  <a:lnTo>
                    <a:pt x="4979" y="2297"/>
                  </a:lnTo>
                  <a:lnTo>
                    <a:pt x="5027" y="2257"/>
                  </a:lnTo>
                  <a:lnTo>
                    <a:pt x="5038" y="2255"/>
                  </a:lnTo>
                  <a:lnTo>
                    <a:pt x="5050" y="2230"/>
                  </a:lnTo>
                  <a:lnTo>
                    <a:pt x="5027" y="2184"/>
                  </a:lnTo>
                  <a:lnTo>
                    <a:pt x="5047" y="2154"/>
                  </a:lnTo>
                  <a:lnTo>
                    <a:pt x="5032" y="2097"/>
                  </a:lnTo>
                  <a:lnTo>
                    <a:pt x="4982" y="2079"/>
                  </a:lnTo>
                  <a:lnTo>
                    <a:pt x="4942" y="2104"/>
                  </a:lnTo>
                  <a:lnTo>
                    <a:pt x="4940" y="2086"/>
                  </a:lnTo>
                  <a:lnTo>
                    <a:pt x="4950" y="2044"/>
                  </a:lnTo>
                  <a:lnTo>
                    <a:pt x="4917" y="2041"/>
                  </a:lnTo>
                  <a:lnTo>
                    <a:pt x="4864" y="2072"/>
                  </a:lnTo>
                  <a:lnTo>
                    <a:pt x="4859" y="2086"/>
                  </a:lnTo>
                  <a:lnTo>
                    <a:pt x="4842" y="2086"/>
                  </a:lnTo>
                  <a:lnTo>
                    <a:pt x="4794" y="2126"/>
                  </a:lnTo>
                  <a:lnTo>
                    <a:pt x="4766" y="2122"/>
                  </a:lnTo>
                  <a:lnTo>
                    <a:pt x="4757" y="2086"/>
                  </a:lnTo>
                  <a:lnTo>
                    <a:pt x="4782" y="2092"/>
                  </a:lnTo>
                  <a:lnTo>
                    <a:pt x="4822" y="2069"/>
                  </a:lnTo>
                  <a:lnTo>
                    <a:pt x="4889" y="2031"/>
                  </a:lnTo>
                  <a:lnTo>
                    <a:pt x="4948" y="2011"/>
                  </a:lnTo>
                  <a:lnTo>
                    <a:pt x="4954" y="1988"/>
                  </a:lnTo>
                  <a:lnTo>
                    <a:pt x="4906" y="1977"/>
                  </a:lnTo>
                  <a:lnTo>
                    <a:pt x="4881" y="1957"/>
                  </a:lnTo>
                  <a:lnTo>
                    <a:pt x="4836" y="1941"/>
                  </a:lnTo>
                  <a:lnTo>
                    <a:pt x="4810" y="1949"/>
                  </a:lnTo>
                  <a:lnTo>
                    <a:pt x="4777" y="1926"/>
                  </a:lnTo>
                  <a:lnTo>
                    <a:pt x="4774" y="1901"/>
                  </a:lnTo>
                  <a:lnTo>
                    <a:pt x="4746" y="1853"/>
                  </a:lnTo>
                  <a:lnTo>
                    <a:pt x="4721" y="1843"/>
                  </a:lnTo>
                  <a:lnTo>
                    <a:pt x="4718" y="1831"/>
                  </a:lnTo>
                  <a:lnTo>
                    <a:pt x="4684" y="1818"/>
                  </a:lnTo>
                  <a:lnTo>
                    <a:pt x="4681" y="1766"/>
                  </a:lnTo>
                  <a:lnTo>
                    <a:pt x="4709" y="1750"/>
                  </a:lnTo>
                  <a:lnTo>
                    <a:pt x="4704" y="1725"/>
                  </a:lnTo>
                  <a:lnTo>
                    <a:pt x="4679" y="1716"/>
                  </a:lnTo>
                  <a:lnTo>
                    <a:pt x="4667" y="1652"/>
                  </a:lnTo>
                  <a:lnTo>
                    <a:pt x="4628" y="1618"/>
                  </a:lnTo>
                  <a:lnTo>
                    <a:pt x="4634" y="1582"/>
                  </a:lnTo>
                  <a:lnTo>
                    <a:pt x="4603" y="1565"/>
                  </a:lnTo>
                  <a:lnTo>
                    <a:pt x="4603" y="1508"/>
                  </a:lnTo>
                  <a:lnTo>
                    <a:pt x="4581" y="1508"/>
                  </a:lnTo>
                  <a:lnTo>
                    <a:pt x="4566" y="1441"/>
                  </a:lnTo>
                  <a:lnTo>
                    <a:pt x="4538" y="1416"/>
                  </a:lnTo>
                  <a:lnTo>
                    <a:pt x="4526" y="1362"/>
                  </a:lnTo>
                  <a:lnTo>
                    <a:pt x="4508" y="1354"/>
                  </a:lnTo>
                  <a:lnTo>
                    <a:pt x="4488" y="1387"/>
                  </a:lnTo>
                  <a:lnTo>
                    <a:pt x="4488" y="1412"/>
                  </a:lnTo>
                  <a:lnTo>
                    <a:pt x="4465" y="1429"/>
                  </a:lnTo>
                  <a:lnTo>
                    <a:pt x="4471" y="1477"/>
                  </a:lnTo>
                  <a:lnTo>
                    <a:pt x="4443" y="1545"/>
                  </a:lnTo>
                  <a:lnTo>
                    <a:pt x="4426" y="1562"/>
                  </a:lnTo>
                  <a:lnTo>
                    <a:pt x="4423" y="1545"/>
                  </a:lnTo>
                  <a:lnTo>
                    <a:pt x="4406" y="1542"/>
                  </a:lnTo>
                  <a:lnTo>
                    <a:pt x="4383" y="1547"/>
                  </a:lnTo>
                  <a:lnTo>
                    <a:pt x="4383" y="1579"/>
                  </a:lnTo>
                  <a:lnTo>
                    <a:pt x="4355" y="1595"/>
                  </a:lnTo>
                  <a:lnTo>
                    <a:pt x="4336" y="1618"/>
                  </a:lnTo>
                  <a:lnTo>
                    <a:pt x="4308" y="1598"/>
                  </a:lnTo>
                  <a:lnTo>
                    <a:pt x="4308" y="1570"/>
                  </a:lnTo>
                  <a:lnTo>
                    <a:pt x="4255" y="1517"/>
                  </a:lnTo>
                  <a:lnTo>
                    <a:pt x="4223" y="1545"/>
                  </a:lnTo>
                  <a:lnTo>
                    <a:pt x="4190" y="1553"/>
                  </a:lnTo>
                  <a:lnTo>
                    <a:pt x="4187" y="1542"/>
                  </a:lnTo>
                  <a:lnTo>
                    <a:pt x="4227" y="1517"/>
                  </a:lnTo>
                  <a:lnTo>
                    <a:pt x="4237" y="1497"/>
                  </a:lnTo>
                  <a:lnTo>
                    <a:pt x="4220" y="1486"/>
                  </a:lnTo>
                  <a:lnTo>
                    <a:pt x="4200" y="1486"/>
                  </a:lnTo>
                  <a:lnTo>
                    <a:pt x="4199" y="1482"/>
                  </a:lnTo>
                  <a:lnTo>
                    <a:pt x="4195" y="1476"/>
                  </a:lnTo>
                  <a:lnTo>
                    <a:pt x="4194" y="1473"/>
                  </a:lnTo>
                  <a:lnTo>
                    <a:pt x="4192" y="1471"/>
                  </a:lnTo>
                  <a:lnTo>
                    <a:pt x="4194" y="1469"/>
                  </a:lnTo>
                  <a:lnTo>
                    <a:pt x="4195" y="1469"/>
                  </a:lnTo>
                  <a:lnTo>
                    <a:pt x="4199" y="1469"/>
                  </a:lnTo>
                  <a:lnTo>
                    <a:pt x="4203" y="1468"/>
                  </a:lnTo>
                  <a:lnTo>
                    <a:pt x="4207" y="1465"/>
                  </a:lnTo>
                  <a:lnTo>
                    <a:pt x="4211" y="1463"/>
                  </a:lnTo>
                  <a:lnTo>
                    <a:pt x="4218" y="1457"/>
                  </a:lnTo>
                  <a:lnTo>
                    <a:pt x="4220" y="1455"/>
                  </a:lnTo>
                  <a:lnTo>
                    <a:pt x="4218" y="1427"/>
                  </a:lnTo>
                  <a:lnTo>
                    <a:pt x="4195" y="1404"/>
                  </a:lnTo>
                  <a:lnTo>
                    <a:pt x="4218" y="1382"/>
                  </a:lnTo>
                  <a:lnTo>
                    <a:pt x="4215" y="1329"/>
                  </a:lnTo>
                  <a:lnTo>
                    <a:pt x="4235" y="1312"/>
                  </a:lnTo>
                  <a:lnTo>
                    <a:pt x="4235" y="1281"/>
                  </a:lnTo>
                  <a:lnTo>
                    <a:pt x="4212" y="1276"/>
                  </a:lnTo>
                  <a:lnTo>
                    <a:pt x="4195" y="1284"/>
                  </a:lnTo>
                  <a:lnTo>
                    <a:pt x="4182" y="1267"/>
                  </a:lnTo>
                  <a:lnTo>
                    <a:pt x="4112" y="1264"/>
                  </a:lnTo>
                  <a:lnTo>
                    <a:pt x="4094" y="1236"/>
                  </a:lnTo>
                  <a:lnTo>
                    <a:pt x="4100" y="1206"/>
                  </a:lnTo>
                  <a:lnTo>
                    <a:pt x="4075" y="1196"/>
                  </a:lnTo>
                  <a:lnTo>
                    <a:pt x="4057" y="1155"/>
                  </a:lnTo>
                  <a:lnTo>
                    <a:pt x="4027" y="1143"/>
                  </a:lnTo>
                  <a:lnTo>
                    <a:pt x="4014" y="1123"/>
                  </a:lnTo>
                  <a:lnTo>
                    <a:pt x="3982" y="1104"/>
                  </a:lnTo>
                  <a:lnTo>
                    <a:pt x="3929" y="1110"/>
                  </a:lnTo>
                  <a:lnTo>
                    <a:pt x="3914" y="1135"/>
                  </a:lnTo>
                  <a:lnTo>
                    <a:pt x="3886" y="1133"/>
                  </a:lnTo>
                  <a:lnTo>
                    <a:pt x="3836" y="1129"/>
                  </a:lnTo>
                  <a:lnTo>
                    <a:pt x="3791" y="1101"/>
                  </a:lnTo>
                  <a:lnTo>
                    <a:pt x="3776" y="1088"/>
                  </a:lnTo>
                  <a:lnTo>
                    <a:pt x="3741" y="1088"/>
                  </a:lnTo>
                  <a:lnTo>
                    <a:pt x="3721" y="1101"/>
                  </a:lnTo>
                  <a:lnTo>
                    <a:pt x="3721" y="1174"/>
                  </a:lnTo>
                  <a:lnTo>
                    <a:pt x="3754" y="1214"/>
                  </a:lnTo>
                  <a:lnTo>
                    <a:pt x="3751" y="1256"/>
                  </a:lnTo>
                  <a:lnTo>
                    <a:pt x="3729" y="1273"/>
                  </a:lnTo>
                  <a:lnTo>
                    <a:pt x="3713" y="1276"/>
                  </a:lnTo>
                  <a:lnTo>
                    <a:pt x="3721" y="1298"/>
                  </a:lnTo>
                  <a:lnTo>
                    <a:pt x="3743" y="1326"/>
                  </a:lnTo>
                  <a:lnTo>
                    <a:pt x="3751" y="1371"/>
                  </a:lnTo>
                  <a:lnTo>
                    <a:pt x="3766" y="1399"/>
                  </a:lnTo>
                  <a:lnTo>
                    <a:pt x="3754" y="1441"/>
                  </a:lnTo>
                  <a:lnTo>
                    <a:pt x="3723" y="1477"/>
                  </a:lnTo>
                  <a:lnTo>
                    <a:pt x="3721" y="1500"/>
                  </a:lnTo>
                  <a:lnTo>
                    <a:pt x="3698" y="1530"/>
                  </a:lnTo>
                  <a:lnTo>
                    <a:pt x="3701" y="1565"/>
                  </a:lnTo>
                  <a:lnTo>
                    <a:pt x="3749" y="1610"/>
                  </a:lnTo>
                  <a:lnTo>
                    <a:pt x="3794" y="1652"/>
                  </a:lnTo>
                  <a:lnTo>
                    <a:pt x="3819" y="1758"/>
                  </a:lnTo>
                  <a:lnTo>
                    <a:pt x="3802" y="1856"/>
                  </a:lnTo>
                  <a:lnTo>
                    <a:pt x="3766" y="1888"/>
                  </a:lnTo>
                  <a:lnTo>
                    <a:pt x="3754" y="1906"/>
                  </a:lnTo>
                  <a:lnTo>
                    <a:pt x="3723" y="1938"/>
                  </a:lnTo>
                  <a:lnTo>
                    <a:pt x="3693" y="1951"/>
                  </a:lnTo>
                  <a:lnTo>
                    <a:pt x="3688" y="1974"/>
                  </a:lnTo>
                  <a:lnTo>
                    <a:pt x="3651" y="1977"/>
                  </a:lnTo>
                  <a:lnTo>
                    <a:pt x="3640" y="1999"/>
                  </a:lnTo>
                  <a:lnTo>
                    <a:pt x="3668" y="2033"/>
                  </a:lnTo>
                  <a:lnTo>
                    <a:pt x="3676" y="2086"/>
                  </a:lnTo>
                  <a:lnTo>
                    <a:pt x="3676" y="2154"/>
                  </a:lnTo>
                  <a:lnTo>
                    <a:pt x="3690" y="2187"/>
                  </a:lnTo>
                  <a:lnTo>
                    <a:pt x="3706" y="2212"/>
                  </a:lnTo>
                  <a:lnTo>
                    <a:pt x="3705" y="2239"/>
                  </a:lnTo>
                  <a:lnTo>
                    <a:pt x="3680" y="2277"/>
                  </a:lnTo>
                  <a:lnTo>
                    <a:pt x="3672" y="2310"/>
                  </a:lnTo>
                  <a:lnTo>
                    <a:pt x="3647" y="2285"/>
                  </a:lnTo>
                  <a:lnTo>
                    <a:pt x="3629" y="2324"/>
                  </a:lnTo>
                  <a:lnTo>
                    <a:pt x="3612" y="2316"/>
                  </a:lnTo>
                  <a:lnTo>
                    <a:pt x="3583" y="2320"/>
                  </a:lnTo>
                  <a:lnTo>
                    <a:pt x="3587" y="2294"/>
                  </a:lnTo>
                  <a:lnTo>
                    <a:pt x="3554" y="2244"/>
                  </a:lnTo>
                  <a:lnTo>
                    <a:pt x="3525" y="2235"/>
                  </a:lnTo>
                  <a:lnTo>
                    <a:pt x="3525" y="2214"/>
                  </a:lnTo>
                  <a:lnTo>
                    <a:pt x="3486" y="2181"/>
                  </a:lnTo>
                  <a:lnTo>
                    <a:pt x="3486" y="2159"/>
                  </a:lnTo>
                  <a:lnTo>
                    <a:pt x="3500" y="2142"/>
                  </a:lnTo>
                  <a:lnTo>
                    <a:pt x="3504" y="2063"/>
                  </a:lnTo>
                  <a:lnTo>
                    <a:pt x="3490" y="2024"/>
                  </a:lnTo>
                  <a:lnTo>
                    <a:pt x="3494" y="1941"/>
                  </a:lnTo>
                  <a:lnTo>
                    <a:pt x="3465" y="1920"/>
                  </a:lnTo>
                  <a:lnTo>
                    <a:pt x="3415" y="1928"/>
                  </a:lnTo>
                  <a:lnTo>
                    <a:pt x="3364" y="1924"/>
                  </a:lnTo>
                  <a:lnTo>
                    <a:pt x="3339" y="1906"/>
                  </a:lnTo>
                  <a:lnTo>
                    <a:pt x="3293" y="1902"/>
                  </a:lnTo>
                  <a:lnTo>
                    <a:pt x="3259" y="1865"/>
                  </a:lnTo>
                  <a:lnTo>
                    <a:pt x="3200" y="1856"/>
                  </a:lnTo>
                  <a:lnTo>
                    <a:pt x="3166" y="1835"/>
                  </a:lnTo>
                  <a:lnTo>
                    <a:pt x="3158" y="1792"/>
                  </a:lnTo>
                  <a:lnTo>
                    <a:pt x="3145" y="1788"/>
                  </a:lnTo>
                  <a:lnTo>
                    <a:pt x="3129" y="1788"/>
                  </a:lnTo>
                  <a:lnTo>
                    <a:pt x="3094" y="1763"/>
                  </a:lnTo>
                  <a:lnTo>
                    <a:pt x="3027" y="1722"/>
                  </a:lnTo>
                  <a:lnTo>
                    <a:pt x="3002" y="1722"/>
                  </a:lnTo>
                  <a:lnTo>
                    <a:pt x="2986" y="1713"/>
                  </a:lnTo>
                  <a:lnTo>
                    <a:pt x="2939" y="1713"/>
                  </a:lnTo>
                  <a:lnTo>
                    <a:pt x="2884" y="1734"/>
                  </a:lnTo>
                  <a:lnTo>
                    <a:pt x="2880" y="1722"/>
                  </a:lnTo>
                  <a:lnTo>
                    <a:pt x="2893" y="1675"/>
                  </a:lnTo>
                  <a:lnTo>
                    <a:pt x="2868" y="1633"/>
                  </a:lnTo>
                  <a:lnTo>
                    <a:pt x="2850" y="1549"/>
                  </a:lnTo>
                  <a:lnTo>
                    <a:pt x="2821" y="1541"/>
                  </a:lnTo>
                  <a:lnTo>
                    <a:pt x="2783" y="1537"/>
                  </a:lnTo>
                  <a:lnTo>
                    <a:pt x="2745" y="1494"/>
                  </a:lnTo>
                  <a:lnTo>
                    <a:pt x="2745" y="1431"/>
                  </a:lnTo>
                  <a:lnTo>
                    <a:pt x="2750" y="1419"/>
                  </a:lnTo>
                  <a:lnTo>
                    <a:pt x="2754" y="1322"/>
                  </a:lnTo>
                  <a:lnTo>
                    <a:pt x="2783" y="1276"/>
                  </a:lnTo>
                  <a:lnTo>
                    <a:pt x="2800" y="1208"/>
                  </a:lnTo>
                  <a:lnTo>
                    <a:pt x="2825" y="1183"/>
                  </a:lnTo>
                  <a:lnTo>
                    <a:pt x="2829" y="1149"/>
                  </a:lnTo>
                  <a:lnTo>
                    <a:pt x="2854" y="1145"/>
                  </a:lnTo>
                  <a:lnTo>
                    <a:pt x="2872" y="1108"/>
                  </a:lnTo>
                  <a:lnTo>
                    <a:pt x="2905" y="1090"/>
                  </a:lnTo>
                  <a:lnTo>
                    <a:pt x="2893" y="1044"/>
                  </a:lnTo>
                  <a:lnTo>
                    <a:pt x="2909" y="1027"/>
                  </a:lnTo>
                  <a:lnTo>
                    <a:pt x="2922" y="1040"/>
                  </a:lnTo>
                  <a:lnTo>
                    <a:pt x="2943" y="1040"/>
                  </a:lnTo>
                  <a:lnTo>
                    <a:pt x="2994" y="1023"/>
                  </a:lnTo>
                  <a:lnTo>
                    <a:pt x="2994" y="998"/>
                  </a:lnTo>
                  <a:lnTo>
                    <a:pt x="2972" y="969"/>
                  </a:lnTo>
                  <a:lnTo>
                    <a:pt x="2939" y="943"/>
                  </a:lnTo>
                  <a:lnTo>
                    <a:pt x="2964" y="934"/>
                  </a:lnTo>
                  <a:lnTo>
                    <a:pt x="2986" y="943"/>
                  </a:lnTo>
                  <a:lnTo>
                    <a:pt x="3023" y="938"/>
                  </a:lnTo>
                  <a:lnTo>
                    <a:pt x="3053" y="897"/>
                  </a:lnTo>
                  <a:lnTo>
                    <a:pt x="3073" y="917"/>
                  </a:lnTo>
                  <a:lnTo>
                    <a:pt x="3115" y="913"/>
                  </a:lnTo>
                  <a:lnTo>
                    <a:pt x="3145" y="872"/>
                  </a:lnTo>
                  <a:lnTo>
                    <a:pt x="3179" y="837"/>
                  </a:lnTo>
                  <a:lnTo>
                    <a:pt x="3183" y="812"/>
                  </a:lnTo>
                  <a:lnTo>
                    <a:pt x="3196" y="766"/>
                  </a:lnTo>
                  <a:lnTo>
                    <a:pt x="3183" y="741"/>
                  </a:lnTo>
                  <a:lnTo>
                    <a:pt x="3166" y="729"/>
                  </a:lnTo>
                  <a:lnTo>
                    <a:pt x="3107" y="723"/>
                  </a:lnTo>
                  <a:lnTo>
                    <a:pt x="3048" y="669"/>
                  </a:lnTo>
                  <a:lnTo>
                    <a:pt x="3023" y="652"/>
                  </a:lnTo>
                  <a:lnTo>
                    <a:pt x="3040" y="640"/>
                  </a:lnTo>
                  <a:lnTo>
                    <a:pt x="3090" y="656"/>
                  </a:lnTo>
                  <a:lnTo>
                    <a:pt x="3137" y="698"/>
                  </a:lnTo>
                  <a:lnTo>
                    <a:pt x="3191" y="708"/>
                  </a:lnTo>
                  <a:lnTo>
                    <a:pt x="3225" y="669"/>
                  </a:lnTo>
                  <a:lnTo>
                    <a:pt x="3276" y="631"/>
                  </a:lnTo>
                  <a:lnTo>
                    <a:pt x="3280" y="590"/>
                  </a:lnTo>
                  <a:lnTo>
                    <a:pt x="3251" y="584"/>
                  </a:lnTo>
                  <a:lnTo>
                    <a:pt x="3233" y="568"/>
                  </a:lnTo>
                  <a:lnTo>
                    <a:pt x="3237" y="547"/>
                  </a:lnTo>
                  <a:lnTo>
                    <a:pt x="3284" y="543"/>
                  </a:lnTo>
                  <a:lnTo>
                    <a:pt x="3301" y="572"/>
                  </a:lnTo>
                  <a:lnTo>
                    <a:pt x="3326" y="584"/>
                  </a:lnTo>
                  <a:lnTo>
                    <a:pt x="3351" y="590"/>
                  </a:lnTo>
                  <a:lnTo>
                    <a:pt x="3390" y="572"/>
                  </a:lnTo>
                  <a:lnTo>
                    <a:pt x="3386" y="551"/>
                  </a:lnTo>
                  <a:lnTo>
                    <a:pt x="3347" y="523"/>
                  </a:lnTo>
                  <a:lnTo>
                    <a:pt x="3335" y="513"/>
                  </a:lnTo>
                  <a:lnTo>
                    <a:pt x="3351" y="504"/>
                  </a:lnTo>
                  <a:lnTo>
                    <a:pt x="3376" y="508"/>
                  </a:lnTo>
                  <a:lnTo>
                    <a:pt x="3394" y="521"/>
                  </a:lnTo>
                  <a:lnTo>
                    <a:pt x="3415" y="547"/>
                  </a:lnTo>
                  <a:lnTo>
                    <a:pt x="3448" y="551"/>
                  </a:lnTo>
                  <a:lnTo>
                    <a:pt x="3474" y="534"/>
                  </a:lnTo>
                  <a:lnTo>
                    <a:pt x="3521" y="515"/>
                  </a:lnTo>
                  <a:lnTo>
                    <a:pt x="3525" y="496"/>
                  </a:lnTo>
                  <a:lnTo>
                    <a:pt x="3558" y="453"/>
                  </a:lnTo>
                  <a:lnTo>
                    <a:pt x="3525" y="415"/>
                  </a:lnTo>
                  <a:lnTo>
                    <a:pt x="3500" y="404"/>
                  </a:lnTo>
                  <a:lnTo>
                    <a:pt x="3482" y="374"/>
                  </a:lnTo>
                  <a:lnTo>
                    <a:pt x="3500" y="370"/>
                  </a:lnTo>
                  <a:lnTo>
                    <a:pt x="3533" y="367"/>
                  </a:lnTo>
                  <a:lnTo>
                    <a:pt x="3541" y="342"/>
                  </a:lnTo>
                  <a:lnTo>
                    <a:pt x="3516" y="323"/>
                  </a:lnTo>
                  <a:lnTo>
                    <a:pt x="3537" y="301"/>
                  </a:lnTo>
                  <a:lnTo>
                    <a:pt x="3533" y="281"/>
                  </a:lnTo>
                  <a:lnTo>
                    <a:pt x="3504" y="281"/>
                  </a:lnTo>
                  <a:lnTo>
                    <a:pt x="3482" y="270"/>
                  </a:lnTo>
                  <a:lnTo>
                    <a:pt x="3474" y="256"/>
                  </a:lnTo>
                  <a:lnTo>
                    <a:pt x="3490" y="248"/>
                  </a:lnTo>
                  <a:lnTo>
                    <a:pt x="3474" y="237"/>
                  </a:lnTo>
                  <a:lnTo>
                    <a:pt x="3419" y="237"/>
                  </a:lnTo>
                  <a:lnTo>
                    <a:pt x="3390" y="233"/>
                  </a:lnTo>
                  <a:lnTo>
                    <a:pt x="3364" y="220"/>
                  </a:lnTo>
                  <a:lnTo>
                    <a:pt x="3322" y="225"/>
                  </a:lnTo>
                  <a:lnTo>
                    <a:pt x="3314" y="233"/>
                  </a:lnTo>
                  <a:lnTo>
                    <a:pt x="3309" y="293"/>
                  </a:lnTo>
                  <a:lnTo>
                    <a:pt x="3326" y="301"/>
                  </a:lnTo>
                  <a:lnTo>
                    <a:pt x="3322" y="317"/>
                  </a:lnTo>
                  <a:lnTo>
                    <a:pt x="3293" y="334"/>
                  </a:lnTo>
                  <a:lnTo>
                    <a:pt x="3289" y="362"/>
                  </a:lnTo>
                  <a:lnTo>
                    <a:pt x="3272" y="399"/>
                  </a:lnTo>
                  <a:lnTo>
                    <a:pt x="3247" y="432"/>
                  </a:lnTo>
                  <a:lnTo>
                    <a:pt x="3233" y="453"/>
                  </a:lnTo>
                  <a:lnTo>
                    <a:pt x="3204" y="460"/>
                  </a:lnTo>
                  <a:lnTo>
                    <a:pt x="3200" y="482"/>
                  </a:lnTo>
                  <a:lnTo>
                    <a:pt x="3187" y="482"/>
                  </a:lnTo>
                  <a:lnTo>
                    <a:pt x="3133" y="435"/>
                  </a:lnTo>
                  <a:lnTo>
                    <a:pt x="3137" y="379"/>
                  </a:lnTo>
                  <a:lnTo>
                    <a:pt x="3171" y="376"/>
                  </a:lnTo>
                  <a:lnTo>
                    <a:pt x="3166" y="357"/>
                  </a:lnTo>
                  <a:lnTo>
                    <a:pt x="3150" y="334"/>
                  </a:lnTo>
                  <a:lnTo>
                    <a:pt x="3094" y="304"/>
                  </a:lnTo>
                  <a:lnTo>
                    <a:pt x="3082" y="290"/>
                  </a:lnTo>
                  <a:lnTo>
                    <a:pt x="3048" y="309"/>
                  </a:lnTo>
                  <a:lnTo>
                    <a:pt x="3048" y="334"/>
                  </a:lnTo>
                  <a:lnTo>
                    <a:pt x="3040" y="367"/>
                  </a:lnTo>
                  <a:lnTo>
                    <a:pt x="3019" y="374"/>
                  </a:lnTo>
                  <a:lnTo>
                    <a:pt x="3002" y="364"/>
                  </a:lnTo>
                  <a:lnTo>
                    <a:pt x="3002" y="314"/>
                  </a:lnTo>
                  <a:lnTo>
                    <a:pt x="2960" y="286"/>
                  </a:lnTo>
                  <a:lnTo>
                    <a:pt x="2968" y="276"/>
                  </a:lnTo>
                  <a:lnTo>
                    <a:pt x="3002" y="276"/>
                  </a:lnTo>
                  <a:lnTo>
                    <a:pt x="2998" y="265"/>
                  </a:lnTo>
                  <a:lnTo>
                    <a:pt x="2964" y="243"/>
                  </a:lnTo>
                  <a:lnTo>
                    <a:pt x="2922" y="253"/>
                  </a:lnTo>
                  <a:lnTo>
                    <a:pt x="2876" y="231"/>
                  </a:lnTo>
                  <a:lnTo>
                    <a:pt x="2893" y="208"/>
                  </a:lnTo>
                  <a:lnTo>
                    <a:pt x="2889" y="195"/>
                  </a:lnTo>
                  <a:lnTo>
                    <a:pt x="2901" y="192"/>
                  </a:lnTo>
                  <a:lnTo>
                    <a:pt x="2935" y="195"/>
                  </a:lnTo>
                  <a:lnTo>
                    <a:pt x="2935" y="172"/>
                  </a:lnTo>
                  <a:lnTo>
                    <a:pt x="2862" y="119"/>
                  </a:lnTo>
                  <a:lnTo>
                    <a:pt x="2858" y="66"/>
                  </a:lnTo>
                  <a:lnTo>
                    <a:pt x="2847" y="56"/>
                  </a:lnTo>
                  <a:lnTo>
                    <a:pt x="2837" y="28"/>
                  </a:lnTo>
                  <a:lnTo>
                    <a:pt x="2812" y="20"/>
                  </a:lnTo>
                  <a:lnTo>
                    <a:pt x="2783" y="19"/>
                  </a:lnTo>
                  <a:lnTo>
                    <a:pt x="2766" y="3"/>
                  </a:lnTo>
                  <a:lnTo>
                    <a:pt x="2741" y="0"/>
                  </a:lnTo>
                  <a:lnTo>
                    <a:pt x="2729" y="19"/>
                  </a:lnTo>
                  <a:lnTo>
                    <a:pt x="2707" y="19"/>
                  </a:lnTo>
                  <a:lnTo>
                    <a:pt x="2690" y="36"/>
                  </a:lnTo>
                  <a:lnTo>
                    <a:pt x="2711" y="48"/>
                  </a:lnTo>
                  <a:lnTo>
                    <a:pt x="2690" y="61"/>
                  </a:lnTo>
                  <a:lnTo>
                    <a:pt x="2673" y="59"/>
                  </a:lnTo>
                  <a:lnTo>
                    <a:pt x="2661" y="64"/>
                  </a:lnTo>
                  <a:lnTo>
                    <a:pt x="2640" y="125"/>
                  </a:lnTo>
                  <a:lnTo>
                    <a:pt x="2661" y="139"/>
                  </a:lnTo>
                  <a:lnTo>
                    <a:pt x="2678" y="139"/>
                  </a:lnTo>
                  <a:lnTo>
                    <a:pt x="2678" y="153"/>
                  </a:lnTo>
                  <a:lnTo>
                    <a:pt x="2652" y="150"/>
                  </a:lnTo>
                  <a:lnTo>
                    <a:pt x="2640" y="192"/>
                  </a:lnTo>
                  <a:lnTo>
                    <a:pt x="2665" y="212"/>
                  </a:lnTo>
                  <a:lnTo>
                    <a:pt x="2698" y="231"/>
                  </a:lnTo>
                  <a:lnTo>
                    <a:pt x="2729" y="233"/>
                  </a:lnTo>
                  <a:lnTo>
                    <a:pt x="2750" y="236"/>
                  </a:lnTo>
                  <a:lnTo>
                    <a:pt x="2754" y="253"/>
                  </a:lnTo>
                  <a:lnTo>
                    <a:pt x="2787" y="259"/>
                  </a:lnTo>
                  <a:lnTo>
                    <a:pt x="2812" y="251"/>
                  </a:lnTo>
                  <a:lnTo>
                    <a:pt x="2816" y="265"/>
                  </a:lnTo>
                  <a:lnTo>
                    <a:pt x="2775" y="281"/>
                  </a:lnTo>
                  <a:lnTo>
                    <a:pt x="2754" y="323"/>
                  </a:lnTo>
                  <a:lnTo>
                    <a:pt x="2775" y="334"/>
                  </a:lnTo>
                  <a:lnTo>
                    <a:pt x="2796" y="323"/>
                  </a:lnTo>
                  <a:lnTo>
                    <a:pt x="2808" y="314"/>
                  </a:lnTo>
                  <a:lnTo>
                    <a:pt x="2821" y="331"/>
                  </a:lnTo>
                  <a:lnTo>
                    <a:pt x="2812" y="357"/>
                  </a:lnTo>
                  <a:lnTo>
                    <a:pt x="2787" y="374"/>
                  </a:lnTo>
                  <a:lnTo>
                    <a:pt x="2762" y="392"/>
                  </a:lnTo>
                  <a:lnTo>
                    <a:pt x="2733" y="392"/>
                  </a:lnTo>
                  <a:lnTo>
                    <a:pt x="2698" y="407"/>
                  </a:lnTo>
                  <a:lnTo>
                    <a:pt x="2694" y="423"/>
                  </a:lnTo>
                  <a:lnTo>
                    <a:pt x="2729" y="453"/>
                  </a:lnTo>
                  <a:lnTo>
                    <a:pt x="2715" y="470"/>
                  </a:lnTo>
                  <a:lnTo>
                    <a:pt x="2665" y="460"/>
                  </a:lnTo>
                  <a:lnTo>
                    <a:pt x="2657" y="427"/>
                  </a:lnTo>
                  <a:lnTo>
                    <a:pt x="2673" y="415"/>
                  </a:lnTo>
                  <a:lnTo>
                    <a:pt x="2673" y="392"/>
                  </a:lnTo>
                  <a:lnTo>
                    <a:pt x="2648" y="387"/>
                  </a:lnTo>
                  <a:lnTo>
                    <a:pt x="2605" y="370"/>
                  </a:lnTo>
                  <a:lnTo>
                    <a:pt x="2576" y="359"/>
                  </a:lnTo>
                  <a:lnTo>
                    <a:pt x="2560" y="367"/>
                  </a:lnTo>
                  <a:lnTo>
                    <a:pt x="2522" y="370"/>
                  </a:lnTo>
                  <a:lnTo>
                    <a:pt x="2505" y="429"/>
                  </a:lnTo>
                  <a:lnTo>
                    <a:pt x="2476" y="427"/>
                  </a:lnTo>
                  <a:lnTo>
                    <a:pt x="2441" y="417"/>
                  </a:lnTo>
                  <a:lnTo>
                    <a:pt x="2375" y="429"/>
                  </a:lnTo>
                  <a:lnTo>
                    <a:pt x="2344" y="423"/>
                  </a:lnTo>
                  <a:lnTo>
                    <a:pt x="2321" y="432"/>
                  </a:lnTo>
                  <a:lnTo>
                    <a:pt x="2265" y="423"/>
                  </a:lnTo>
                  <a:lnTo>
                    <a:pt x="2244" y="399"/>
                  </a:lnTo>
                  <a:lnTo>
                    <a:pt x="2189" y="399"/>
                  </a:lnTo>
                  <a:lnTo>
                    <a:pt x="2164" y="398"/>
                  </a:lnTo>
                  <a:lnTo>
                    <a:pt x="2118" y="367"/>
                  </a:lnTo>
                  <a:lnTo>
                    <a:pt x="2113" y="357"/>
                  </a:lnTo>
                  <a:lnTo>
                    <a:pt x="2101" y="354"/>
                  </a:lnTo>
                  <a:lnTo>
                    <a:pt x="2079" y="359"/>
                  </a:lnTo>
                  <a:lnTo>
                    <a:pt x="2076" y="372"/>
                  </a:lnTo>
                  <a:lnTo>
                    <a:pt x="2029" y="402"/>
                  </a:lnTo>
                  <a:lnTo>
                    <a:pt x="1975" y="404"/>
                  </a:lnTo>
                  <a:lnTo>
                    <a:pt x="1966" y="435"/>
                  </a:lnTo>
                  <a:lnTo>
                    <a:pt x="1987" y="473"/>
                  </a:lnTo>
                  <a:lnTo>
                    <a:pt x="2012" y="490"/>
                  </a:lnTo>
                  <a:lnTo>
                    <a:pt x="1991" y="506"/>
                  </a:lnTo>
                  <a:lnTo>
                    <a:pt x="1991" y="534"/>
                  </a:lnTo>
                  <a:lnTo>
                    <a:pt x="1954" y="515"/>
                  </a:lnTo>
                  <a:lnTo>
                    <a:pt x="1936" y="498"/>
                  </a:lnTo>
                  <a:lnTo>
                    <a:pt x="1958" y="478"/>
                  </a:lnTo>
                  <a:lnTo>
                    <a:pt x="1923" y="453"/>
                  </a:lnTo>
                  <a:lnTo>
                    <a:pt x="1911" y="451"/>
                  </a:lnTo>
                  <a:lnTo>
                    <a:pt x="1886" y="429"/>
                  </a:lnTo>
                  <a:lnTo>
                    <a:pt x="1856" y="420"/>
                  </a:lnTo>
                  <a:lnTo>
                    <a:pt x="1836" y="412"/>
                  </a:lnTo>
                  <a:lnTo>
                    <a:pt x="1755" y="435"/>
                  </a:lnTo>
                  <a:lnTo>
                    <a:pt x="1709" y="437"/>
                  </a:lnTo>
                  <a:lnTo>
                    <a:pt x="1612" y="435"/>
                  </a:lnTo>
                  <a:lnTo>
                    <a:pt x="1583" y="427"/>
                  </a:lnTo>
                  <a:lnTo>
                    <a:pt x="1523" y="425"/>
                  </a:lnTo>
                  <a:lnTo>
                    <a:pt x="1515" y="410"/>
                  </a:lnTo>
                  <a:lnTo>
                    <a:pt x="1527" y="398"/>
                  </a:lnTo>
                  <a:lnTo>
                    <a:pt x="1554" y="390"/>
                  </a:lnTo>
                  <a:lnTo>
                    <a:pt x="1562" y="379"/>
                  </a:lnTo>
                  <a:lnTo>
                    <a:pt x="1608" y="370"/>
                  </a:lnTo>
                  <a:lnTo>
                    <a:pt x="1519" y="309"/>
                  </a:lnTo>
                  <a:lnTo>
                    <a:pt x="1482" y="312"/>
                  </a:lnTo>
                  <a:lnTo>
                    <a:pt x="1473" y="318"/>
                  </a:lnTo>
                  <a:lnTo>
                    <a:pt x="1440" y="318"/>
                  </a:lnTo>
                  <a:lnTo>
                    <a:pt x="1401" y="312"/>
                  </a:lnTo>
                  <a:lnTo>
                    <a:pt x="1372" y="312"/>
                  </a:lnTo>
                  <a:lnTo>
                    <a:pt x="1318" y="286"/>
                  </a:lnTo>
                  <a:lnTo>
                    <a:pt x="1258" y="273"/>
                  </a:lnTo>
                  <a:lnTo>
                    <a:pt x="1233" y="273"/>
                  </a:lnTo>
                  <a:lnTo>
                    <a:pt x="1136" y="223"/>
                  </a:lnTo>
                  <a:lnTo>
                    <a:pt x="1073" y="228"/>
                  </a:lnTo>
                  <a:lnTo>
                    <a:pt x="1073" y="253"/>
                  </a:lnTo>
                  <a:lnTo>
                    <a:pt x="1034" y="278"/>
                  </a:lnTo>
                  <a:lnTo>
                    <a:pt x="989" y="276"/>
                  </a:lnTo>
                  <a:lnTo>
                    <a:pt x="984" y="268"/>
                  </a:lnTo>
                  <a:lnTo>
                    <a:pt x="1005" y="248"/>
                  </a:lnTo>
                  <a:lnTo>
                    <a:pt x="972" y="236"/>
                  </a:lnTo>
                  <a:lnTo>
                    <a:pt x="980" y="223"/>
                  </a:lnTo>
                  <a:lnTo>
                    <a:pt x="993" y="217"/>
                  </a:lnTo>
                  <a:lnTo>
                    <a:pt x="984" y="195"/>
                  </a:lnTo>
                  <a:lnTo>
                    <a:pt x="938" y="208"/>
                  </a:lnTo>
                  <a:lnTo>
                    <a:pt x="943" y="248"/>
                  </a:lnTo>
                  <a:lnTo>
                    <a:pt x="930" y="248"/>
                  </a:lnTo>
                  <a:lnTo>
                    <a:pt x="926" y="278"/>
                  </a:lnTo>
                  <a:lnTo>
                    <a:pt x="887" y="270"/>
                  </a:lnTo>
                  <a:lnTo>
                    <a:pt x="841" y="236"/>
                  </a:lnTo>
                  <a:lnTo>
                    <a:pt x="841" y="200"/>
                  </a:lnTo>
                  <a:lnTo>
                    <a:pt x="765" y="150"/>
                  </a:lnTo>
                  <a:lnTo>
                    <a:pt x="765" y="170"/>
                  </a:lnTo>
                  <a:lnTo>
                    <a:pt x="783" y="182"/>
                  </a:lnTo>
                  <a:lnTo>
                    <a:pt x="779" y="190"/>
                  </a:lnTo>
                  <a:lnTo>
                    <a:pt x="757" y="190"/>
                  </a:lnTo>
                  <a:lnTo>
                    <a:pt x="757" y="212"/>
                  </a:lnTo>
                  <a:lnTo>
                    <a:pt x="715" y="233"/>
                  </a:lnTo>
                  <a:lnTo>
                    <a:pt x="719" y="217"/>
                  </a:lnTo>
                  <a:lnTo>
                    <a:pt x="690" y="225"/>
                  </a:lnTo>
                  <a:lnTo>
                    <a:pt x="630" y="243"/>
                  </a:lnTo>
                  <a:lnTo>
                    <a:pt x="593" y="273"/>
                  </a:lnTo>
                  <a:lnTo>
                    <a:pt x="580" y="268"/>
                  </a:lnTo>
                  <a:lnTo>
                    <a:pt x="512" y="304"/>
                  </a:lnTo>
                  <a:lnTo>
                    <a:pt x="495" y="326"/>
                  </a:lnTo>
                  <a:lnTo>
                    <a:pt x="458" y="334"/>
                  </a:lnTo>
                  <a:lnTo>
                    <a:pt x="454" y="314"/>
                  </a:lnTo>
                  <a:lnTo>
                    <a:pt x="475" y="304"/>
                  </a:lnTo>
                  <a:lnTo>
                    <a:pt x="470" y="296"/>
                  </a:lnTo>
                  <a:lnTo>
                    <a:pt x="508" y="286"/>
                  </a:lnTo>
                  <a:lnTo>
                    <a:pt x="512" y="268"/>
                  </a:lnTo>
                  <a:lnTo>
                    <a:pt x="563" y="248"/>
                  </a:lnTo>
                  <a:lnTo>
                    <a:pt x="593" y="248"/>
                  </a:lnTo>
                  <a:lnTo>
                    <a:pt x="673" y="212"/>
                  </a:lnTo>
                  <a:lnTo>
                    <a:pt x="673" y="198"/>
                  </a:lnTo>
                  <a:lnTo>
                    <a:pt x="643" y="203"/>
                  </a:lnTo>
                  <a:lnTo>
                    <a:pt x="630" y="198"/>
                  </a:lnTo>
                  <a:lnTo>
                    <a:pt x="597" y="217"/>
                  </a:lnTo>
                  <a:lnTo>
                    <a:pt x="576" y="217"/>
                  </a:lnTo>
                  <a:lnTo>
                    <a:pt x="541" y="237"/>
                  </a:lnTo>
                  <a:lnTo>
                    <a:pt x="512" y="237"/>
                  </a:lnTo>
                  <a:lnTo>
                    <a:pt x="466" y="259"/>
                  </a:lnTo>
                  <a:lnTo>
                    <a:pt x="462" y="270"/>
                  </a:lnTo>
                  <a:lnTo>
                    <a:pt x="420" y="270"/>
                  </a:lnTo>
                  <a:lnTo>
                    <a:pt x="429" y="259"/>
                  </a:lnTo>
                  <a:lnTo>
                    <a:pt x="386" y="251"/>
                  </a:lnTo>
                  <a:lnTo>
                    <a:pt x="352" y="281"/>
                  </a:lnTo>
                  <a:lnTo>
                    <a:pt x="331" y="281"/>
                  </a:lnTo>
                  <a:lnTo>
                    <a:pt x="302" y="298"/>
                  </a:lnTo>
                  <a:lnTo>
                    <a:pt x="311" y="317"/>
                  </a:lnTo>
                  <a:lnTo>
                    <a:pt x="352" y="329"/>
                  </a:lnTo>
                  <a:lnTo>
                    <a:pt x="352" y="342"/>
                  </a:lnTo>
                  <a:lnTo>
                    <a:pt x="336" y="345"/>
                  </a:lnTo>
                  <a:lnTo>
                    <a:pt x="280" y="337"/>
                  </a:lnTo>
                  <a:lnTo>
                    <a:pt x="243" y="318"/>
                  </a:lnTo>
                  <a:lnTo>
                    <a:pt x="197" y="314"/>
                  </a:lnTo>
                  <a:lnTo>
                    <a:pt x="147" y="290"/>
                  </a:lnTo>
                  <a:lnTo>
                    <a:pt x="100" y="261"/>
                  </a:lnTo>
                  <a:lnTo>
                    <a:pt x="33" y="261"/>
                  </a:lnTo>
                  <a:lnTo>
                    <a:pt x="16" y="256"/>
                  </a:lnTo>
                  <a:lnTo>
                    <a:pt x="0" y="256"/>
                  </a:lnTo>
                  <a:lnTo>
                    <a:pt x="0" y="1357"/>
                  </a:lnTo>
                  <a:lnTo>
                    <a:pt x="65" y="1402"/>
                  </a:lnTo>
                  <a:lnTo>
                    <a:pt x="76" y="1362"/>
                  </a:lnTo>
                  <a:lnTo>
                    <a:pt x="98" y="1346"/>
                  </a:lnTo>
                  <a:lnTo>
                    <a:pt x="127" y="1379"/>
                  </a:lnTo>
                  <a:lnTo>
                    <a:pt x="217" y="1514"/>
                  </a:lnTo>
                  <a:lnTo>
                    <a:pt x="245" y="1514"/>
                  </a:lnTo>
                  <a:lnTo>
                    <a:pt x="290" y="1464"/>
                  </a:lnTo>
                  <a:lnTo>
                    <a:pt x="335" y="1452"/>
                  </a:lnTo>
                  <a:lnTo>
                    <a:pt x="379" y="1485"/>
                  </a:lnTo>
                  <a:lnTo>
                    <a:pt x="424" y="1565"/>
                  </a:lnTo>
                  <a:lnTo>
                    <a:pt x="463" y="1592"/>
                  </a:lnTo>
                  <a:lnTo>
                    <a:pt x="536" y="1761"/>
                  </a:lnTo>
                  <a:lnTo>
                    <a:pt x="581" y="1806"/>
                  </a:lnTo>
                  <a:lnTo>
                    <a:pt x="659" y="1856"/>
                  </a:lnTo>
                  <a:lnTo>
                    <a:pt x="649" y="1913"/>
                  </a:lnTo>
                  <a:lnTo>
                    <a:pt x="654" y="1957"/>
                  </a:lnTo>
                  <a:lnTo>
                    <a:pt x="639" y="1978"/>
                  </a:lnTo>
                  <a:lnTo>
                    <a:pt x="634" y="2016"/>
                  </a:lnTo>
                  <a:lnTo>
                    <a:pt x="643" y="2067"/>
                  </a:lnTo>
                  <a:lnTo>
                    <a:pt x="655" y="2100"/>
                  </a:lnTo>
                  <a:lnTo>
                    <a:pt x="681" y="2117"/>
                  </a:lnTo>
                  <a:lnTo>
                    <a:pt x="694" y="2100"/>
                  </a:lnTo>
                  <a:lnTo>
                    <a:pt x="711" y="2096"/>
                  </a:lnTo>
                  <a:lnTo>
                    <a:pt x="715" y="2138"/>
                  </a:lnTo>
                  <a:lnTo>
                    <a:pt x="698" y="2151"/>
                  </a:lnTo>
                  <a:lnTo>
                    <a:pt x="698" y="2181"/>
                  </a:lnTo>
                  <a:lnTo>
                    <a:pt x="727" y="2188"/>
                  </a:lnTo>
                  <a:lnTo>
                    <a:pt x="757" y="2181"/>
                  </a:lnTo>
                  <a:lnTo>
                    <a:pt x="765" y="2210"/>
                  </a:lnTo>
                  <a:lnTo>
                    <a:pt x="777" y="2235"/>
                  </a:lnTo>
                  <a:lnTo>
                    <a:pt x="773" y="2281"/>
                  </a:lnTo>
                  <a:lnTo>
                    <a:pt x="783" y="2328"/>
                  </a:lnTo>
                  <a:lnTo>
                    <a:pt x="812" y="2345"/>
                  </a:lnTo>
                  <a:lnTo>
                    <a:pt x="866" y="2357"/>
                  </a:lnTo>
                  <a:lnTo>
                    <a:pt x="887" y="2391"/>
                  </a:lnTo>
                  <a:lnTo>
                    <a:pt x="930" y="2391"/>
                  </a:lnTo>
                  <a:lnTo>
                    <a:pt x="955" y="2403"/>
                  </a:lnTo>
                  <a:lnTo>
                    <a:pt x="976" y="2441"/>
                  </a:lnTo>
                  <a:lnTo>
                    <a:pt x="1009" y="2449"/>
                  </a:lnTo>
                  <a:lnTo>
                    <a:pt x="1022" y="2484"/>
                  </a:lnTo>
                  <a:lnTo>
                    <a:pt x="1044" y="2484"/>
                  </a:lnTo>
                  <a:lnTo>
                    <a:pt x="1077" y="2530"/>
                  </a:lnTo>
                  <a:lnTo>
                    <a:pt x="1107" y="2546"/>
                  </a:lnTo>
                  <a:lnTo>
                    <a:pt x="1111" y="254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 323"/>
            <p:cNvSpPr>
              <a:spLocks/>
            </p:cNvSpPr>
            <p:nvPr/>
          </p:nvSpPr>
          <p:spPr bwMode="auto">
            <a:xfrm>
              <a:off x="4837826" y="2064518"/>
              <a:ext cx="12972" cy="4865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30" y="13"/>
                </a:cxn>
                <a:cxn ang="0">
                  <a:pos x="0" y="13"/>
                </a:cxn>
                <a:cxn ang="0">
                  <a:pos x="0" y="5"/>
                </a:cxn>
                <a:cxn ang="0">
                  <a:pos x="28" y="0"/>
                </a:cxn>
              </a:cxnLst>
              <a:rect l="0" t="0" r="r" b="b"/>
              <a:pathLst>
                <a:path w="30" h="13">
                  <a:moveTo>
                    <a:pt x="28" y="0"/>
                  </a:moveTo>
                  <a:lnTo>
                    <a:pt x="30" y="13"/>
                  </a:lnTo>
                  <a:lnTo>
                    <a:pt x="0" y="13"/>
                  </a:lnTo>
                  <a:lnTo>
                    <a:pt x="0" y="5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 324"/>
            <p:cNvSpPr>
              <a:spLocks/>
            </p:cNvSpPr>
            <p:nvPr/>
          </p:nvSpPr>
          <p:spPr bwMode="auto">
            <a:xfrm>
              <a:off x="4832964" y="2074248"/>
              <a:ext cx="19457" cy="8107"/>
            </a:xfrm>
            <a:custGeom>
              <a:avLst/>
              <a:gdLst/>
              <a:ahLst/>
              <a:cxnLst>
                <a:cxn ang="0">
                  <a:pos x="5" y="18"/>
                </a:cxn>
                <a:cxn ang="0">
                  <a:pos x="0" y="9"/>
                </a:cxn>
                <a:cxn ang="0">
                  <a:pos x="8" y="0"/>
                </a:cxn>
                <a:cxn ang="0">
                  <a:pos x="42" y="0"/>
                </a:cxn>
                <a:cxn ang="0">
                  <a:pos x="47" y="14"/>
                </a:cxn>
                <a:cxn ang="0">
                  <a:pos x="5" y="18"/>
                </a:cxn>
              </a:cxnLst>
              <a:rect l="0" t="0" r="r" b="b"/>
              <a:pathLst>
                <a:path w="47" h="18">
                  <a:moveTo>
                    <a:pt x="5" y="18"/>
                  </a:moveTo>
                  <a:lnTo>
                    <a:pt x="0" y="9"/>
                  </a:lnTo>
                  <a:lnTo>
                    <a:pt x="8" y="0"/>
                  </a:lnTo>
                  <a:lnTo>
                    <a:pt x="42" y="0"/>
                  </a:lnTo>
                  <a:lnTo>
                    <a:pt x="47" y="14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 325"/>
            <p:cNvSpPr>
              <a:spLocks/>
            </p:cNvSpPr>
            <p:nvPr/>
          </p:nvSpPr>
          <p:spPr bwMode="auto">
            <a:xfrm>
              <a:off x="4782697" y="2096949"/>
              <a:ext cx="29185" cy="16214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73" y="4"/>
                </a:cxn>
                <a:cxn ang="0">
                  <a:pos x="53" y="21"/>
                </a:cxn>
                <a:cxn ang="0">
                  <a:pos x="40" y="37"/>
                </a:cxn>
                <a:cxn ang="0">
                  <a:pos x="17" y="43"/>
                </a:cxn>
                <a:cxn ang="0">
                  <a:pos x="0" y="36"/>
                </a:cxn>
                <a:cxn ang="0">
                  <a:pos x="12" y="16"/>
                </a:cxn>
                <a:cxn ang="0">
                  <a:pos x="48" y="0"/>
                </a:cxn>
              </a:cxnLst>
              <a:rect l="0" t="0" r="r" b="b"/>
              <a:pathLst>
                <a:path w="73" h="43">
                  <a:moveTo>
                    <a:pt x="48" y="0"/>
                  </a:moveTo>
                  <a:lnTo>
                    <a:pt x="73" y="4"/>
                  </a:lnTo>
                  <a:lnTo>
                    <a:pt x="53" y="21"/>
                  </a:lnTo>
                  <a:lnTo>
                    <a:pt x="40" y="37"/>
                  </a:lnTo>
                  <a:lnTo>
                    <a:pt x="17" y="43"/>
                  </a:lnTo>
                  <a:lnTo>
                    <a:pt x="0" y="36"/>
                  </a:lnTo>
                  <a:lnTo>
                    <a:pt x="12" y="16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 326"/>
            <p:cNvSpPr>
              <a:spLocks/>
            </p:cNvSpPr>
            <p:nvPr/>
          </p:nvSpPr>
          <p:spPr bwMode="auto">
            <a:xfrm>
              <a:off x="4747025" y="2105054"/>
              <a:ext cx="27564" cy="12972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6" y="3"/>
                </a:cxn>
                <a:cxn ang="0">
                  <a:pos x="10" y="16"/>
                </a:cxn>
                <a:cxn ang="0">
                  <a:pos x="0" y="26"/>
                </a:cxn>
                <a:cxn ang="0">
                  <a:pos x="18" y="34"/>
                </a:cxn>
                <a:cxn ang="0">
                  <a:pos x="36" y="26"/>
                </a:cxn>
                <a:cxn ang="0">
                  <a:pos x="66" y="0"/>
                </a:cxn>
              </a:cxnLst>
              <a:rect l="0" t="0" r="r" b="b"/>
              <a:pathLst>
                <a:path w="66" h="34">
                  <a:moveTo>
                    <a:pt x="66" y="0"/>
                  </a:moveTo>
                  <a:lnTo>
                    <a:pt x="46" y="3"/>
                  </a:lnTo>
                  <a:lnTo>
                    <a:pt x="10" y="16"/>
                  </a:lnTo>
                  <a:lnTo>
                    <a:pt x="0" y="26"/>
                  </a:lnTo>
                  <a:lnTo>
                    <a:pt x="18" y="34"/>
                  </a:lnTo>
                  <a:lnTo>
                    <a:pt x="36" y="26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 327"/>
            <p:cNvSpPr>
              <a:spLocks/>
            </p:cNvSpPr>
            <p:nvPr/>
          </p:nvSpPr>
          <p:spPr bwMode="auto">
            <a:xfrm>
              <a:off x="4750269" y="2122890"/>
              <a:ext cx="30807" cy="2107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24"/>
                </a:cxn>
                <a:cxn ang="0">
                  <a:pos x="0" y="42"/>
                </a:cxn>
                <a:cxn ang="0">
                  <a:pos x="10" y="51"/>
                </a:cxn>
                <a:cxn ang="0">
                  <a:pos x="30" y="42"/>
                </a:cxn>
                <a:cxn ang="0">
                  <a:pos x="50" y="18"/>
                </a:cxn>
                <a:cxn ang="0">
                  <a:pos x="75" y="6"/>
                </a:cxn>
                <a:cxn ang="0">
                  <a:pos x="58" y="0"/>
                </a:cxn>
                <a:cxn ang="0">
                  <a:pos x="36" y="6"/>
                </a:cxn>
                <a:cxn ang="0">
                  <a:pos x="16" y="0"/>
                </a:cxn>
              </a:cxnLst>
              <a:rect l="0" t="0" r="r" b="b"/>
              <a:pathLst>
                <a:path w="75" h="51">
                  <a:moveTo>
                    <a:pt x="16" y="0"/>
                  </a:moveTo>
                  <a:lnTo>
                    <a:pt x="13" y="24"/>
                  </a:lnTo>
                  <a:lnTo>
                    <a:pt x="0" y="42"/>
                  </a:lnTo>
                  <a:lnTo>
                    <a:pt x="10" y="51"/>
                  </a:lnTo>
                  <a:lnTo>
                    <a:pt x="30" y="42"/>
                  </a:lnTo>
                  <a:lnTo>
                    <a:pt x="50" y="18"/>
                  </a:lnTo>
                  <a:lnTo>
                    <a:pt x="75" y="6"/>
                  </a:lnTo>
                  <a:lnTo>
                    <a:pt x="58" y="0"/>
                  </a:lnTo>
                  <a:lnTo>
                    <a:pt x="36" y="6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 328"/>
            <p:cNvSpPr>
              <a:spLocks/>
            </p:cNvSpPr>
            <p:nvPr/>
          </p:nvSpPr>
          <p:spPr bwMode="auto">
            <a:xfrm>
              <a:off x="4730813" y="2122890"/>
              <a:ext cx="12972" cy="6485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8" y="0"/>
                </a:cxn>
                <a:cxn ang="0">
                  <a:pos x="34" y="0"/>
                </a:cxn>
                <a:cxn ang="0">
                  <a:pos x="34" y="12"/>
                </a:cxn>
                <a:cxn ang="0">
                  <a:pos x="8" y="16"/>
                </a:cxn>
                <a:cxn ang="0">
                  <a:pos x="0" y="9"/>
                </a:cxn>
              </a:cxnLst>
              <a:rect l="0" t="0" r="r" b="b"/>
              <a:pathLst>
                <a:path w="34" h="16">
                  <a:moveTo>
                    <a:pt x="0" y="9"/>
                  </a:moveTo>
                  <a:lnTo>
                    <a:pt x="8" y="0"/>
                  </a:lnTo>
                  <a:lnTo>
                    <a:pt x="34" y="0"/>
                  </a:lnTo>
                  <a:lnTo>
                    <a:pt x="34" y="12"/>
                  </a:lnTo>
                  <a:lnTo>
                    <a:pt x="8" y="16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 329"/>
            <p:cNvSpPr>
              <a:spLocks/>
            </p:cNvSpPr>
            <p:nvPr/>
          </p:nvSpPr>
          <p:spPr bwMode="auto">
            <a:xfrm>
              <a:off x="4730813" y="2137484"/>
              <a:ext cx="11350" cy="8107"/>
            </a:xfrm>
            <a:custGeom>
              <a:avLst/>
              <a:gdLst/>
              <a:ahLst/>
              <a:cxnLst>
                <a:cxn ang="0">
                  <a:pos x="3" y="20"/>
                </a:cxn>
                <a:cxn ang="0">
                  <a:pos x="0" y="12"/>
                </a:cxn>
                <a:cxn ang="0">
                  <a:pos x="11" y="2"/>
                </a:cxn>
                <a:cxn ang="0">
                  <a:pos x="28" y="0"/>
                </a:cxn>
                <a:cxn ang="0">
                  <a:pos x="26" y="8"/>
                </a:cxn>
                <a:cxn ang="0">
                  <a:pos x="3" y="20"/>
                </a:cxn>
              </a:cxnLst>
              <a:rect l="0" t="0" r="r" b="b"/>
              <a:pathLst>
                <a:path w="28" h="20">
                  <a:moveTo>
                    <a:pt x="3" y="20"/>
                  </a:moveTo>
                  <a:lnTo>
                    <a:pt x="0" y="12"/>
                  </a:lnTo>
                  <a:lnTo>
                    <a:pt x="11" y="2"/>
                  </a:lnTo>
                  <a:lnTo>
                    <a:pt x="28" y="0"/>
                  </a:lnTo>
                  <a:lnTo>
                    <a:pt x="26" y="8"/>
                  </a:lnTo>
                  <a:lnTo>
                    <a:pt x="3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 330"/>
            <p:cNvSpPr>
              <a:spLocks/>
            </p:cNvSpPr>
            <p:nvPr/>
          </p:nvSpPr>
          <p:spPr bwMode="auto">
            <a:xfrm>
              <a:off x="4184381" y="3411944"/>
              <a:ext cx="496164" cy="481570"/>
            </a:xfrm>
            <a:custGeom>
              <a:avLst/>
              <a:gdLst/>
              <a:ahLst/>
              <a:cxnLst>
                <a:cxn ang="0">
                  <a:pos x="1067" y="443"/>
                </a:cxn>
                <a:cxn ang="0">
                  <a:pos x="1022" y="337"/>
                </a:cxn>
                <a:cxn ang="0">
                  <a:pos x="991" y="300"/>
                </a:cxn>
                <a:cxn ang="0">
                  <a:pos x="946" y="250"/>
                </a:cxn>
                <a:cxn ang="0">
                  <a:pos x="946" y="210"/>
                </a:cxn>
                <a:cxn ang="0">
                  <a:pos x="991" y="147"/>
                </a:cxn>
                <a:cxn ang="0">
                  <a:pos x="997" y="96"/>
                </a:cxn>
                <a:cxn ang="0">
                  <a:pos x="989" y="76"/>
                </a:cxn>
                <a:cxn ang="0">
                  <a:pos x="986" y="14"/>
                </a:cxn>
                <a:cxn ang="0">
                  <a:pos x="941" y="0"/>
                </a:cxn>
                <a:cxn ang="0">
                  <a:pos x="873" y="11"/>
                </a:cxn>
                <a:cxn ang="0">
                  <a:pos x="831" y="17"/>
                </a:cxn>
                <a:cxn ang="0">
                  <a:pos x="793" y="17"/>
                </a:cxn>
                <a:cxn ang="0">
                  <a:pos x="764" y="11"/>
                </a:cxn>
                <a:cxn ang="0">
                  <a:pos x="697" y="17"/>
                </a:cxn>
                <a:cxn ang="0">
                  <a:pos x="668" y="31"/>
                </a:cxn>
                <a:cxn ang="0">
                  <a:pos x="610" y="34"/>
                </a:cxn>
                <a:cxn ang="0">
                  <a:pos x="567" y="47"/>
                </a:cxn>
                <a:cxn ang="0">
                  <a:pos x="537" y="64"/>
                </a:cxn>
                <a:cxn ang="0">
                  <a:pos x="495" y="102"/>
                </a:cxn>
                <a:cxn ang="0">
                  <a:pos x="472" y="109"/>
                </a:cxn>
                <a:cxn ang="0">
                  <a:pos x="432" y="129"/>
                </a:cxn>
                <a:cxn ang="0">
                  <a:pos x="410" y="152"/>
                </a:cxn>
                <a:cxn ang="0">
                  <a:pos x="432" y="267"/>
                </a:cxn>
                <a:cxn ang="0">
                  <a:pos x="442" y="295"/>
                </a:cxn>
                <a:cxn ang="0">
                  <a:pos x="419" y="362"/>
                </a:cxn>
                <a:cxn ang="0">
                  <a:pos x="374" y="370"/>
                </a:cxn>
                <a:cxn ang="0">
                  <a:pos x="326" y="368"/>
                </a:cxn>
                <a:cxn ang="0">
                  <a:pos x="312" y="426"/>
                </a:cxn>
                <a:cxn ang="0">
                  <a:pos x="284" y="433"/>
                </a:cxn>
                <a:cxn ang="0">
                  <a:pos x="253" y="449"/>
                </a:cxn>
                <a:cxn ang="0">
                  <a:pos x="231" y="449"/>
                </a:cxn>
                <a:cxn ang="0">
                  <a:pos x="208" y="474"/>
                </a:cxn>
                <a:cxn ang="0">
                  <a:pos x="202" y="494"/>
                </a:cxn>
                <a:cxn ang="0">
                  <a:pos x="56" y="533"/>
                </a:cxn>
                <a:cxn ang="0">
                  <a:pos x="0" y="576"/>
                </a:cxn>
                <a:cxn ang="0">
                  <a:pos x="4" y="621"/>
                </a:cxn>
                <a:cxn ang="0">
                  <a:pos x="7" y="660"/>
                </a:cxn>
                <a:cxn ang="0">
                  <a:pos x="239" y="829"/>
                </a:cxn>
                <a:cxn ang="0">
                  <a:pos x="578" y="1072"/>
                </a:cxn>
                <a:cxn ang="0">
                  <a:pos x="603" y="1117"/>
                </a:cxn>
                <a:cxn ang="0">
                  <a:pos x="644" y="1115"/>
                </a:cxn>
                <a:cxn ang="0">
                  <a:pos x="676" y="1123"/>
                </a:cxn>
                <a:cxn ang="0">
                  <a:pos x="679" y="1157"/>
                </a:cxn>
                <a:cxn ang="0">
                  <a:pos x="681" y="1185"/>
                </a:cxn>
                <a:cxn ang="0">
                  <a:pos x="781" y="1176"/>
                </a:cxn>
                <a:cxn ang="0">
                  <a:pos x="851" y="1176"/>
                </a:cxn>
                <a:cxn ang="0">
                  <a:pos x="1222" y="910"/>
                </a:cxn>
                <a:cxn ang="0">
                  <a:pos x="1185" y="837"/>
                </a:cxn>
                <a:cxn ang="0">
                  <a:pos x="1127" y="845"/>
                </a:cxn>
                <a:cxn ang="0">
                  <a:pos x="1074" y="774"/>
                </a:cxn>
                <a:cxn ang="0">
                  <a:pos x="1064" y="710"/>
                </a:cxn>
                <a:cxn ang="0">
                  <a:pos x="1101" y="668"/>
                </a:cxn>
                <a:cxn ang="0">
                  <a:pos x="1101" y="611"/>
                </a:cxn>
                <a:cxn ang="0">
                  <a:pos x="1087" y="573"/>
                </a:cxn>
                <a:cxn ang="0">
                  <a:pos x="1089" y="544"/>
                </a:cxn>
                <a:cxn ang="0">
                  <a:pos x="1067" y="443"/>
                </a:cxn>
              </a:cxnLst>
              <a:rect l="0" t="0" r="r" b="b"/>
              <a:pathLst>
                <a:path w="1222" h="1185">
                  <a:moveTo>
                    <a:pt x="1067" y="443"/>
                  </a:moveTo>
                  <a:lnTo>
                    <a:pt x="1022" y="337"/>
                  </a:lnTo>
                  <a:lnTo>
                    <a:pt x="991" y="300"/>
                  </a:lnTo>
                  <a:lnTo>
                    <a:pt x="946" y="250"/>
                  </a:lnTo>
                  <a:lnTo>
                    <a:pt x="946" y="210"/>
                  </a:lnTo>
                  <a:lnTo>
                    <a:pt x="991" y="147"/>
                  </a:lnTo>
                  <a:lnTo>
                    <a:pt x="997" y="96"/>
                  </a:lnTo>
                  <a:lnTo>
                    <a:pt x="989" y="76"/>
                  </a:lnTo>
                  <a:lnTo>
                    <a:pt x="986" y="14"/>
                  </a:lnTo>
                  <a:lnTo>
                    <a:pt x="941" y="0"/>
                  </a:lnTo>
                  <a:lnTo>
                    <a:pt x="873" y="11"/>
                  </a:lnTo>
                  <a:lnTo>
                    <a:pt x="831" y="17"/>
                  </a:lnTo>
                  <a:lnTo>
                    <a:pt x="793" y="17"/>
                  </a:lnTo>
                  <a:lnTo>
                    <a:pt x="764" y="11"/>
                  </a:lnTo>
                  <a:lnTo>
                    <a:pt x="697" y="17"/>
                  </a:lnTo>
                  <a:lnTo>
                    <a:pt x="668" y="31"/>
                  </a:lnTo>
                  <a:lnTo>
                    <a:pt x="610" y="34"/>
                  </a:lnTo>
                  <a:lnTo>
                    <a:pt x="567" y="47"/>
                  </a:lnTo>
                  <a:lnTo>
                    <a:pt x="537" y="64"/>
                  </a:lnTo>
                  <a:lnTo>
                    <a:pt x="495" y="102"/>
                  </a:lnTo>
                  <a:lnTo>
                    <a:pt x="472" y="109"/>
                  </a:lnTo>
                  <a:lnTo>
                    <a:pt x="432" y="129"/>
                  </a:lnTo>
                  <a:lnTo>
                    <a:pt x="410" y="152"/>
                  </a:lnTo>
                  <a:lnTo>
                    <a:pt x="432" y="267"/>
                  </a:lnTo>
                  <a:lnTo>
                    <a:pt x="442" y="295"/>
                  </a:lnTo>
                  <a:lnTo>
                    <a:pt x="419" y="362"/>
                  </a:lnTo>
                  <a:lnTo>
                    <a:pt x="374" y="370"/>
                  </a:lnTo>
                  <a:lnTo>
                    <a:pt x="326" y="368"/>
                  </a:lnTo>
                  <a:lnTo>
                    <a:pt x="312" y="426"/>
                  </a:lnTo>
                  <a:lnTo>
                    <a:pt x="284" y="433"/>
                  </a:lnTo>
                  <a:lnTo>
                    <a:pt x="253" y="449"/>
                  </a:lnTo>
                  <a:lnTo>
                    <a:pt x="231" y="449"/>
                  </a:lnTo>
                  <a:lnTo>
                    <a:pt x="208" y="474"/>
                  </a:lnTo>
                  <a:lnTo>
                    <a:pt x="202" y="494"/>
                  </a:lnTo>
                  <a:lnTo>
                    <a:pt x="56" y="533"/>
                  </a:lnTo>
                  <a:lnTo>
                    <a:pt x="0" y="576"/>
                  </a:lnTo>
                  <a:lnTo>
                    <a:pt x="4" y="621"/>
                  </a:lnTo>
                  <a:lnTo>
                    <a:pt x="7" y="660"/>
                  </a:lnTo>
                  <a:lnTo>
                    <a:pt x="239" y="829"/>
                  </a:lnTo>
                  <a:lnTo>
                    <a:pt x="578" y="1072"/>
                  </a:lnTo>
                  <a:lnTo>
                    <a:pt x="603" y="1117"/>
                  </a:lnTo>
                  <a:lnTo>
                    <a:pt x="644" y="1115"/>
                  </a:lnTo>
                  <a:lnTo>
                    <a:pt x="676" y="1123"/>
                  </a:lnTo>
                  <a:lnTo>
                    <a:pt x="679" y="1157"/>
                  </a:lnTo>
                  <a:lnTo>
                    <a:pt x="681" y="1185"/>
                  </a:lnTo>
                  <a:lnTo>
                    <a:pt x="781" y="1176"/>
                  </a:lnTo>
                  <a:lnTo>
                    <a:pt x="851" y="1176"/>
                  </a:lnTo>
                  <a:lnTo>
                    <a:pt x="1222" y="910"/>
                  </a:lnTo>
                  <a:lnTo>
                    <a:pt x="1185" y="837"/>
                  </a:lnTo>
                  <a:lnTo>
                    <a:pt x="1127" y="845"/>
                  </a:lnTo>
                  <a:lnTo>
                    <a:pt x="1074" y="774"/>
                  </a:lnTo>
                  <a:lnTo>
                    <a:pt x="1064" y="710"/>
                  </a:lnTo>
                  <a:lnTo>
                    <a:pt x="1101" y="668"/>
                  </a:lnTo>
                  <a:lnTo>
                    <a:pt x="1101" y="611"/>
                  </a:lnTo>
                  <a:lnTo>
                    <a:pt x="1087" y="573"/>
                  </a:lnTo>
                  <a:lnTo>
                    <a:pt x="1089" y="544"/>
                  </a:lnTo>
                  <a:lnTo>
                    <a:pt x="1067" y="44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 331"/>
            <p:cNvSpPr>
              <a:spLocks/>
            </p:cNvSpPr>
            <p:nvPr/>
          </p:nvSpPr>
          <p:spPr bwMode="auto">
            <a:xfrm>
              <a:off x="4111417" y="3449238"/>
              <a:ext cx="252947" cy="214032"/>
            </a:xfrm>
            <a:custGeom>
              <a:avLst/>
              <a:gdLst/>
              <a:ahLst/>
              <a:cxnLst>
                <a:cxn ang="0">
                  <a:pos x="0" y="531"/>
                </a:cxn>
                <a:cxn ang="0">
                  <a:pos x="31" y="506"/>
                </a:cxn>
                <a:cxn ang="0">
                  <a:pos x="63" y="486"/>
                </a:cxn>
                <a:cxn ang="0">
                  <a:pos x="98" y="443"/>
                </a:cxn>
                <a:cxn ang="0">
                  <a:pos x="121" y="401"/>
                </a:cxn>
                <a:cxn ang="0">
                  <a:pos x="118" y="315"/>
                </a:cxn>
                <a:cxn ang="0">
                  <a:pos x="135" y="270"/>
                </a:cxn>
                <a:cxn ang="0">
                  <a:pos x="143" y="233"/>
                </a:cxn>
                <a:cxn ang="0">
                  <a:pos x="153" y="216"/>
                </a:cxn>
                <a:cxn ang="0">
                  <a:pos x="216" y="168"/>
                </a:cxn>
                <a:cxn ang="0">
                  <a:pos x="256" y="155"/>
                </a:cxn>
                <a:cxn ang="0">
                  <a:pos x="293" y="132"/>
                </a:cxn>
                <a:cxn ang="0">
                  <a:pos x="296" y="102"/>
                </a:cxn>
                <a:cxn ang="0">
                  <a:pos x="341" y="50"/>
                </a:cxn>
                <a:cxn ang="0">
                  <a:pos x="341" y="19"/>
                </a:cxn>
                <a:cxn ang="0">
                  <a:pos x="369" y="0"/>
                </a:cxn>
                <a:cxn ang="0">
                  <a:pos x="388" y="12"/>
                </a:cxn>
                <a:cxn ang="0">
                  <a:pos x="391" y="25"/>
                </a:cxn>
                <a:cxn ang="0">
                  <a:pos x="414" y="34"/>
                </a:cxn>
                <a:cxn ang="0">
                  <a:pos x="427" y="45"/>
                </a:cxn>
                <a:cxn ang="0">
                  <a:pos x="469" y="50"/>
                </a:cxn>
                <a:cxn ang="0">
                  <a:pos x="532" y="47"/>
                </a:cxn>
                <a:cxn ang="0">
                  <a:pos x="551" y="57"/>
                </a:cxn>
                <a:cxn ang="0">
                  <a:pos x="590" y="62"/>
                </a:cxn>
                <a:cxn ang="0">
                  <a:pos x="612" y="177"/>
                </a:cxn>
                <a:cxn ang="0">
                  <a:pos x="622" y="205"/>
                </a:cxn>
                <a:cxn ang="0">
                  <a:pos x="599" y="272"/>
                </a:cxn>
                <a:cxn ang="0">
                  <a:pos x="554" y="280"/>
                </a:cxn>
                <a:cxn ang="0">
                  <a:pos x="506" y="278"/>
                </a:cxn>
                <a:cxn ang="0">
                  <a:pos x="492" y="337"/>
                </a:cxn>
                <a:cxn ang="0">
                  <a:pos x="464" y="343"/>
                </a:cxn>
                <a:cxn ang="0">
                  <a:pos x="433" y="359"/>
                </a:cxn>
                <a:cxn ang="0">
                  <a:pos x="411" y="359"/>
                </a:cxn>
                <a:cxn ang="0">
                  <a:pos x="388" y="384"/>
                </a:cxn>
                <a:cxn ang="0">
                  <a:pos x="383" y="404"/>
                </a:cxn>
                <a:cxn ang="0">
                  <a:pos x="236" y="443"/>
                </a:cxn>
                <a:cxn ang="0">
                  <a:pos x="180" y="486"/>
                </a:cxn>
                <a:cxn ang="0">
                  <a:pos x="184" y="531"/>
                </a:cxn>
                <a:cxn ang="0">
                  <a:pos x="0" y="531"/>
                </a:cxn>
              </a:cxnLst>
              <a:rect l="0" t="0" r="r" b="b"/>
              <a:pathLst>
                <a:path w="622" h="531">
                  <a:moveTo>
                    <a:pt x="0" y="531"/>
                  </a:moveTo>
                  <a:lnTo>
                    <a:pt x="31" y="506"/>
                  </a:lnTo>
                  <a:lnTo>
                    <a:pt x="63" y="486"/>
                  </a:lnTo>
                  <a:lnTo>
                    <a:pt x="98" y="443"/>
                  </a:lnTo>
                  <a:lnTo>
                    <a:pt x="121" y="401"/>
                  </a:lnTo>
                  <a:lnTo>
                    <a:pt x="118" y="315"/>
                  </a:lnTo>
                  <a:lnTo>
                    <a:pt x="135" y="270"/>
                  </a:lnTo>
                  <a:lnTo>
                    <a:pt x="143" y="233"/>
                  </a:lnTo>
                  <a:lnTo>
                    <a:pt x="153" y="216"/>
                  </a:lnTo>
                  <a:lnTo>
                    <a:pt x="216" y="168"/>
                  </a:lnTo>
                  <a:lnTo>
                    <a:pt x="256" y="155"/>
                  </a:lnTo>
                  <a:lnTo>
                    <a:pt x="293" y="132"/>
                  </a:lnTo>
                  <a:lnTo>
                    <a:pt x="296" y="102"/>
                  </a:lnTo>
                  <a:lnTo>
                    <a:pt x="341" y="50"/>
                  </a:lnTo>
                  <a:lnTo>
                    <a:pt x="341" y="19"/>
                  </a:lnTo>
                  <a:lnTo>
                    <a:pt x="369" y="0"/>
                  </a:lnTo>
                  <a:lnTo>
                    <a:pt x="388" y="12"/>
                  </a:lnTo>
                  <a:lnTo>
                    <a:pt x="391" y="25"/>
                  </a:lnTo>
                  <a:lnTo>
                    <a:pt x="414" y="34"/>
                  </a:lnTo>
                  <a:lnTo>
                    <a:pt x="427" y="45"/>
                  </a:lnTo>
                  <a:lnTo>
                    <a:pt x="469" y="50"/>
                  </a:lnTo>
                  <a:lnTo>
                    <a:pt x="532" y="47"/>
                  </a:lnTo>
                  <a:lnTo>
                    <a:pt x="551" y="57"/>
                  </a:lnTo>
                  <a:lnTo>
                    <a:pt x="590" y="62"/>
                  </a:lnTo>
                  <a:lnTo>
                    <a:pt x="612" y="177"/>
                  </a:lnTo>
                  <a:lnTo>
                    <a:pt x="622" y="205"/>
                  </a:lnTo>
                  <a:lnTo>
                    <a:pt x="599" y="272"/>
                  </a:lnTo>
                  <a:lnTo>
                    <a:pt x="554" y="280"/>
                  </a:lnTo>
                  <a:lnTo>
                    <a:pt x="506" y="278"/>
                  </a:lnTo>
                  <a:lnTo>
                    <a:pt x="492" y="337"/>
                  </a:lnTo>
                  <a:lnTo>
                    <a:pt x="464" y="343"/>
                  </a:lnTo>
                  <a:lnTo>
                    <a:pt x="433" y="359"/>
                  </a:lnTo>
                  <a:lnTo>
                    <a:pt x="411" y="359"/>
                  </a:lnTo>
                  <a:lnTo>
                    <a:pt x="388" y="384"/>
                  </a:lnTo>
                  <a:lnTo>
                    <a:pt x="383" y="404"/>
                  </a:lnTo>
                  <a:lnTo>
                    <a:pt x="236" y="443"/>
                  </a:lnTo>
                  <a:lnTo>
                    <a:pt x="180" y="486"/>
                  </a:lnTo>
                  <a:lnTo>
                    <a:pt x="184" y="531"/>
                  </a:lnTo>
                  <a:lnTo>
                    <a:pt x="0" y="53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 332"/>
            <p:cNvSpPr>
              <a:spLocks/>
            </p:cNvSpPr>
            <p:nvPr/>
          </p:nvSpPr>
          <p:spPr bwMode="auto">
            <a:xfrm>
              <a:off x="5633961" y="3736235"/>
              <a:ext cx="186467" cy="207546"/>
            </a:xfrm>
            <a:custGeom>
              <a:avLst/>
              <a:gdLst/>
              <a:ahLst/>
              <a:cxnLst>
                <a:cxn ang="0">
                  <a:pos x="87" y="511"/>
                </a:cxn>
                <a:cxn ang="0">
                  <a:pos x="175" y="502"/>
                </a:cxn>
                <a:cxn ang="0">
                  <a:pos x="188" y="466"/>
                </a:cxn>
                <a:cxn ang="0">
                  <a:pos x="235" y="454"/>
                </a:cxn>
                <a:cxn ang="0">
                  <a:pos x="261" y="441"/>
                </a:cxn>
                <a:cxn ang="0">
                  <a:pos x="261" y="416"/>
                </a:cxn>
                <a:cxn ang="0">
                  <a:pos x="315" y="370"/>
                </a:cxn>
                <a:cxn ang="0">
                  <a:pos x="323" y="333"/>
                </a:cxn>
                <a:cxn ang="0">
                  <a:pos x="351" y="298"/>
                </a:cxn>
                <a:cxn ang="0">
                  <a:pos x="376" y="286"/>
                </a:cxn>
                <a:cxn ang="0">
                  <a:pos x="430" y="230"/>
                </a:cxn>
                <a:cxn ang="0">
                  <a:pos x="458" y="185"/>
                </a:cxn>
                <a:cxn ang="0">
                  <a:pos x="443" y="157"/>
                </a:cxn>
                <a:cxn ang="0">
                  <a:pos x="418" y="152"/>
                </a:cxn>
                <a:cxn ang="0">
                  <a:pos x="379" y="110"/>
                </a:cxn>
                <a:cxn ang="0">
                  <a:pos x="368" y="87"/>
                </a:cxn>
                <a:cxn ang="0">
                  <a:pos x="323" y="82"/>
                </a:cxn>
                <a:cxn ang="0">
                  <a:pos x="273" y="59"/>
                </a:cxn>
                <a:cxn ang="0">
                  <a:pos x="255" y="31"/>
                </a:cxn>
                <a:cxn ang="0">
                  <a:pos x="245" y="0"/>
                </a:cxn>
                <a:cxn ang="0">
                  <a:pos x="206" y="2"/>
                </a:cxn>
                <a:cxn ang="0">
                  <a:pos x="224" y="54"/>
                </a:cxn>
                <a:cxn ang="0">
                  <a:pos x="169" y="108"/>
                </a:cxn>
                <a:cxn ang="0">
                  <a:pos x="164" y="159"/>
                </a:cxn>
                <a:cxn ang="0">
                  <a:pos x="210" y="188"/>
                </a:cxn>
                <a:cxn ang="0">
                  <a:pos x="180" y="323"/>
                </a:cxn>
                <a:cxn ang="0">
                  <a:pos x="137" y="323"/>
                </a:cxn>
                <a:cxn ang="0">
                  <a:pos x="0" y="385"/>
                </a:cxn>
                <a:cxn ang="0">
                  <a:pos x="29" y="446"/>
                </a:cxn>
                <a:cxn ang="0">
                  <a:pos x="17" y="458"/>
                </a:cxn>
                <a:cxn ang="0">
                  <a:pos x="34" y="471"/>
                </a:cxn>
                <a:cxn ang="0">
                  <a:pos x="65" y="488"/>
                </a:cxn>
                <a:cxn ang="0">
                  <a:pos x="87" y="511"/>
                </a:cxn>
              </a:cxnLst>
              <a:rect l="0" t="0" r="r" b="b"/>
              <a:pathLst>
                <a:path w="458" h="511">
                  <a:moveTo>
                    <a:pt x="87" y="511"/>
                  </a:moveTo>
                  <a:lnTo>
                    <a:pt x="175" y="502"/>
                  </a:lnTo>
                  <a:lnTo>
                    <a:pt x="188" y="466"/>
                  </a:lnTo>
                  <a:lnTo>
                    <a:pt x="235" y="454"/>
                  </a:lnTo>
                  <a:lnTo>
                    <a:pt x="261" y="441"/>
                  </a:lnTo>
                  <a:lnTo>
                    <a:pt x="261" y="416"/>
                  </a:lnTo>
                  <a:lnTo>
                    <a:pt x="315" y="370"/>
                  </a:lnTo>
                  <a:lnTo>
                    <a:pt x="323" y="333"/>
                  </a:lnTo>
                  <a:lnTo>
                    <a:pt x="351" y="298"/>
                  </a:lnTo>
                  <a:lnTo>
                    <a:pt x="376" y="286"/>
                  </a:lnTo>
                  <a:lnTo>
                    <a:pt x="430" y="230"/>
                  </a:lnTo>
                  <a:lnTo>
                    <a:pt x="458" y="185"/>
                  </a:lnTo>
                  <a:lnTo>
                    <a:pt x="443" y="157"/>
                  </a:lnTo>
                  <a:lnTo>
                    <a:pt x="418" y="152"/>
                  </a:lnTo>
                  <a:lnTo>
                    <a:pt x="379" y="110"/>
                  </a:lnTo>
                  <a:lnTo>
                    <a:pt x="368" y="87"/>
                  </a:lnTo>
                  <a:lnTo>
                    <a:pt x="323" y="82"/>
                  </a:lnTo>
                  <a:lnTo>
                    <a:pt x="273" y="59"/>
                  </a:lnTo>
                  <a:lnTo>
                    <a:pt x="255" y="31"/>
                  </a:lnTo>
                  <a:lnTo>
                    <a:pt x="245" y="0"/>
                  </a:lnTo>
                  <a:lnTo>
                    <a:pt x="206" y="2"/>
                  </a:lnTo>
                  <a:lnTo>
                    <a:pt x="224" y="54"/>
                  </a:lnTo>
                  <a:lnTo>
                    <a:pt x="169" y="108"/>
                  </a:lnTo>
                  <a:lnTo>
                    <a:pt x="164" y="159"/>
                  </a:lnTo>
                  <a:lnTo>
                    <a:pt x="210" y="188"/>
                  </a:lnTo>
                  <a:lnTo>
                    <a:pt x="180" y="323"/>
                  </a:lnTo>
                  <a:lnTo>
                    <a:pt x="137" y="323"/>
                  </a:lnTo>
                  <a:lnTo>
                    <a:pt x="0" y="385"/>
                  </a:lnTo>
                  <a:lnTo>
                    <a:pt x="29" y="446"/>
                  </a:lnTo>
                  <a:lnTo>
                    <a:pt x="17" y="458"/>
                  </a:lnTo>
                  <a:lnTo>
                    <a:pt x="34" y="471"/>
                  </a:lnTo>
                  <a:lnTo>
                    <a:pt x="65" y="488"/>
                  </a:lnTo>
                  <a:lnTo>
                    <a:pt x="87" y="5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 333"/>
            <p:cNvSpPr>
              <a:spLocks/>
            </p:cNvSpPr>
            <p:nvPr/>
          </p:nvSpPr>
          <p:spPr bwMode="auto">
            <a:xfrm>
              <a:off x="5215626" y="3538418"/>
              <a:ext cx="504270" cy="431306"/>
            </a:xfrm>
            <a:custGeom>
              <a:avLst/>
              <a:gdLst/>
              <a:ahLst/>
              <a:cxnLst>
                <a:cxn ang="0">
                  <a:pos x="1195" y="647"/>
                </a:cxn>
                <a:cxn ang="0">
                  <a:pos x="1040" y="625"/>
                </a:cxn>
                <a:cxn ang="0">
                  <a:pos x="998" y="583"/>
                </a:cxn>
                <a:cxn ang="0">
                  <a:pos x="1008" y="558"/>
                </a:cxn>
                <a:cxn ang="0">
                  <a:pos x="986" y="535"/>
                </a:cxn>
                <a:cxn ang="0">
                  <a:pos x="956" y="527"/>
                </a:cxn>
                <a:cxn ang="0">
                  <a:pos x="947" y="500"/>
                </a:cxn>
                <a:cxn ang="0">
                  <a:pos x="897" y="437"/>
                </a:cxn>
                <a:cxn ang="0">
                  <a:pos x="902" y="387"/>
                </a:cxn>
                <a:cxn ang="0">
                  <a:pos x="882" y="376"/>
                </a:cxn>
                <a:cxn ang="0">
                  <a:pos x="849" y="303"/>
                </a:cxn>
                <a:cxn ang="0">
                  <a:pos x="817" y="289"/>
                </a:cxn>
                <a:cxn ang="0">
                  <a:pos x="812" y="264"/>
                </a:cxn>
                <a:cxn ang="0">
                  <a:pos x="787" y="243"/>
                </a:cxn>
                <a:cxn ang="0">
                  <a:pos x="748" y="243"/>
                </a:cxn>
                <a:cxn ang="0">
                  <a:pos x="719" y="217"/>
                </a:cxn>
                <a:cxn ang="0">
                  <a:pos x="609" y="229"/>
                </a:cxn>
                <a:cxn ang="0">
                  <a:pos x="509" y="183"/>
                </a:cxn>
                <a:cxn ang="0">
                  <a:pos x="509" y="121"/>
                </a:cxn>
                <a:cxn ang="0">
                  <a:pos x="441" y="78"/>
                </a:cxn>
                <a:cxn ang="0">
                  <a:pos x="348" y="24"/>
                </a:cxn>
                <a:cxn ang="0">
                  <a:pos x="269" y="0"/>
                </a:cxn>
                <a:cxn ang="0">
                  <a:pos x="242" y="28"/>
                </a:cxn>
                <a:cxn ang="0">
                  <a:pos x="134" y="29"/>
                </a:cxn>
                <a:cxn ang="0">
                  <a:pos x="178" y="143"/>
                </a:cxn>
                <a:cxn ang="0">
                  <a:pos x="164" y="159"/>
                </a:cxn>
                <a:cxn ang="0">
                  <a:pos x="113" y="166"/>
                </a:cxn>
                <a:cxn ang="0">
                  <a:pos x="74" y="209"/>
                </a:cxn>
                <a:cxn ang="0">
                  <a:pos x="4" y="220"/>
                </a:cxn>
                <a:cxn ang="0">
                  <a:pos x="4" y="224"/>
                </a:cxn>
                <a:cxn ang="0">
                  <a:pos x="0" y="302"/>
                </a:cxn>
                <a:cxn ang="0">
                  <a:pos x="34" y="311"/>
                </a:cxn>
                <a:cxn ang="0">
                  <a:pos x="40" y="325"/>
                </a:cxn>
                <a:cxn ang="0">
                  <a:pos x="77" y="395"/>
                </a:cxn>
                <a:cxn ang="0">
                  <a:pos x="87" y="429"/>
                </a:cxn>
                <a:cxn ang="0">
                  <a:pos x="127" y="465"/>
                </a:cxn>
                <a:cxn ang="0">
                  <a:pos x="130" y="519"/>
                </a:cxn>
                <a:cxn ang="0">
                  <a:pos x="160" y="558"/>
                </a:cxn>
                <a:cxn ang="0">
                  <a:pos x="192" y="578"/>
                </a:cxn>
                <a:cxn ang="0">
                  <a:pos x="223" y="605"/>
                </a:cxn>
                <a:cxn ang="0">
                  <a:pos x="248" y="643"/>
                </a:cxn>
                <a:cxn ang="0">
                  <a:pos x="248" y="713"/>
                </a:cxn>
                <a:cxn ang="0">
                  <a:pos x="270" y="758"/>
                </a:cxn>
                <a:cxn ang="0">
                  <a:pos x="303" y="799"/>
                </a:cxn>
                <a:cxn ang="0">
                  <a:pos x="343" y="819"/>
                </a:cxn>
                <a:cxn ang="0">
                  <a:pos x="351" y="844"/>
                </a:cxn>
                <a:cxn ang="0">
                  <a:pos x="383" y="923"/>
                </a:cxn>
                <a:cxn ang="0">
                  <a:pos x="416" y="949"/>
                </a:cxn>
                <a:cxn ang="0">
                  <a:pos x="456" y="1002"/>
                </a:cxn>
                <a:cxn ang="0">
                  <a:pos x="509" y="971"/>
                </a:cxn>
                <a:cxn ang="0">
                  <a:pos x="639" y="1002"/>
                </a:cxn>
                <a:cxn ang="0">
                  <a:pos x="689" y="1064"/>
                </a:cxn>
                <a:cxn ang="0">
                  <a:pos x="817" y="917"/>
                </a:cxn>
                <a:cxn ang="0">
                  <a:pos x="1031" y="873"/>
                </a:cxn>
                <a:cxn ang="0">
                  <a:pos x="1168" y="811"/>
                </a:cxn>
                <a:cxn ang="0">
                  <a:pos x="1211" y="811"/>
                </a:cxn>
                <a:cxn ang="0">
                  <a:pos x="1241" y="676"/>
                </a:cxn>
                <a:cxn ang="0">
                  <a:pos x="1195" y="647"/>
                </a:cxn>
              </a:cxnLst>
              <a:rect l="0" t="0" r="r" b="b"/>
              <a:pathLst>
                <a:path w="1241" h="1064">
                  <a:moveTo>
                    <a:pt x="1195" y="647"/>
                  </a:moveTo>
                  <a:lnTo>
                    <a:pt x="1040" y="625"/>
                  </a:lnTo>
                  <a:lnTo>
                    <a:pt x="998" y="583"/>
                  </a:lnTo>
                  <a:lnTo>
                    <a:pt x="1008" y="558"/>
                  </a:lnTo>
                  <a:lnTo>
                    <a:pt x="986" y="535"/>
                  </a:lnTo>
                  <a:lnTo>
                    <a:pt x="956" y="527"/>
                  </a:lnTo>
                  <a:lnTo>
                    <a:pt x="947" y="500"/>
                  </a:lnTo>
                  <a:lnTo>
                    <a:pt x="897" y="437"/>
                  </a:lnTo>
                  <a:lnTo>
                    <a:pt x="902" y="387"/>
                  </a:lnTo>
                  <a:lnTo>
                    <a:pt x="882" y="376"/>
                  </a:lnTo>
                  <a:lnTo>
                    <a:pt x="849" y="303"/>
                  </a:lnTo>
                  <a:lnTo>
                    <a:pt x="817" y="289"/>
                  </a:lnTo>
                  <a:lnTo>
                    <a:pt x="812" y="264"/>
                  </a:lnTo>
                  <a:lnTo>
                    <a:pt x="787" y="243"/>
                  </a:lnTo>
                  <a:lnTo>
                    <a:pt x="748" y="243"/>
                  </a:lnTo>
                  <a:lnTo>
                    <a:pt x="719" y="217"/>
                  </a:lnTo>
                  <a:lnTo>
                    <a:pt x="609" y="229"/>
                  </a:lnTo>
                  <a:lnTo>
                    <a:pt x="509" y="183"/>
                  </a:lnTo>
                  <a:lnTo>
                    <a:pt x="509" y="121"/>
                  </a:lnTo>
                  <a:lnTo>
                    <a:pt x="441" y="78"/>
                  </a:lnTo>
                  <a:lnTo>
                    <a:pt x="348" y="24"/>
                  </a:lnTo>
                  <a:lnTo>
                    <a:pt x="269" y="0"/>
                  </a:lnTo>
                  <a:lnTo>
                    <a:pt x="242" y="28"/>
                  </a:lnTo>
                  <a:lnTo>
                    <a:pt x="134" y="29"/>
                  </a:lnTo>
                  <a:lnTo>
                    <a:pt x="178" y="143"/>
                  </a:lnTo>
                  <a:lnTo>
                    <a:pt x="164" y="159"/>
                  </a:lnTo>
                  <a:lnTo>
                    <a:pt x="113" y="166"/>
                  </a:lnTo>
                  <a:lnTo>
                    <a:pt x="74" y="209"/>
                  </a:lnTo>
                  <a:lnTo>
                    <a:pt x="4" y="220"/>
                  </a:lnTo>
                  <a:lnTo>
                    <a:pt x="4" y="224"/>
                  </a:lnTo>
                  <a:lnTo>
                    <a:pt x="0" y="302"/>
                  </a:lnTo>
                  <a:lnTo>
                    <a:pt x="34" y="311"/>
                  </a:lnTo>
                  <a:lnTo>
                    <a:pt x="40" y="325"/>
                  </a:lnTo>
                  <a:lnTo>
                    <a:pt x="77" y="395"/>
                  </a:lnTo>
                  <a:lnTo>
                    <a:pt x="87" y="429"/>
                  </a:lnTo>
                  <a:lnTo>
                    <a:pt x="127" y="465"/>
                  </a:lnTo>
                  <a:lnTo>
                    <a:pt x="130" y="519"/>
                  </a:lnTo>
                  <a:lnTo>
                    <a:pt x="160" y="558"/>
                  </a:lnTo>
                  <a:lnTo>
                    <a:pt x="192" y="578"/>
                  </a:lnTo>
                  <a:lnTo>
                    <a:pt x="223" y="605"/>
                  </a:lnTo>
                  <a:lnTo>
                    <a:pt x="248" y="643"/>
                  </a:lnTo>
                  <a:lnTo>
                    <a:pt x="248" y="713"/>
                  </a:lnTo>
                  <a:lnTo>
                    <a:pt x="270" y="758"/>
                  </a:lnTo>
                  <a:lnTo>
                    <a:pt x="303" y="799"/>
                  </a:lnTo>
                  <a:lnTo>
                    <a:pt x="343" y="819"/>
                  </a:lnTo>
                  <a:lnTo>
                    <a:pt x="351" y="844"/>
                  </a:lnTo>
                  <a:lnTo>
                    <a:pt x="383" y="923"/>
                  </a:lnTo>
                  <a:lnTo>
                    <a:pt x="416" y="949"/>
                  </a:lnTo>
                  <a:lnTo>
                    <a:pt x="456" y="1002"/>
                  </a:lnTo>
                  <a:lnTo>
                    <a:pt x="509" y="971"/>
                  </a:lnTo>
                  <a:lnTo>
                    <a:pt x="639" y="1002"/>
                  </a:lnTo>
                  <a:lnTo>
                    <a:pt x="689" y="1064"/>
                  </a:lnTo>
                  <a:lnTo>
                    <a:pt x="817" y="917"/>
                  </a:lnTo>
                  <a:lnTo>
                    <a:pt x="1031" y="873"/>
                  </a:lnTo>
                  <a:lnTo>
                    <a:pt x="1168" y="811"/>
                  </a:lnTo>
                  <a:lnTo>
                    <a:pt x="1211" y="811"/>
                  </a:lnTo>
                  <a:lnTo>
                    <a:pt x="1241" y="676"/>
                  </a:lnTo>
                  <a:lnTo>
                    <a:pt x="1195" y="64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 334"/>
            <p:cNvSpPr>
              <a:spLocks/>
            </p:cNvSpPr>
            <p:nvPr/>
          </p:nvSpPr>
          <p:spPr bwMode="auto">
            <a:xfrm>
              <a:off x="4568666" y="3405460"/>
              <a:ext cx="97287" cy="186467"/>
            </a:xfrm>
            <a:custGeom>
              <a:avLst/>
              <a:gdLst/>
              <a:ahLst/>
              <a:cxnLst>
                <a:cxn ang="0">
                  <a:pos x="40" y="30"/>
                </a:cxn>
                <a:cxn ang="0">
                  <a:pos x="43" y="92"/>
                </a:cxn>
                <a:cxn ang="0">
                  <a:pos x="51" y="112"/>
                </a:cxn>
                <a:cxn ang="0">
                  <a:pos x="45" y="163"/>
                </a:cxn>
                <a:cxn ang="0">
                  <a:pos x="0" y="226"/>
                </a:cxn>
                <a:cxn ang="0">
                  <a:pos x="0" y="266"/>
                </a:cxn>
                <a:cxn ang="0">
                  <a:pos x="45" y="316"/>
                </a:cxn>
                <a:cxn ang="0">
                  <a:pos x="76" y="353"/>
                </a:cxn>
                <a:cxn ang="0">
                  <a:pos x="121" y="459"/>
                </a:cxn>
                <a:cxn ang="0">
                  <a:pos x="141" y="459"/>
                </a:cxn>
                <a:cxn ang="0">
                  <a:pos x="171" y="434"/>
                </a:cxn>
                <a:cxn ang="0">
                  <a:pos x="175" y="367"/>
                </a:cxn>
                <a:cxn ang="0">
                  <a:pos x="216" y="361"/>
                </a:cxn>
                <a:cxn ang="0">
                  <a:pos x="243" y="339"/>
                </a:cxn>
                <a:cxn ang="0">
                  <a:pos x="239" y="287"/>
                </a:cxn>
                <a:cxn ang="0">
                  <a:pos x="194" y="267"/>
                </a:cxn>
                <a:cxn ang="0">
                  <a:pos x="169" y="246"/>
                </a:cxn>
                <a:cxn ang="0">
                  <a:pos x="161" y="209"/>
                </a:cxn>
                <a:cxn ang="0">
                  <a:pos x="211" y="167"/>
                </a:cxn>
                <a:cxn ang="0">
                  <a:pos x="211" y="124"/>
                </a:cxn>
                <a:cxn ang="0">
                  <a:pos x="186" y="86"/>
                </a:cxn>
                <a:cxn ang="0">
                  <a:pos x="186" y="57"/>
                </a:cxn>
                <a:cxn ang="0">
                  <a:pos x="208" y="33"/>
                </a:cxn>
                <a:cxn ang="0">
                  <a:pos x="198" y="17"/>
                </a:cxn>
                <a:cxn ang="0">
                  <a:pos x="169" y="17"/>
                </a:cxn>
                <a:cxn ang="0">
                  <a:pos x="150" y="0"/>
                </a:cxn>
                <a:cxn ang="0">
                  <a:pos x="108" y="5"/>
                </a:cxn>
                <a:cxn ang="0">
                  <a:pos x="85" y="25"/>
                </a:cxn>
                <a:cxn ang="0">
                  <a:pos x="40" y="30"/>
                </a:cxn>
              </a:cxnLst>
              <a:rect l="0" t="0" r="r" b="b"/>
              <a:pathLst>
                <a:path w="243" h="459">
                  <a:moveTo>
                    <a:pt x="40" y="30"/>
                  </a:moveTo>
                  <a:lnTo>
                    <a:pt x="43" y="92"/>
                  </a:lnTo>
                  <a:lnTo>
                    <a:pt x="51" y="112"/>
                  </a:lnTo>
                  <a:lnTo>
                    <a:pt x="45" y="163"/>
                  </a:lnTo>
                  <a:lnTo>
                    <a:pt x="0" y="226"/>
                  </a:lnTo>
                  <a:lnTo>
                    <a:pt x="0" y="266"/>
                  </a:lnTo>
                  <a:lnTo>
                    <a:pt x="45" y="316"/>
                  </a:lnTo>
                  <a:lnTo>
                    <a:pt x="76" y="353"/>
                  </a:lnTo>
                  <a:lnTo>
                    <a:pt x="121" y="459"/>
                  </a:lnTo>
                  <a:lnTo>
                    <a:pt x="141" y="459"/>
                  </a:lnTo>
                  <a:lnTo>
                    <a:pt x="171" y="434"/>
                  </a:lnTo>
                  <a:lnTo>
                    <a:pt x="175" y="367"/>
                  </a:lnTo>
                  <a:lnTo>
                    <a:pt x="216" y="361"/>
                  </a:lnTo>
                  <a:lnTo>
                    <a:pt x="243" y="339"/>
                  </a:lnTo>
                  <a:lnTo>
                    <a:pt x="239" y="287"/>
                  </a:lnTo>
                  <a:lnTo>
                    <a:pt x="194" y="267"/>
                  </a:lnTo>
                  <a:lnTo>
                    <a:pt x="169" y="246"/>
                  </a:lnTo>
                  <a:lnTo>
                    <a:pt x="161" y="209"/>
                  </a:lnTo>
                  <a:lnTo>
                    <a:pt x="211" y="167"/>
                  </a:lnTo>
                  <a:lnTo>
                    <a:pt x="211" y="124"/>
                  </a:lnTo>
                  <a:lnTo>
                    <a:pt x="186" y="86"/>
                  </a:lnTo>
                  <a:lnTo>
                    <a:pt x="186" y="57"/>
                  </a:lnTo>
                  <a:lnTo>
                    <a:pt x="208" y="33"/>
                  </a:lnTo>
                  <a:lnTo>
                    <a:pt x="198" y="17"/>
                  </a:lnTo>
                  <a:lnTo>
                    <a:pt x="169" y="17"/>
                  </a:lnTo>
                  <a:lnTo>
                    <a:pt x="150" y="0"/>
                  </a:lnTo>
                  <a:lnTo>
                    <a:pt x="108" y="5"/>
                  </a:lnTo>
                  <a:lnTo>
                    <a:pt x="85" y="25"/>
                  </a:lnTo>
                  <a:lnTo>
                    <a:pt x="40" y="3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 335"/>
            <p:cNvSpPr>
              <a:spLocks/>
            </p:cNvSpPr>
            <p:nvPr/>
          </p:nvSpPr>
          <p:spPr bwMode="auto">
            <a:xfrm>
              <a:off x="5504245" y="3604897"/>
              <a:ext cx="30807" cy="32428"/>
            </a:xfrm>
            <a:custGeom>
              <a:avLst/>
              <a:gdLst/>
              <a:ahLst/>
              <a:cxnLst>
                <a:cxn ang="0">
                  <a:pos x="8" y="54"/>
                </a:cxn>
                <a:cxn ang="0">
                  <a:pos x="0" y="25"/>
                </a:cxn>
                <a:cxn ang="0">
                  <a:pos x="22" y="0"/>
                </a:cxn>
                <a:cxn ang="0">
                  <a:pos x="72" y="15"/>
                </a:cxn>
                <a:cxn ang="0">
                  <a:pos x="53" y="33"/>
                </a:cxn>
                <a:cxn ang="0">
                  <a:pos x="53" y="50"/>
                </a:cxn>
                <a:cxn ang="0">
                  <a:pos x="76" y="80"/>
                </a:cxn>
                <a:cxn ang="0">
                  <a:pos x="37" y="80"/>
                </a:cxn>
                <a:cxn ang="0">
                  <a:pos x="8" y="54"/>
                </a:cxn>
              </a:cxnLst>
              <a:rect l="0" t="0" r="r" b="b"/>
              <a:pathLst>
                <a:path w="76" h="80">
                  <a:moveTo>
                    <a:pt x="8" y="54"/>
                  </a:moveTo>
                  <a:lnTo>
                    <a:pt x="0" y="25"/>
                  </a:lnTo>
                  <a:lnTo>
                    <a:pt x="22" y="0"/>
                  </a:lnTo>
                  <a:lnTo>
                    <a:pt x="72" y="15"/>
                  </a:lnTo>
                  <a:lnTo>
                    <a:pt x="53" y="33"/>
                  </a:lnTo>
                  <a:lnTo>
                    <a:pt x="53" y="50"/>
                  </a:lnTo>
                  <a:lnTo>
                    <a:pt x="76" y="80"/>
                  </a:lnTo>
                  <a:lnTo>
                    <a:pt x="37" y="80"/>
                  </a:lnTo>
                  <a:lnTo>
                    <a:pt x="8" y="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 336"/>
            <p:cNvSpPr>
              <a:spLocks/>
            </p:cNvSpPr>
            <p:nvPr/>
          </p:nvSpPr>
          <p:spPr bwMode="auto">
            <a:xfrm>
              <a:off x="5217248" y="3515719"/>
              <a:ext cx="107016" cy="111880"/>
            </a:xfrm>
            <a:custGeom>
              <a:avLst/>
              <a:gdLst/>
              <a:ahLst/>
              <a:cxnLst>
                <a:cxn ang="0">
                  <a:pos x="30" y="140"/>
                </a:cxn>
                <a:cxn ang="0">
                  <a:pos x="51" y="65"/>
                </a:cxn>
                <a:cxn ang="0">
                  <a:pos x="53" y="54"/>
                </a:cxn>
                <a:cxn ang="0">
                  <a:pos x="103" y="58"/>
                </a:cxn>
                <a:cxn ang="0">
                  <a:pos x="175" y="12"/>
                </a:cxn>
                <a:cxn ang="0">
                  <a:pos x="230" y="0"/>
                </a:cxn>
                <a:cxn ang="0">
                  <a:pos x="266" y="58"/>
                </a:cxn>
                <a:cxn ang="0">
                  <a:pos x="239" y="86"/>
                </a:cxn>
                <a:cxn ang="0">
                  <a:pos x="131" y="87"/>
                </a:cxn>
                <a:cxn ang="0">
                  <a:pos x="175" y="201"/>
                </a:cxn>
                <a:cxn ang="0">
                  <a:pos x="161" y="217"/>
                </a:cxn>
                <a:cxn ang="0">
                  <a:pos x="110" y="224"/>
                </a:cxn>
                <a:cxn ang="0">
                  <a:pos x="71" y="266"/>
                </a:cxn>
                <a:cxn ang="0">
                  <a:pos x="0" y="278"/>
                </a:cxn>
                <a:cxn ang="0">
                  <a:pos x="0" y="250"/>
                </a:cxn>
                <a:cxn ang="0">
                  <a:pos x="22" y="189"/>
                </a:cxn>
                <a:cxn ang="0">
                  <a:pos x="30" y="140"/>
                </a:cxn>
              </a:cxnLst>
              <a:rect l="0" t="0" r="r" b="b"/>
              <a:pathLst>
                <a:path w="266" h="278">
                  <a:moveTo>
                    <a:pt x="30" y="140"/>
                  </a:moveTo>
                  <a:lnTo>
                    <a:pt x="51" y="65"/>
                  </a:lnTo>
                  <a:lnTo>
                    <a:pt x="53" y="54"/>
                  </a:lnTo>
                  <a:lnTo>
                    <a:pt x="103" y="58"/>
                  </a:lnTo>
                  <a:lnTo>
                    <a:pt x="175" y="12"/>
                  </a:lnTo>
                  <a:lnTo>
                    <a:pt x="230" y="0"/>
                  </a:lnTo>
                  <a:lnTo>
                    <a:pt x="266" y="58"/>
                  </a:lnTo>
                  <a:lnTo>
                    <a:pt x="239" y="86"/>
                  </a:lnTo>
                  <a:lnTo>
                    <a:pt x="131" y="87"/>
                  </a:lnTo>
                  <a:lnTo>
                    <a:pt x="175" y="201"/>
                  </a:lnTo>
                  <a:lnTo>
                    <a:pt x="161" y="217"/>
                  </a:lnTo>
                  <a:lnTo>
                    <a:pt x="110" y="224"/>
                  </a:lnTo>
                  <a:lnTo>
                    <a:pt x="71" y="266"/>
                  </a:lnTo>
                  <a:lnTo>
                    <a:pt x="0" y="278"/>
                  </a:lnTo>
                  <a:lnTo>
                    <a:pt x="0" y="250"/>
                  </a:lnTo>
                  <a:lnTo>
                    <a:pt x="22" y="189"/>
                  </a:lnTo>
                  <a:lnTo>
                    <a:pt x="30" y="14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 337"/>
            <p:cNvSpPr>
              <a:spLocks/>
            </p:cNvSpPr>
            <p:nvPr/>
          </p:nvSpPr>
          <p:spPr bwMode="auto">
            <a:xfrm>
              <a:off x="5230220" y="3463831"/>
              <a:ext cx="32428" cy="47023"/>
            </a:xfrm>
            <a:custGeom>
              <a:avLst/>
              <a:gdLst/>
              <a:ahLst/>
              <a:cxnLst>
                <a:cxn ang="0">
                  <a:pos x="45" y="99"/>
                </a:cxn>
                <a:cxn ang="0">
                  <a:pos x="28" y="96"/>
                </a:cxn>
                <a:cxn ang="0">
                  <a:pos x="18" y="118"/>
                </a:cxn>
                <a:cxn ang="0">
                  <a:pos x="1" y="111"/>
                </a:cxn>
                <a:cxn ang="0">
                  <a:pos x="0" y="110"/>
                </a:cxn>
                <a:cxn ang="0">
                  <a:pos x="4" y="95"/>
                </a:cxn>
                <a:cxn ang="0">
                  <a:pos x="14" y="70"/>
                </a:cxn>
                <a:cxn ang="0">
                  <a:pos x="21" y="0"/>
                </a:cxn>
                <a:cxn ang="0">
                  <a:pos x="57" y="0"/>
                </a:cxn>
                <a:cxn ang="0">
                  <a:pos x="78" y="13"/>
                </a:cxn>
                <a:cxn ang="0">
                  <a:pos x="79" y="35"/>
                </a:cxn>
                <a:cxn ang="0">
                  <a:pos x="57" y="55"/>
                </a:cxn>
                <a:cxn ang="0">
                  <a:pos x="58" y="80"/>
                </a:cxn>
                <a:cxn ang="0">
                  <a:pos x="45" y="99"/>
                </a:cxn>
              </a:cxnLst>
              <a:rect l="0" t="0" r="r" b="b"/>
              <a:pathLst>
                <a:path w="79" h="118">
                  <a:moveTo>
                    <a:pt x="45" y="99"/>
                  </a:moveTo>
                  <a:lnTo>
                    <a:pt x="28" y="96"/>
                  </a:lnTo>
                  <a:lnTo>
                    <a:pt x="18" y="118"/>
                  </a:lnTo>
                  <a:lnTo>
                    <a:pt x="1" y="111"/>
                  </a:lnTo>
                  <a:lnTo>
                    <a:pt x="0" y="110"/>
                  </a:lnTo>
                  <a:lnTo>
                    <a:pt x="4" y="95"/>
                  </a:lnTo>
                  <a:lnTo>
                    <a:pt x="14" y="70"/>
                  </a:lnTo>
                  <a:lnTo>
                    <a:pt x="21" y="0"/>
                  </a:lnTo>
                  <a:lnTo>
                    <a:pt x="57" y="0"/>
                  </a:lnTo>
                  <a:lnTo>
                    <a:pt x="78" y="13"/>
                  </a:lnTo>
                  <a:lnTo>
                    <a:pt x="79" y="35"/>
                  </a:lnTo>
                  <a:lnTo>
                    <a:pt x="57" y="55"/>
                  </a:lnTo>
                  <a:lnTo>
                    <a:pt x="58" y="80"/>
                  </a:lnTo>
                  <a:lnTo>
                    <a:pt x="45" y="9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 338"/>
            <p:cNvSpPr>
              <a:spLocks/>
            </p:cNvSpPr>
            <p:nvPr/>
          </p:nvSpPr>
          <p:spPr bwMode="auto">
            <a:xfrm>
              <a:off x="5201033" y="3565983"/>
              <a:ext cx="9728" cy="14593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0" y="21"/>
                </a:cxn>
                <a:cxn ang="0">
                  <a:pos x="6" y="38"/>
                </a:cxn>
                <a:cxn ang="0">
                  <a:pos x="25" y="17"/>
                </a:cxn>
                <a:cxn ang="0">
                  <a:pos x="17" y="0"/>
                </a:cxn>
              </a:cxnLst>
              <a:rect l="0" t="0" r="r" b="b"/>
              <a:pathLst>
                <a:path w="25" h="38">
                  <a:moveTo>
                    <a:pt x="17" y="0"/>
                  </a:moveTo>
                  <a:lnTo>
                    <a:pt x="0" y="21"/>
                  </a:lnTo>
                  <a:lnTo>
                    <a:pt x="6" y="38"/>
                  </a:lnTo>
                  <a:lnTo>
                    <a:pt x="25" y="17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 339"/>
            <p:cNvSpPr>
              <a:spLocks/>
            </p:cNvSpPr>
            <p:nvPr/>
          </p:nvSpPr>
          <p:spPr bwMode="auto">
            <a:xfrm>
              <a:off x="5311291" y="3389243"/>
              <a:ext cx="230246" cy="243218"/>
            </a:xfrm>
            <a:custGeom>
              <a:avLst/>
              <a:gdLst/>
              <a:ahLst/>
              <a:cxnLst>
                <a:cxn ang="0">
                  <a:pos x="550" y="549"/>
                </a:cxn>
                <a:cxn ang="0">
                  <a:pos x="500" y="534"/>
                </a:cxn>
                <a:cxn ang="0">
                  <a:pos x="478" y="559"/>
                </a:cxn>
                <a:cxn ang="0">
                  <a:pos x="486" y="588"/>
                </a:cxn>
                <a:cxn ang="0">
                  <a:pos x="376" y="600"/>
                </a:cxn>
                <a:cxn ang="0">
                  <a:pos x="276" y="554"/>
                </a:cxn>
                <a:cxn ang="0">
                  <a:pos x="276" y="492"/>
                </a:cxn>
                <a:cxn ang="0">
                  <a:pos x="208" y="449"/>
                </a:cxn>
                <a:cxn ang="0">
                  <a:pos x="115" y="395"/>
                </a:cxn>
                <a:cxn ang="0">
                  <a:pos x="36" y="371"/>
                </a:cxn>
                <a:cxn ang="0">
                  <a:pos x="0" y="313"/>
                </a:cxn>
                <a:cxn ang="0">
                  <a:pos x="12" y="286"/>
                </a:cxn>
                <a:cxn ang="0">
                  <a:pos x="135" y="206"/>
                </a:cxn>
                <a:cxn ang="0">
                  <a:pos x="158" y="135"/>
                </a:cxn>
                <a:cxn ang="0">
                  <a:pos x="130" y="78"/>
                </a:cxn>
                <a:cxn ang="0">
                  <a:pos x="200" y="29"/>
                </a:cxn>
                <a:cxn ang="0">
                  <a:pos x="243" y="0"/>
                </a:cxn>
                <a:cxn ang="0">
                  <a:pos x="288" y="8"/>
                </a:cxn>
                <a:cxn ang="0">
                  <a:pos x="310" y="37"/>
                </a:cxn>
                <a:cxn ang="0">
                  <a:pos x="347" y="28"/>
                </a:cxn>
                <a:cxn ang="0">
                  <a:pos x="398" y="117"/>
                </a:cxn>
                <a:cxn ang="0">
                  <a:pos x="432" y="117"/>
                </a:cxn>
                <a:cxn ang="0">
                  <a:pos x="448" y="142"/>
                </a:cxn>
                <a:cxn ang="0">
                  <a:pos x="390" y="256"/>
                </a:cxn>
                <a:cxn ang="0">
                  <a:pos x="453" y="339"/>
                </a:cxn>
                <a:cxn ang="0">
                  <a:pos x="500" y="349"/>
                </a:cxn>
                <a:cxn ang="0">
                  <a:pos x="541" y="411"/>
                </a:cxn>
                <a:cxn ang="0">
                  <a:pos x="537" y="482"/>
                </a:cxn>
                <a:cxn ang="0">
                  <a:pos x="571" y="525"/>
                </a:cxn>
                <a:cxn ang="0">
                  <a:pos x="550" y="549"/>
                </a:cxn>
              </a:cxnLst>
              <a:rect l="0" t="0" r="r" b="b"/>
              <a:pathLst>
                <a:path w="571" h="600">
                  <a:moveTo>
                    <a:pt x="550" y="549"/>
                  </a:moveTo>
                  <a:lnTo>
                    <a:pt x="500" y="534"/>
                  </a:lnTo>
                  <a:lnTo>
                    <a:pt x="478" y="559"/>
                  </a:lnTo>
                  <a:lnTo>
                    <a:pt x="486" y="588"/>
                  </a:lnTo>
                  <a:lnTo>
                    <a:pt x="376" y="600"/>
                  </a:lnTo>
                  <a:lnTo>
                    <a:pt x="276" y="554"/>
                  </a:lnTo>
                  <a:lnTo>
                    <a:pt x="276" y="492"/>
                  </a:lnTo>
                  <a:lnTo>
                    <a:pt x="208" y="449"/>
                  </a:lnTo>
                  <a:lnTo>
                    <a:pt x="115" y="395"/>
                  </a:lnTo>
                  <a:lnTo>
                    <a:pt x="36" y="371"/>
                  </a:lnTo>
                  <a:lnTo>
                    <a:pt x="0" y="313"/>
                  </a:lnTo>
                  <a:lnTo>
                    <a:pt x="12" y="286"/>
                  </a:lnTo>
                  <a:lnTo>
                    <a:pt x="135" y="206"/>
                  </a:lnTo>
                  <a:lnTo>
                    <a:pt x="158" y="135"/>
                  </a:lnTo>
                  <a:lnTo>
                    <a:pt x="130" y="78"/>
                  </a:lnTo>
                  <a:lnTo>
                    <a:pt x="200" y="29"/>
                  </a:lnTo>
                  <a:lnTo>
                    <a:pt x="243" y="0"/>
                  </a:lnTo>
                  <a:lnTo>
                    <a:pt x="288" y="8"/>
                  </a:lnTo>
                  <a:lnTo>
                    <a:pt x="310" y="37"/>
                  </a:lnTo>
                  <a:lnTo>
                    <a:pt x="347" y="28"/>
                  </a:lnTo>
                  <a:lnTo>
                    <a:pt x="398" y="117"/>
                  </a:lnTo>
                  <a:lnTo>
                    <a:pt x="432" y="117"/>
                  </a:lnTo>
                  <a:lnTo>
                    <a:pt x="448" y="142"/>
                  </a:lnTo>
                  <a:lnTo>
                    <a:pt x="390" y="256"/>
                  </a:lnTo>
                  <a:lnTo>
                    <a:pt x="453" y="339"/>
                  </a:lnTo>
                  <a:lnTo>
                    <a:pt x="500" y="349"/>
                  </a:lnTo>
                  <a:lnTo>
                    <a:pt x="541" y="411"/>
                  </a:lnTo>
                  <a:lnTo>
                    <a:pt x="537" y="482"/>
                  </a:lnTo>
                  <a:lnTo>
                    <a:pt x="571" y="525"/>
                  </a:lnTo>
                  <a:lnTo>
                    <a:pt x="550" y="54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 340"/>
            <p:cNvSpPr>
              <a:spLocks/>
            </p:cNvSpPr>
            <p:nvPr/>
          </p:nvSpPr>
          <p:spPr bwMode="auto">
            <a:xfrm>
              <a:off x="5439387" y="3322764"/>
              <a:ext cx="458871" cy="411850"/>
            </a:xfrm>
            <a:custGeom>
              <a:avLst/>
              <a:gdLst/>
              <a:ahLst/>
              <a:cxnLst>
                <a:cxn ang="0">
                  <a:pos x="1014" y="1004"/>
                </a:cxn>
                <a:cxn ang="0">
                  <a:pos x="941" y="994"/>
                </a:cxn>
                <a:cxn ang="0">
                  <a:pos x="862" y="989"/>
                </a:cxn>
                <a:cxn ang="0">
                  <a:pos x="778" y="959"/>
                </a:cxn>
                <a:cxn ang="0">
                  <a:pos x="763" y="894"/>
                </a:cxn>
                <a:cxn ang="0">
                  <a:pos x="725" y="879"/>
                </a:cxn>
                <a:cxn ang="0">
                  <a:pos x="572" y="908"/>
                </a:cxn>
                <a:cxn ang="0">
                  <a:pos x="527" y="891"/>
                </a:cxn>
                <a:cxn ang="0">
                  <a:pos x="464" y="843"/>
                </a:cxn>
                <a:cxn ang="0">
                  <a:pos x="416" y="784"/>
                </a:cxn>
                <a:cxn ang="0">
                  <a:pos x="362" y="711"/>
                </a:cxn>
                <a:cxn ang="0">
                  <a:pos x="284" y="675"/>
                </a:cxn>
                <a:cxn ang="0">
                  <a:pos x="219" y="643"/>
                </a:cxn>
                <a:cxn ang="0">
                  <a:pos x="182" y="510"/>
                </a:cxn>
                <a:cxn ang="0">
                  <a:pos x="72" y="417"/>
                </a:cxn>
                <a:cxn ang="0">
                  <a:pos x="114" y="278"/>
                </a:cxn>
                <a:cxn ang="0">
                  <a:pos x="29" y="189"/>
                </a:cxn>
                <a:cxn ang="0">
                  <a:pos x="0" y="25"/>
                </a:cxn>
                <a:cxn ang="0">
                  <a:pos x="101" y="46"/>
                </a:cxn>
                <a:cxn ang="0">
                  <a:pos x="168" y="30"/>
                </a:cxn>
                <a:cxn ang="0">
                  <a:pos x="240" y="25"/>
                </a:cxn>
                <a:cxn ang="0">
                  <a:pos x="273" y="112"/>
                </a:cxn>
                <a:cxn ang="0">
                  <a:pos x="286" y="132"/>
                </a:cxn>
                <a:cxn ang="0">
                  <a:pos x="305" y="147"/>
                </a:cxn>
                <a:cxn ang="0">
                  <a:pos x="327" y="157"/>
                </a:cxn>
                <a:cxn ang="0">
                  <a:pos x="351" y="163"/>
                </a:cxn>
                <a:cxn ang="0">
                  <a:pos x="352" y="174"/>
                </a:cxn>
                <a:cxn ang="0">
                  <a:pos x="356" y="185"/>
                </a:cxn>
                <a:cxn ang="0">
                  <a:pos x="374" y="202"/>
                </a:cxn>
                <a:cxn ang="0">
                  <a:pos x="413" y="230"/>
                </a:cxn>
                <a:cxn ang="0">
                  <a:pos x="439" y="231"/>
                </a:cxn>
                <a:cxn ang="0">
                  <a:pos x="465" y="230"/>
                </a:cxn>
                <a:cxn ang="0">
                  <a:pos x="490" y="225"/>
                </a:cxn>
                <a:cxn ang="0">
                  <a:pos x="514" y="218"/>
                </a:cxn>
                <a:cxn ang="0">
                  <a:pos x="556" y="217"/>
                </a:cxn>
                <a:cxn ang="0">
                  <a:pos x="578" y="213"/>
                </a:cxn>
                <a:cxn ang="0">
                  <a:pos x="584" y="206"/>
                </a:cxn>
                <a:cxn ang="0">
                  <a:pos x="590" y="197"/>
                </a:cxn>
                <a:cxn ang="0">
                  <a:pos x="657" y="168"/>
                </a:cxn>
                <a:cxn ang="0">
                  <a:pos x="829" y="127"/>
                </a:cxn>
                <a:cxn ang="0">
                  <a:pos x="897" y="152"/>
                </a:cxn>
                <a:cxn ang="0">
                  <a:pos x="1015" y="291"/>
                </a:cxn>
                <a:cxn ang="0">
                  <a:pos x="968" y="408"/>
                </a:cxn>
                <a:cxn ang="0">
                  <a:pos x="982" y="556"/>
                </a:cxn>
                <a:cxn ang="0">
                  <a:pos x="1024" y="568"/>
                </a:cxn>
                <a:cxn ang="0">
                  <a:pos x="1015" y="657"/>
                </a:cxn>
                <a:cxn ang="0">
                  <a:pos x="994" y="741"/>
                </a:cxn>
                <a:cxn ang="0">
                  <a:pos x="1096" y="871"/>
                </a:cxn>
                <a:cxn ang="0">
                  <a:pos x="1133" y="918"/>
                </a:cxn>
                <a:cxn ang="0">
                  <a:pos x="1049" y="1006"/>
                </a:cxn>
              </a:cxnLst>
              <a:rect l="0" t="0" r="r" b="b"/>
              <a:pathLst>
                <a:path w="1133" h="1014">
                  <a:moveTo>
                    <a:pt x="1031" y="1014"/>
                  </a:moveTo>
                  <a:lnTo>
                    <a:pt x="1014" y="1004"/>
                  </a:lnTo>
                  <a:lnTo>
                    <a:pt x="978" y="1001"/>
                  </a:lnTo>
                  <a:lnTo>
                    <a:pt x="941" y="994"/>
                  </a:lnTo>
                  <a:lnTo>
                    <a:pt x="898" y="1001"/>
                  </a:lnTo>
                  <a:lnTo>
                    <a:pt x="862" y="989"/>
                  </a:lnTo>
                  <a:lnTo>
                    <a:pt x="806" y="975"/>
                  </a:lnTo>
                  <a:lnTo>
                    <a:pt x="778" y="959"/>
                  </a:lnTo>
                  <a:lnTo>
                    <a:pt x="775" y="936"/>
                  </a:lnTo>
                  <a:lnTo>
                    <a:pt x="763" y="894"/>
                  </a:lnTo>
                  <a:lnTo>
                    <a:pt x="741" y="877"/>
                  </a:lnTo>
                  <a:lnTo>
                    <a:pt x="725" y="879"/>
                  </a:lnTo>
                  <a:lnTo>
                    <a:pt x="690" y="911"/>
                  </a:lnTo>
                  <a:lnTo>
                    <a:pt x="572" y="908"/>
                  </a:lnTo>
                  <a:lnTo>
                    <a:pt x="556" y="896"/>
                  </a:lnTo>
                  <a:lnTo>
                    <a:pt x="527" y="891"/>
                  </a:lnTo>
                  <a:lnTo>
                    <a:pt x="489" y="846"/>
                  </a:lnTo>
                  <a:lnTo>
                    <a:pt x="464" y="843"/>
                  </a:lnTo>
                  <a:lnTo>
                    <a:pt x="421" y="813"/>
                  </a:lnTo>
                  <a:lnTo>
                    <a:pt x="416" y="784"/>
                  </a:lnTo>
                  <a:lnTo>
                    <a:pt x="399" y="753"/>
                  </a:lnTo>
                  <a:lnTo>
                    <a:pt x="362" y="711"/>
                  </a:lnTo>
                  <a:lnTo>
                    <a:pt x="356" y="680"/>
                  </a:lnTo>
                  <a:lnTo>
                    <a:pt x="284" y="675"/>
                  </a:lnTo>
                  <a:lnTo>
                    <a:pt x="253" y="686"/>
                  </a:lnTo>
                  <a:lnTo>
                    <a:pt x="219" y="643"/>
                  </a:lnTo>
                  <a:lnTo>
                    <a:pt x="223" y="572"/>
                  </a:lnTo>
                  <a:lnTo>
                    <a:pt x="182" y="510"/>
                  </a:lnTo>
                  <a:lnTo>
                    <a:pt x="135" y="500"/>
                  </a:lnTo>
                  <a:lnTo>
                    <a:pt x="72" y="417"/>
                  </a:lnTo>
                  <a:lnTo>
                    <a:pt x="130" y="303"/>
                  </a:lnTo>
                  <a:lnTo>
                    <a:pt x="114" y="278"/>
                  </a:lnTo>
                  <a:lnTo>
                    <a:pt x="80" y="278"/>
                  </a:lnTo>
                  <a:lnTo>
                    <a:pt x="29" y="189"/>
                  </a:lnTo>
                  <a:lnTo>
                    <a:pt x="33" y="143"/>
                  </a:lnTo>
                  <a:lnTo>
                    <a:pt x="0" y="25"/>
                  </a:lnTo>
                  <a:lnTo>
                    <a:pt x="29" y="0"/>
                  </a:lnTo>
                  <a:lnTo>
                    <a:pt x="101" y="46"/>
                  </a:lnTo>
                  <a:lnTo>
                    <a:pt x="134" y="38"/>
                  </a:lnTo>
                  <a:lnTo>
                    <a:pt x="168" y="30"/>
                  </a:lnTo>
                  <a:lnTo>
                    <a:pt x="232" y="9"/>
                  </a:lnTo>
                  <a:lnTo>
                    <a:pt x="240" y="25"/>
                  </a:lnTo>
                  <a:lnTo>
                    <a:pt x="236" y="84"/>
                  </a:lnTo>
                  <a:lnTo>
                    <a:pt x="273" y="112"/>
                  </a:lnTo>
                  <a:lnTo>
                    <a:pt x="278" y="123"/>
                  </a:lnTo>
                  <a:lnTo>
                    <a:pt x="286" y="132"/>
                  </a:lnTo>
                  <a:lnTo>
                    <a:pt x="294" y="140"/>
                  </a:lnTo>
                  <a:lnTo>
                    <a:pt x="305" y="147"/>
                  </a:lnTo>
                  <a:lnTo>
                    <a:pt x="315" y="153"/>
                  </a:lnTo>
                  <a:lnTo>
                    <a:pt x="327" y="157"/>
                  </a:lnTo>
                  <a:lnTo>
                    <a:pt x="339" y="160"/>
                  </a:lnTo>
                  <a:lnTo>
                    <a:pt x="351" y="163"/>
                  </a:lnTo>
                  <a:lnTo>
                    <a:pt x="351" y="169"/>
                  </a:lnTo>
                  <a:lnTo>
                    <a:pt x="352" y="174"/>
                  </a:lnTo>
                  <a:lnTo>
                    <a:pt x="354" y="180"/>
                  </a:lnTo>
                  <a:lnTo>
                    <a:pt x="356" y="185"/>
                  </a:lnTo>
                  <a:lnTo>
                    <a:pt x="364" y="194"/>
                  </a:lnTo>
                  <a:lnTo>
                    <a:pt x="374" y="202"/>
                  </a:lnTo>
                  <a:lnTo>
                    <a:pt x="394" y="217"/>
                  </a:lnTo>
                  <a:lnTo>
                    <a:pt x="413" y="230"/>
                  </a:lnTo>
                  <a:lnTo>
                    <a:pt x="425" y="231"/>
                  </a:lnTo>
                  <a:lnTo>
                    <a:pt x="439" y="231"/>
                  </a:lnTo>
                  <a:lnTo>
                    <a:pt x="452" y="231"/>
                  </a:lnTo>
                  <a:lnTo>
                    <a:pt x="465" y="230"/>
                  </a:lnTo>
                  <a:lnTo>
                    <a:pt x="478" y="227"/>
                  </a:lnTo>
                  <a:lnTo>
                    <a:pt x="490" y="225"/>
                  </a:lnTo>
                  <a:lnTo>
                    <a:pt x="502" y="222"/>
                  </a:lnTo>
                  <a:lnTo>
                    <a:pt x="514" y="218"/>
                  </a:lnTo>
                  <a:lnTo>
                    <a:pt x="534" y="216"/>
                  </a:lnTo>
                  <a:lnTo>
                    <a:pt x="556" y="217"/>
                  </a:lnTo>
                  <a:lnTo>
                    <a:pt x="568" y="216"/>
                  </a:lnTo>
                  <a:lnTo>
                    <a:pt x="578" y="213"/>
                  </a:lnTo>
                  <a:lnTo>
                    <a:pt x="582" y="210"/>
                  </a:lnTo>
                  <a:lnTo>
                    <a:pt x="584" y="206"/>
                  </a:lnTo>
                  <a:lnTo>
                    <a:pt x="588" y="202"/>
                  </a:lnTo>
                  <a:lnTo>
                    <a:pt x="590" y="197"/>
                  </a:lnTo>
                  <a:lnTo>
                    <a:pt x="592" y="160"/>
                  </a:lnTo>
                  <a:lnTo>
                    <a:pt x="657" y="168"/>
                  </a:lnTo>
                  <a:lnTo>
                    <a:pt x="686" y="110"/>
                  </a:lnTo>
                  <a:lnTo>
                    <a:pt x="829" y="127"/>
                  </a:lnTo>
                  <a:lnTo>
                    <a:pt x="851" y="147"/>
                  </a:lnTo>
                  <a:lnTo>
                    <a:pt x="897" y="152"/>
                  </a:lnTo>
                  <a:lnTo>
                    <a:pt x="1007" y="227"/>
                  </a:lnTo>
                  <a:lnTo>
                    <a:pt x="1015" y="291"/>
                  </a:lnTo>
                  <a:lnTo>
                    <a:pt x="1015" y="345"/>
                  </a:lnTo>
                  <a:lnTo>
                    <a:pt x="968" y="408"/>
                  </a:lnTo>
                  <a:lnTo>
                    <a:pt x="986" y="506"/>
                  </a:lnTo>
                  <a:lnTo>
                    <a:pt x="982" y="556"/>
                  </a:lnTo>
                  <a:lnTo>
                    <a:pt x="998" y="589"/>
                  </a:lnTo>
                  <a:lnTo>
                    <a:pt x="1024" y="568"/>
                  </a:lnTo>
                  <a:lnTo>
                    <a:pt x="1049" y="606"/>
                  </a:lnTo>
                  <a:lnTo>
                    <a:pt x="1015" y="657"/>
                  </a:lnTo>
                  <a:lnTo>
                    <a:pt x="994" y="703"/>
                  </a:lnTo>
                  <a:lnTo>
                    <a:pt x="994" y="741"/>
                  </a:lnTo>
                  <a:lnTo>
                    <a:pt x="1100" y="829"/>
                  </a:lnTo>
                  <a:lnTo>
                    <a:pt x="1096" y="871"/>
                  </a:lnTo>
                  <a:lnTo>
                    <a:pt x="1133" y="875"/>
                  </a:lnTo>
                  <a:lnTo>
                    <a:pt x="1133" y="918"/>
                  </a:lnTo>
                  <a:lnTo>
                    <a:pt x="1053" y="951"/>
                  </a:lnTo>
                  <a:lnTo>
                    <a:pt x="1049" y="1006"/>
                  </a:lnTo>
                  <a:lnTo>
                    <a:pt x="1031" y="10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 341"/>
            <p:cNvSpPr>
              <a:spLocks/>
            </p:cNvSpPr>
            <p:nvPr/>
          </p:nvSpPr>
          <p:spPr bwMode="auto">
            <a:xfrm>
              <a:off x="5723140" y="3689213"/>
              <a:ext cx="14593" cy="11350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29"/>
                </a:cxn>
                <a:cxn ang="0">
                  <a:pos x="38" y="9"/>
                </a:cxn>
                <a:cxn ang="0">
                  <a:pos x="33" y="0"/>
                </a:cxn>
                <a:cxn ang="0">
                  <a:pos x="0" y="20"/>
                </a:cxn>
              </a:cxnLst>
              <a:rect l="0" t="0" r="r" b="b"/>
              <a:pathLst>
                <a:path w="38" h="29">
                  <a:moveTo>
                    <a:pt x="0" y="20"/>
                  </a:moveTo>
                  <a:lnTo>
                    <a:pt x="0" y="29"/>
                  </a:lnTo>
                  <a:lnTo>
                    <a:pt x="38" y="9"/>
                  </a:lnTo>
                  <a:lnTo>
                    <a:pt x="33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 342"/>
            <p:cNvSpPr>
              <a:spLocks/>
            </p:cNvSpPr>
            <p:nvPr/>
          </p:nvSpPr>
          <p:spPr bwMode="auto">
            <a:xfrm>
              <a:off x="5719897" y="3710292"/>
              <a:ext cx="16214" cy="17835"/>
            </a:xfrm>
            <a:custGeom>
              <a:avLst/>
              <a:gdLst/>
              <a:ahLst/>
              <a:cxnLst>
                <a:cxn ang="0">
                  <a:pos x="37" y="45"/>
                </a:cxn>
                <a:cxn ang="0">
                  <a:pos x="43" y="8"/>
                </a:cxn>
                <a:cxn ang="0">
                  <a:pos x="31" y="0"/>
                </a:cxn>
                <a:cxn ang="0">
                  <a:pos x="19" y="3"/>
                </a:cxn>
                <a:cxn ang="0">
                  <a:pos x="0" y="24"/>
                </a:cxn>
                <a:cxn ang="0">
                  <a:pos x="37" y="45"/>
                </a:cxn>
              </a:cxnLst>
              <a:rect l="0" t="0" r="r" b="b"/>
              <a:pathLst>
                <a:path w="43" h="45">
                  <a:moveTo>
                    <a:pt x="37" y="45"/>
                  </a:moveTo>
                  <a:lnTo>
                    <a:pt x="43" y="8"/>
                  </a:lnTo>
                  <a:lnTo>
                    <a:pt x="31" y="0"/>
                  </a:lnTo>
                  <a:lnTo>
                    <a:pt x="19" y="3"/>
                  </a:lnTo>
                  <a:lnTo>
                    <a:pt x="0" y="24"/>
                  </a:lnTo>
                  <a:lnTo>
                    <a:pt x="37" y="4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 343"/>
            <p:cNvSpPr>
              <a:spLocks/>
            </p:cNvSpPr>
            <p:nvPr/>
          </p:nvSpPr>
          <p:spPr bwMode="auto">
            <a:xfrm>
              <a:off x="5620988" y="3720020"/>
              <a:ext cx="113502" cy="81074"/>
            </a:xfrm>
            <a:custGeom>
              <a:avLst/>
              <a:gdLst/>
              <a:ahLst/>
              <a:cxnLst>
                <a:cxn ang="0">
                  <a:pos x="280" y="21"/>
                </a:cxn>
                <a:cxn ang="0">
                  <a:pos x="243" y="0"/>
                </a:cxn>
                <a:cxn ang="0">
                  <a:pos x="215" y="32"/>
                </a:cxn>
                <a:cxn ang="0">
                  <a:pos x="157" y="77"/>
                </a:cxn>
                <a:cxn ang="0">
                  <a:pos x="128" y="110"/>
                </a:cxn>
                <a:cxn ang="0">
                  <a:pos x="75" y="118"/>
                </a:cxn>
                <a:cxn ang="0">
                  <a:pos x="47" y="118"/>
                </a:cxn>
                <a:cxn ang="0">
                  <a:pos x="10" y="113"/>
                </a:cxn>
                <a:cxn ang="0">
                  <a:pos x="0" y="138"/>
                </a:cxn>
                <a:cxn ang="0">
                  <a:pos x="42" y="180"/>
                </a:cxn>
                <a:cxn ang="0">
                  <a:pos x="197" y="202"/>
                </a:cxn>
                <a:cxn ang="0">
                  <a:pos x="202" y="151"/>
                </a:cxn>
                <a:cxn ang="0">
                  <a:pos x="257" y="96"/>
                </a:cxn>
                <a:cxn ang="0">
                  <a:pos x="239" y="45"/>
                </a:cxn>
                <a:cxn ang="0">
                  <a:pos x="278" y="43"/>
                </a:cxn>
                <a:cxn ang="0">
                  <a:pos x="280" y="21"/>
                </a:cxn>
              </a:cxnLst>
              <a:rect l="0" t="0" r="r" b="b"/>
              <a:pathLst>
                <a:path w="280" h="202">
                  <a:moveTo>
                    <a:pt x="280" y="21"/>
                  </a:moveTo>
                  <a:lnTo>
                    <a:pt x="243" y="0"/>
                  </a:lnTo>
                  <a:lnTo>
                    <a:pt x="215" y="32"/>
                  </a:lnTo>
                  <a:lnTo>
                    <a:pt x="157" y="77"/>
                  </a:lnTo>
                  <a:lnTo>
                    <a:pt x="128" y="110"/>
                  </a:lnTo>
                  <a:lnTo>
                    <a:pt x="75" y="118"/>
                  </a:lnTo>
                  <a:lnTo>
                    <a:pt x="47" y="118"/>
                  </a:lnTo>
                  <a:lnTo>
                    <a:pt x="10" y="113"/>
                  </a:lnTo>
                  <a:lnTo>
                    <a:pt x="0" y="138"/>
                  </a:lnTo>
                  <a:lnTo>
                    <a:pt x="42" y="180"/>
                  </a:lnTo>
                  <a:lnTo>
                    <a:pt x="197" y="202"/>
                  </a:lnTo>
                  <a:lnTo>
                    <a:pt x="202" y="151"/>
                  </a:lnTo>
                  <a:lnTo>
                    <a:pt x="257" y="96"/>
                  </a:lnTo>
                  <a:lnTo>
                    <a:pt x="239" y="45"/>
                  </a:lnTo>
                  <a:lnTo>
                    <a:pt x="278" y="43"/>
                  </a:lnTo>
                  <a:lnTo>
                    <a:pt x="280" y="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 344"/>
            <p:cNvSpPr>
              <a:spLocks/>
            </p:cNvSpPr>
            <p:nvPr/>
          </p:nvSpPr>
          <p:spPr bwMode="auto">
            <a:xfrm>
              <a:off x="5599910" y="3707049"/>
              <a:ext cx="21078" cy="48644"/>
            </a:xfrm>
            <a:custGeom>
              <a:avLst/>
              <a:gdLst/>
              <a:ahLst/>
              <a:cxnLst>
                <a:cxn ang="0">
                  <a:pos x="0" y="85"/>
                </a:cxn>
                <a:cxn ang="0">
                  <a:pos x="13" y="54"/>
                </a:cxn>
                <a:cxn ang="0">
                  <a:pos x="3" y="20"/>
                </a:cxn>
                <a:cxn ang="0">
                  <a:pos x="13" y="0"/>
                </a:cxn>
                <a:cxn ang="0">
                  <a:pos x="43" y="5"/>
                </a:cxn>
                <a:cxn ang="0">
                  <a:pos x="51" y="73"/>
                </a:cxn>
                <a:cxn ang="0">
                  <a:pos x="39" y="120"/>
                </a:cxn>
                <a:cxn ang="0">
                  <a:pos x="9" y="112"/>
                </a:cxn>
                <a:cxn ang="0">
                  <a:pos x="0" y="85"/>
                </a:cxn>
              </a:cxnLst>
              <a:rect l="0" t="0" r="r" b="b"/>
              <a:pathLst>
                <a:path w="51" h="120">
                  <a:moveTo>
                    <a:pt x="0" y="85"/>
                  </a:moveTo>
                  <a:lnTo>
                    <a:pt x="13" y="54"/>
                  </a:lnTo>
                  <a:lnTo>
                    <a:pt x="3" y="20"/>
                  </a:lnTo>
                  <a:lnTo>
                    <a:pt x="13" y="0"/>
                  </a:lnTo>
                  <a:lnTo>
                    <a:pt x="43" y="5"/>
                  </a:lnTo>
                  <a:lnTo>
                    <a:pt x="51" y="73"/>
                  </a:lnTo>
                  <a:lnTo>
                    <a:pt x="39" y="120"/>
                  </a:lnTo>
                  <a:lnTo>
                    <a:pt x="9" y="112"/>
                  </a:lnTo>
                  <a:lnTo>
                    <a:pt x="0" y="8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 345"/>
            <p:cNvSpPr>
              <a:spLocks/>
            </p:cNvSpPr>
            <p:nvPr/>
          </p:nvSpPr>
          <p:spPr bwMode="auto">
            <a:xfrm>
              <a:off x="6151205" y="2823359"/>
              <a:ext cx="1480387" cy="1028001"/>
            </a:xfrm>
            <a:custGeom>
              <a:avLst/>
              <a:gdLst/>
              <a:ahLst/>
              <a:cxnLst>
                <a:cxn ang="0">
                  <a:pos x="3186" y="1051"/>
                </a:cxn>
                <a:cxn ang="0">
                  <a:pos x="3289" y="1023"/>
                </a:cxn>
                <a:cxn ang="0">
                  <a:pos x="3457" y="775"/>
                </a:cxn>
                <a:cxn ang="0">
                  <a:pos x="3652" y="489"/>
                </a:cxn>
                <a:cxn ang="0">
                  <a:pos x="3424" y="547"/>
                </a:cxn>
                <a:cxn ang="0">
                  <a:pos x="3204" y="283"/>
                </a:cxn>
                <a:cxn ang="0">
                  <a:pos x="2947" y="0"/>
                </a:cxn>
                <a:cxn ang="0">
                  <a:pos x="2750" y="190"/>
                </a:cxn>
                <a:cxn ang="0">
                  <a:pos x="2575" y="371"/>
                </a:cxn>
                <a:cxn ang="0">
                  <a:pos x="2527" y="573"/>
                </a:cxn>
                <a:cxn ang="0">
                  <a:pos x="2742" y="632"/>
                </a:cxn>
                <a:cxn ang="0">
                  <a:pos x="2594" y="687"/>
                </a:cxn>
                <a:cxn ang="0">
                  <a:pos x="2450" y="729"/>
                </a:cxn>
                <a:cxn ang="0">
                  <a:pos x="2265" y="914"/>
                </a:cxn>
                <a:cxn ang="0">
                  <a:pos x="1983" y="1002"/>
                </a:cxn>
                <a:cxn ang="0">
                  <a:pos x="1672" y="982"/>
                </a:cxn>
                <a:cxn ang="0">
                  <a:pos x="1424" y="1002"/>
                </a:cxn>
                <a:cxn ang="0">
                  <a:pos x="1057" y="775"/>
                </a:cxn>
                <a:cxn ang="0">
                  <a:pos x="825" y="443"/>
                </a:cxn>
                <a:cxn ang="0">
                  <a:pos x="640" y="623"/>
                </a:cxn>
                <a:cxn ang="0">
                  <a:pos x="471" y="762"/>
                </a:cxn>
                <a:cxn ang="0">
                  <a:pos x="387" y="1007"/>
                </a:cxn>
                <a:cxn ang="0">
                  <a:pos x="176" y="1166"/>
                </a:cxn>
                <a:cxn ang="0">
                  <a:pos x="12" y="1289"/>
                </a:cxn>
                <a:cxn ang="0">
                  <a:pos x="96" y="1432"/>
                </a:cxn>
                <a:cxn ang="0">
                  <a:pos x="253" y="1550"/>
                </a:cxn>
                <a:cxn ang="0">
                  <a:pos x="314" y="1663"/>
                </a:cxn>
                <a:cxn ang="0">
                  <a:pos x="282" y="1734"/>
                </a:cxn>
                <a:cxn ang="0">
                  <a:pos x="375" y="1848"/>
                </a:cxn>
                <a:cxn ang="0">
                  <a:pos x="711" y="2026"/>
                </a:cxn>
                <a:cxn ang="0">
                  <a:pos x="997" y="2020"/>
                </a:cxn>
                <a:cxn ang="0">
                  <a:pos x="1335" y="1945"/>
                </a:cxn>
                <a:cxn ang="0">
                  <a:pos x="1478" y="2097"/>
                </a:cxn>
                <a:cxn ang="0">
                  <a:pos x="1524" y="2366"/>
                </a:cxn>
                <a:cxn ang="0">
                  <a:pos x="1634" y="2479"/>
                </a:cxn>
                <a:cxn ang="0">
                  <a:pos x="1714" y="2405"/>
                </a:cxn>
                <a:cxn ang="0">
                  <a:pos x="1907" y="2370"/>
                </a:cxn>
                <a:cxn ang="0">
                  <a:pos x="2042" y="2455"/>
                </a:cxn>
                <a:cxn ang="0">
                  <a:pos x="2152" y="2534"/>
                </a:cxn>
                <a:cxn ang="0">
                  <a:pos x="2256" y="2479"/>
                </a:cxn>
                <a:cxn ang="0">
                  <a:pos x="2384" y="2383"/>
                </a:cxn>
                <a:cxn ang="0">
                  <a:pos x="2502" y="2401"/>
                </a:cxn>
                <a:cxn ang="0">
                  <a:pos x="2640" y="2283"/>
                </a:cxn>
                <a:cxn ang="0">
                  <a:pos x="2742" y="2150"/>
                </a:cxn>
                <a:cxn ang="0">
                  <a:pos x="2837" y="2030"/>
                </a:cxn>
                <a:cxn ang="0">
                  <a:pos x="2843" y="1895"/>
                </a:cxn>
                <a:cxn ang="0">
                  <a:pos x="2865" y="1847"/>
                </a:cxn>
                <a:cxn ang="0">
                  <a:pos x="2840" y="1749"/>
                </a:cxn>
                <a:cxn ang="0">
                  <a:pos x="2745" y="1598"/>
                </a:cxn>
                <a:cxn ang="0">
                  <a:pos x="2775" y="1468"/>
                </a:cxn>
                <a:cxn ang="0">
                  <a:pos x="2868" y="1432"/>
                </a:cxn>
                <a:cxn ang="0">
                  <a:pos x="2806" y="1370"/>
                </a:cxn>
                <a:cxn ang="0">
                  <a:pos x="2649" y="1359"/>
                </a:cxn>
                <a:cxn ang="0">
                  <a:pos x="2694" y="1250"/>
                </a:cxn>
                <a:cxn ang="0">
                  <a:pos x="2870" y="1146"/>
                </a:cxn>
                <a:cxn ang="0">
                  <a:pos x="2896" y="1264"/>
                </a:cxn>
              </a:cxnLst>
              <a:rect l="0" t="0" r="r" b="b"/>
              <a:pathLst>
                <a:path w="3652" h="2537">
                  <a:moveTo>
                    <a:pt x="3006" y="1212"/>
                  </a:moveTo>
                  <a:lnTo>
                    <a:pt x="3033" y="1158"/>
                  </a:lnTo>
                  <a:lnTo>
                    <a:pt x="3112" y="1130"/>
                  </a:lnTo>
                  <a:lnTo>
                    <a:pt x="3159" y="1048"/>
                  </a:lnTo>
                  <a:lnTo>
                    <a:pt x="3186" y="1051"/>
                  </a:lnTo>
                  <a:lnTo>
                    <a:pt x="3184" y="1093"/>
                  </a:lnTo>
                  <a:lnTo>
                    <a:pt x="3232" y="1091"/>
                  </a:lnTo>
                  <a:lnTo>
                    <a:pt x="3256" y="1068"/>
                  </a:lnTo>
                  <a:lnTo>
                    <a:pt x="3244" y="1020"/>
                  </a:lnTo>
                  <a:lnTo>
                    <a:pt x="3289" y="1023"/>
                  </a:lnTo>
                  <a:lnTo>
                    <a:pt x="3349" y="962"/>
                  </a:lnTo>
                  <a:lnTo>
                    <a:pt x="3424" y="940"/>
                  </a:lnTo>
                  <a:lnTo>
                    <a:pt x="3432" y="872"/>
                  </a:lnTo>
                  <a:lnTo>
                    <a:pt x="3407" y="797"/>
                  </a:lnTo>
                  <a:lnTo>
                    <a:pt x="3457" y="775"/>
                  </a:lnTo>
                  <a:lnTo>
                    <a:pt x="3504" y="787"/>
                  </a:lnTo>
                  <a:lnTo>
                    <a:pt x="3554" y="767"/>
                  </a:lnTo>
                  <a:lnTo>
                    <a:pt x="3584" y="636"/>
                  </a:lnTo>
                  <a:lnTo>
                    <a:pt x="3631" y="603"/>
                  </a:lnTo>
                  <a:lnTo>
                    <a:pt x="3652" y="489"/>
                  </a:lnTo>
                  <a:lnTo>
                    <a:pt x="3626" y="480"/>
                  </a:lnTo>
                  <a:lnTo>
                    <a:pt x="3559" y="522"/>
                  </a:lnTo>
                  <a:lnTo>
                    <a:pt x="3500" y="526"/>
                  </a:lnTo>
                  <a:lnTo>
                    <a:pt x="3471" y="544"/>
                  </a:lnTo>
                  <a:lnTo>
                    <a:pt x="3424" y="547"/>
                  </a:lnTo>
                  <a:lnTo>
                    <a:pt x="3399" y="464"/>
                  </a:lnTo>
                  <a:lnTo>
                    <a:pt x="3327" y="393"/>
                  </a:lnTo>
                  <a:lnTo>
                    <a:pt x="3272" y="371"/>
                  </a:lnTo>
                  <a:lnTo>
                    <a:pt x="3218" y="367"/>
                  </a:lnTo>
                  <a:lnTo>
                    <a:pt x="3204" y="283"/>
                  </a:lnTo>
                  <a:lnTo>
                    <a:pt x="3163" y="194"/>
                  </a:lnTo>
                  <a:lnTo>
                    <a:pt x="3159" y="147"/>
                  </a:lnTo>
                  <a:lnTo>
                    <a:pt x="3104" y="43"/>
                  </a:lnTo>
                  <a:lnTo>
                    <a:pt x="3040" y="30"/>
                  </a:lnTo>
                  <a:lnTo>
                    <a:pt x="2947" y="0"/>
                  </a:lnTo>
                  <a:lnTo>
                    <a:pt x="2813" y="18"/>
                  </a:lnTo>
                  <a:lnTo>
                    <a:pt x="2754" y="114"/>
                  </a:lnTo>
                  <a:lnTo>
                    <a:pt x="2796" y="110"/>
                  </a:lnTo>
                  <a:lnTo>
                    <a:pt x="2792" y="157"/>
                  </a:lnTo>
                  <a:lnTo>
                    <a:pt x="2750" y="190"/>
                  </a:lnTo>
                  <a:lnTo>
                    <a:pt x="2725" y="275"/>
                  </a:lnTo>
                  <a:lnTo>
                    <a:pt x="2696" y="291"/>
                  </a:lnTo>
                  <a:lnTo>
                    <a:pt x="2700" y="342"/>
                  </a:lnTo>
                  <a:lnTo>
                    <a:pt x="2607" y="404"/>
                  </a:lnTo>
                  <a:lnTo>
                    <a:pt x="2575" y="371"/>
                  </a:lnTo>
                  <a:lnTo>
                    <a:pt x="2564" y="393"/>
                  </a:lnTo>
                  <a:lnTo>
                    <a:pt x="2527" y="480"/>
                  </a:lnTo>
                  <a:lnTo>
                    <a:pt x="2497" y="514"/>
                  </a:lnTo>
                  <a:lnTo>
                    <a:pt x="2493" y="551"/>
                  </a:lnTo>
                  <a:lnTo>
                    <a:pt x="2527" y="573"/>
                  </a:lnTo>
                  <a:lnTo>
                    <a:pt x="2547" y="547"/>
                  </a:lnTo>
                  <a:lnTo>
                    <a:pt x="2594" y="573"/>
                  </a:lnTo>
                  <a:lnTo>
                    <a:pt x="2620" y="536"/>
                  </a:lnTo>
                  <a:lnTo>
                    <a:pt x="2717" y="565"/>
                  </a:lnTo>
                  <a:lnTo>
                    <a:pt x="2742" y="632"/>
                  </a:lnTo>
                  <a:lnTo>
                    <a:pt x="2717" y="649"/>
                  </a:lnTo>
                  <a:lnTo>
                    <a:pt x="2678" y="636"/>
                  </a:lnTo>
                  <a:lnTo>
                    <a:pt x="2628" y="640"/>
                  </a:lnTo>
                  <a:lnTo>
                    <a:pt x="2632" y="675"/>
                  </a:lnTo>
                  <a:lnTo>
                    <a:pt x="2594" y="687"/>
                  </a:lnTo>
                  <a:lnTo>
                    <a:pt x="2574" y="657"/>
                  </a:lnTo>
                  <a:lnTo>
                    <a:pt x="2539" y="669"/>
                  </a:lnTo>
                  <a:lnTo>
                    <a:pt x="2518" y="750"/>
                  </a:lnTo>
                  <a:lnTo>
                    <a:pt x="2481" y="758"/>
                  </a:lnTo>
                  <a:lnTo>
                    <a:pt x="2450" y="729"/>
                  </a:lnTo>
                  <a:lnTo>
                    <a:pt x="2379" y="800"/>
                  </a:lnTo>
                  <a:lnTo>
                    <a:pt x="2292" y="775"/>
                  </a:lnTo>
                  <a:lnTo>
                    <a:pt x="2249" y="843"/>
                  </a:lnTo>
                  <a:lnTo>
                    <a:pt x="2286" y="872"/>
                  </a:lnTo>
                  <a:lnTo>
                    <a:pt x="2265" y="914"/>
                  </a:lnTo>
                  <a:lnTo>
                    <a:pt x="2211" y="926"/>
                  </a:lnTo>
                  <a:lnTo>
                    <a:pt x="2164" y="982"/>
                  </a:lnTo>
                  <a:lnTo>
                    <a:pt x="2089" y="1015"/>
                  </a:lnTo>
                  <a:lnTo>
                    <a:pt x="2035" y="1023"/>
                  </a:lnTo>
                  <a:lnTo>
                    <a:pt x="1983" y="1002"/>
                  </a:lnTo>
                  <a:lnTo>
                    <a:pt x="1890" y="1053"/>
                  </a:lnTo>
                  <a:lnTo>
                    <a:pt x="1853" y="1065"/>
                  </a:lnTo>
                  <a:lnTo>
                    <a:pt x="1803" y="1040"/>
                  </a:lnTo>
                  <a:lnTo>
                    <a:pt x="1735" y="1036"/>
                  </a:lnTo>
                  <a:lnTo>
                    <a:pt x="1672" y="982"/>
                  </a:lnTo>
                  <a:lnTo>
                    <a:pt x="1571" y="973"/>
                  </a:lnTo>
                  <a:lnTo>
                    <a:pt x="1495" y="990"/>
                  </a:lnTo>
                  <a:lnTo>
                    <a:pt x="1461" y="973"/>
                  </a:lnTo>
                  <a:lnTo>
                    <a:pt x="1444" y="982"/>
                  </a:lnTo>
                  <a:lnTo>
                    <a:pt x="1424" y="1002"/>
                  </a:lnTo>
                  <a:lnTo>
                    <a:pt x="1364" y="998"/>
                  </a:lnTo>
                  <a:lnTo>
                    <a:pt x="1322" y="948"/>
                  </a:lnTo>
                  <a:lnTo>
                    <a:pt x="1331" y="880"/>
                  </a:lnTo>
                  <a:lnTo>
                    <a:pt x="1128" y="793"/>
                  </a:lnTo>
                  <a:lnTo>
                    <a:pt x="1057" y="775"/>
                  </a:lnTo>
                  <a:lnTo>
                    <a:pt x="1014" y="721"/>
                  </a:lnTo>
                  <a:lnTo>
                    <a:pt x="1053" y="675"/>
                  </a:lnTo>
                  <a:lnTo>
                    <a:pt x="960" y="540"/>
                  </a:lnTo>
                  <a:lnTo>
                    <a:pt x="893" y="540"/>
                  </a:lnTo>
                  <a:lnTo>
                    <a:pt x="825" y="443"/>
                  </a:lnTo>
                  <a:lnTo>
                    <a:pt x="808" y="443"/>
                  </a:lnTo>
                  <a:lnTo>
                    <a:pt x="699" y="532"/>
                  </a:lnTo>
                  <a:lnTo>
                    <a:pt x="719" y="611"/>
                  </a:lnTo>
                  <a:lnTo>
                    <a:pt x="686" y="644"/>
                  </a:lnTo>
                  <a:lnTo>
                    <a:pt x="640" y="623"/>
                  </a:lnTo>
                  <a:lnTo>
                    <a:pt x="568" y="628"/>
                  </a:lnTo>
                  <a:lnTo>
                    <a:pt x="522" y="737"/>
                  </a:lnTo>
                  <a:lnTo>
                    <a:pt x="527" y="773"/>
                  </a:lnTo>
                  <a:lnTo>
                    <a:pt x="500" y="800"/>
                  </a:lnTo>
                  <a:lnTo>
                    <a:pt x="471" y="762"/>
                  </a:lnTo>
                  <a:lnTo>
                    <a:pt x="353" y="804"/>
                  </a:lnTo>
                  <a:lnTo>
                    <a:pt x="391" y="847"/>
                  </a:lnTo>
                  <a:lnTo>
                    <a:pt x="396" y="910"/>
                  </a:lnTo>
                  <a:lnTo>
                    <a:pt x="408" y="948"/>
                  </a:lnTo>
                  <a:lnTo>
                    <a:pt x="387" y="1007"/>
                  </a:lnTo>
                  <a:lnTo>
                    <a:pt x="340" y="1061"/>
                  </a:lnTo>
                  <a:lnTo>
                    <a:pt x="273" y="1073"/>
                  </a:lnTo>
                  <a:lnTo>
                    <a:pt x="222" y="1112"/>
                  </a:lnTo>
                  <a:lnTo>
                    <a:pt x="185" y="1116"/>
                  </a:lnTo>
                  <a:lnTo>
                    <a:pt x="176" y="1166"/>
                  </a:lnTo>
                  <a:lnTo>
                    <a:pt x="139" y="1171"/>
                  </a:lnTo>
                  <a:lnTo>
                    <a:pt x="104" y="1141"/>
                  </a:lnTo>
                  <a:lnTo>
                    <a:pt x="16" y="1191"/>
                  </a:lnTo>
                  <a:lnTo>
                    <a:pt x="0" y="1230"/>
                  </a:lnTo>
                  <a:lnTo>
                    <a:pt x="12" y="1289"/>
                  </a:lnTo>
                  <a:lnTo>
                    <a:pt x="67" y="1297"/>
                  </a:lnTo>
                  <a:lnTo>
                    <a:pt x="79" y="1340"/>
                  </a:lnTo>
                  <a:lnTo>
                    <a:pt x="50" y="1398"/>
                  </a:lnTo>
                  <a:lnTo>
                    <a:pt x="63" y="1419"/>
                  </a:lnTo>
                  <a:lnTo>
                    <a:pt x="96" y="1432"/>
                  </a:lnTo>
                  <a:lnTo>
                    <a:pt x="118" y="1464"/>
                  </a:lnTo>
                  <a:lnTo>
                    <a:pt x="132" y="1513"/>
                  </a:lnTo>
                  <a:lnTo>
                    <a:pt x="179" y="1545"/>
                  </a:lnTo>
                  <a:lnTo>
                    <a:pt x="218" y="1583"/>
                  </a:lnTo>
                  <a:lnTo>
                    <a:pt x="253" y="1550"/>
                  </a:lnTo>
                  <a:lnTo>
                    <a:pt x="292" y="1548"/>
                  </a:lnTo>
                  <a:lnTo>
                    <a:pt x="316" y="1569"/>
                  </a:lnTo>
                  <a:lnTo>
                    <a:pt x="323" y="1602"/>
                  </a:lnTo>
                  <a:lnTo>
                    <a:pt x="311" y="1639"/>
                  </a:lnTo>
                  <a:lnTo>
                    <a:pt x="314" y="1663"/>
                  </a:lnTo>
                  <a:lnTo>
                    <a:pt x="328" y="1703"/>
                  </a:lnTo>
                  <a:lnTo>
                    <a:pt x="335" y="1721"/>
                  </a:lnTo>
                  <a:lnTo>
                    <a:pt x="318" y="1729"/>
                  </a:lnTo>
                  <a:lnTo>
                    <a:pt x="300" y="1742"/>
                  </a:lnTo>
                  <a:lnTo>
                    <a:pt x="282" y="1734"/>
                  </a:lnTo>
                  <a:lnTo>
                    <a:pt x="269" y="1748"/>
                  </a:lnTo>
                  <a:lnTo>
                    <a:pt x="303" y="1777"/>
                  </a:lnTo>
                  <a:lnTo>
                    <a:pt x="298" y="1831"/>
                  </a:lnTo>
                  <a:lnTo>
                    <a:pt x="328" y="1848"/>
                  </a:lnTo>
                  <a:lnTo>
                    <a:pt x="375" y="1848"/>
                  </a:lnTo>
                  <a:lnTo>
                    <a:pt x="421" y="1895"/>
                  </a:lnTo>
                  <a:lnTo>
                    <a:pt x="493" y="1887"/>
                  </a:lnTo>
                  <a:lnTo>
                    <a:pt x="568" y="1945"/>
                  </a:lnTo>
                  <a:lnTo>
                    <a:pt x="644" y="1975"/>
                  </a:lnTo>
                  <a:lnTo>
                    <a:pt x="711" y="2026"/>
                  </a:lnTo>
                  <a:lnTo>
                    <a:pt x="850" y="2055"/>
                  </a:lnTo>
                  <a:lnTo>
                    <a:pt x="879" y="2047"/>
                  </a:lnTo>
                  <a:lnTo>
                    <a:pt x="918" y="2063"/>
                  </a:lnTo>
                  <a:lnTo>
                    <a:pt x="960" y="2020"/>
                  </a:lnTo>
                  <a:lnTo>
                    <a:pt x="997" y="2020"/>
                  </a:lnTo>
                  <a:lnTo>
                    <a:pt x="1022" y="2047"/>
                  </a:lnTo>
                  <a:lnTo>
                    <a:pt x="1074" y="2038"/>
                  </a:lnTo>
                  <a:lnTo>
                    <a:pt x="1103" y="2059"/>
                  </a:lnTo>
                  <a:lnTo>
                    <a:pt x="1200" y="1987"/>
                  </a:lnTo>
                  <a:lnTo>
                    <a:pt x="1335" y="1945"/>
                  </a:lnTo>
                  <a:lnTo>
                    <a:pt x="1360" y="1966"/>
                  </a:lnTo>
                  <a:lnTo>
                    <a:pt x="1356" y="1987"/>
                  </a:lnTo>
                  <a:lnTo>
                    <a:pt x="1403" y="2030"/>
                  </a:lnTo>
                  <a:lnTo>
                    <a:pt x="1444" y="2026"/>
                  </a:lnTo>
                  <a:lnTo>
                    <a:pt x="1478" y="2097"/>
                  </a:lnTo>
                  <a:lnTo>
                    <a:pt x="1490" y="2177"/>
                  </a:lnTo>
                  <a:lnTo>
                    <a:pt x="1436" y="2236"/>
                  </a:lnTo>
                  <a:lnTo>
                    <a:pt x="1436" y="2303"/>
                  </a:lnTo>
                  <a:lnTo>
                    <a:pt x="1474" y="2308"/>
                  </a:lnTo>
                  <a:lnTo>
                    <a:pt x="1524" y="2366"/>
                  </a:lnTo>
                  <a:lnTo>
                    <a:pt x="1524" y="2420"/>
                  </a:lnTo>
                  <a:lnTo>
                    <a:pt x="1575" y="2420"/>
                  </a:lnTo>
                  <a:lnTo>
                    <a:pt x="1579" y="2442"/>
                  </a:lnTo>
                  <a:lnTo>
                    <a:pt x="1625" y="2459"/>
                  </a:lnTo>
                  <a:lnTo>
                    <a:pt x="1634" y="2479"/>
                  </a:lnTo>
                  <a:lnTo>
                    <a:pt x="1642" y="2488"/>
                  </a:lnTo>
                  <a:lnTo>
                    <a:pt x="1676" y="2492"/>
                  </a:lnTo>
                  <a:lnTo>
                    <a:pt x="1664" y="2430"/>
                  </a:lnTo>
                  <a:lnTo>
                    <a:pt x="1679" y="2391"/>
                  </a:lnTo>
                  <a:lnTo>
                    <a:pt x="1714" y="2405"/>
                  </a:lnTo>
                  <a:lnTo>
                    <a:pt x="1739" y="2379"/>
                  </a:lnTo>
                  <a:lnTo>
                    <a:pt x="1772" y="2387"/>
                  </a:lnTo>
                  <a:lnTo>
                    <a:pt x="1845" y="2391"/>
                  </a:lnTo>
                  <a:lnTo>
                    <a:pt x="1874" y="2341"/>
                  </a:lnTo>
                  <a:lnTo>
                    <a:pt x="1907" y="2370"/>
                  </a:lnTo>
                  <a:lnTo>
                    <a:pt x="1971" y="2370"/>
                  </a:lnTo>
                  <a:lnTo>
                    <a:pt x="1979" y="2391"/>
                  </a:lnTo>
                  <a:lnTo>
                    <a:pt x="1971" y="2430"/>
                  </a:lnTo>
                  <a:lnTo>
                    <a:pt x="2004" y="2459"/>
                  </a:lnTo>
                  <a:lnTo>
                    <a:pt x="2042" y="2455"/>
                  </a:lnTo>
                  <a:lnTo>
                    <a:pt x="2060" y="2469"/>
                  </a:lnTo>
                  <a:lnTo>
                    <a:pt x="2113" y="2473"/>
                  </a:lnTo>
                  <a:lnTo>
                    <a:pt x="2143" y="2484"/>
                  </a:lnTo>
                  <a:lnTo>
                    <a:pt x="2140" y="2517"/>
                  </a:lnTo>
                  <a:lnTo>
                    <a:pt x="2152" y="2534"/>
                  </a:lnTo>
                  <a:lnTo>
                    <a:pt x="2171" y="2537"/>
                  </a:lnTo>
                  <a:lnTo>
                    <a:pt x="2178" y="2509"/>
                  </a:lnTo>
                  <a:lnTo>
                    <a:pt x="2216" y="2499"/>
                  </a:lnTo>
                  <a:lnTo>
                    <a:pt x="2233" y="2481"/>
                  </a:lnTo>
                  <a:lnTo>
                    <a:pt x="2256" y="2479"/>
                  </a:lnTo>
                  <a:lnTo>
                    <a:pt x="2278" y="2464"/>
                  </a:lnTo>
                  <a:lnTo>
                    <a:pt x="2309" y="2464"/>
                  </a:lnTo>
                  <a:lnTo>
                    <a:pt x="2348" y="2434"/>
                  </a:lnTo>
                  <a:lnTo>
                    <a:pt x="2363" y="2391"/>
                  </a:lnTo>
                  <a:lnTo>
                    <a:pt x="2384" y="2383"/>
                  </a:lnTo>
                  <a:lnTo>
                    <a:pt x="2401" y="2391"/>
                  </a:lnTo>
                  <a:lnTo>
                    <a:pt x="2401" y="2414"/>
                  </a:lnTo>
                  <a:lnTo>
                    <a:pt x="2427" y="2428"/>
                  </a:lnTo>
                  <a:lnTo>
                    <a:pt x="2472" y="2401"/>
                  </a:lnTo>
                  <a:lnTo>
                    <a:pt x="2502" y="2401"/>
                  </a:lnTo>
                  <a:lnTo>
                    <a:pt x="2531" y="2371"/>
                  </a:lnTo>
                  <a:lnTo>
                    <a:pt x="2564" y="2369"/>
                  </a:lnTo>
                  <a:lnTo>
                    <a:pt x="2576" y="2341"/>
                  </a:lnTo>
                  <a:lnTo>
                    <a:pt x="2637" y="2313"/>
                  </a:lnTo>
                  <a:lnTo>
                    <a:pt x="2640" y="2283"/>
                  </a:lnTo>
                  <a:lnTo>
                    <a:pt x="2672" y="2256"/>
                  </a:lnTo>
                  <a:lnTo>
                    <a:pt x="2694" y="2254"/>
                  </a:lnTo>
                  <a:lnTo>
                    <a:pt x="2705" y="2228"/>
                  </a:lnTo>
                  <a:lnTo>
                    <a:pt x="2739" y="2213"/>
                  </a:lnTo>
                  <a:lnTo>
                    <a:pt x="2742" y="2150"/>
                  </a:lnTo>
                  <a:lnTo>
                    <a:pt x="2767" y="2142"/>
                  </a:lnTo>
                  <a:lnTo>
                    <a:pt x="2767" y="2108"/>
                  </a:lnTo>
                  <a:lnTo>
                    <a:pt x="2806" y="2069"/>
                  </a:lnTo>
                  <a:lnTo>
                    <a:pt x="2809" y="2050"/>
                  </a:lnTo>
                  <a:lnTo>
                    <a:pt x="2837" y="2030"/>
                  </a:lnTo>
                  <a:lnTo>
                    <a:pt x="2845" y="2013"/>
                  </a:lnTo>
                  <a:lnTo>
                    <a:pt x="2843" y="1985"/>
                  </a:lnTo>
                  <a:lnTo>
                    <a:pt x="2868" y="1954"/>
                  </a:lnTo>
                  <a:lnTo>
                    <a:pt x="2862" y="1909"/>
                  </a:lnTo>
                  <a:lnTo>
                    <a:pt x="2843" y="1895"/>
                  </a:lnTo>
                  <a:lnTo>
                    <a:pt x="2815" y="1909"/>
                  </a:lnTo>
                  <a:lnTo>
                    <a:pt x="2803" y="1904"/>
                  </a:lnTo>
                  <a:lnTo>
                    <a:pt x="2806" y="1881"/>
                  </a:lnTo>
                  <a:lnTo>
                    <a:pt x="2840" y="1859"/>
                  </a:lnTo>
                  <a:lnTo>
                    <a:pt x="2865" y="1847"/>
                  </a:lnTo>
                  <a:lnTo>
                    <a:pt x="2857" y="1819"/>
                  </a:lnTo>
                  <a:lnTo>
                    <a:pt x="2835" y="1797"/>
                  </a:lnTo>
                  <a:lnTo>
                    <a:pt x="2862" y="1797"/>
                  </a:lnTo>
                  <a:lnTo>
                    <a:pt x="2862" y="1777"/>
                  </a:lnTo>
                  <a:lnTo>
                    <a:pt x="2840" y="1749"/>
                  </a:lnTo>
                  <a:lnTo>
                    <a:pt x="2812" y="1724"/>
                  </a:lnTo>
                  <a:lnTo>
                    <a:pt x="2809" y="1673"/>
                  </a:lnTo>
                  <a:lnTo>
                    <a:pt x="2790" y="1654"/>
                  </a:lnTo>
                  <a:lnTo>
                    <a:pt x="2783" y="1608"/>
                  </a:lnTo>
                  <a:lnTo>
                    <a:pt x="2745" y="1598"/>
                  </a:lnTo>
                  <a:lnTo>
                    <a:pt x="2707" y="1563"/>
                  </a:lnTo>
                  <a:lnTo>
                    <a:pt x="2717" y="1533"/>
                  </a:lnTo>
                  <a:lnTo>
                    <a:pt x="2750" y="1505"/>
                  </a:lnTo>
                  <a:lnTo>
                    <a:pt x="2750" y="1493"/>
                  </a:lnTo>
                  <a:lnTo>
                    <a:pt x="2775" y="1468"/>
                  </a:lnTo>
                  <a:lnTo>
                    <a:pt x="2787" y="1483"/>
                  </a:lnTo>
                  <a:lnTo>
                    <a:pt x="2809" y="1483"/>
                  </a:lnTo>
                  <a:lnTo>
                    <a:pt x="2840" y="1455"/>
                  </a:lnTo>
                  <a:lnTo>
                    <a:pt x="2843" y="1440"/>
                  </a:lnTo>
                  <a:lnTo>
                    <a:pt x="2868" y="1432"/>
                  </a:lnTo>
                  <a:lnTo>
                    <a:pt x="2898" y="1432"/>
                  </a:lnTo>
                  <a:lnTo>
                    <a:pt x="2910" y="1415"/>
                  </a:lnTo>
                  <a:lnTo>
                    <a:pt x="2901" y="1390"/>
                  </a:lnTo>
                  <a:lnTo>
                    <a:pt x="2825" y="1385"/>
                  </a:lnTo>
                  <a:lnTo>
                    <a:pt x="2806" y="1370"/>
                  </a:lnTo>
                  <a:lnTo>
                    <a:pt x="2787" y="1373"/>
                  </a:lnTo>
                  <a:lnTo>
                    <a:pt x="2725" y="1410"/>
                  </a:lnTo>
                  <a:lnTo>
                    <a:pt x="2690" y="1407"/>
                  </a:lnTo>
                  <a:lnTo>
                    <a:pt x="2694" y="1365"/>
                  </a:lnTo>
                  <a:lnTo>
                    <a:pt x="2649" y="1359"/>
                  </a:lnTo>
                  <a:lnTo>
                    <a:pt x="2617" y="1312"/>
                  </a:lnTo>
                  <a:lnTo>
                    <a:pt x="2635" y="1277"/>
                  </a:lnTo>
                  <a:lnTo>
                    <a:pt x="2677" y="1272"/>
                  </a:lnTo>
                  <a:lnTo>
                    <a:pt x="2694" y="1264"/>
                  </a:lnTo>
                  <a:lnTo>
                    <a:pt x="2694" y="1250"/>
                  </a:lnTo>
                  <a:lnTo>
                    <a:pt x="2717" y="1227"/>
                  </a:lnTo>
                  <a:lnTo>
                    <a:pt x="2725" y="1199"/>
                  </a:lnTo>
                  <a:lnTo>
                    <a:pt x="2770" y="1182"/>
                  </a:lnTo>
                  <a:lnTo>
                    <a:pt x="2820" y="1140"/>
                  </a:lnTo>
                  <a:lnTo>
                    <a:pt x="2870" y="1146"/>
                  </a:lnTo>
                  <a:lnTo>
                    <a:pt x="2873" y="1182"/>
                  </a:lnTo>
                  <a:lnTo>
                    <a:pt x="2828" y="1238"/>
                  </a:lnTo>
                  <a:lnTo>
                    <a:pt x="2857" y="1252"/>
                  </a:lnTo>
                  <a:lnTo>
                    <a:pt x="2853" y="1280"/>
                  </a:lnTo>
                  <a:lnTo>
                    <a:pt x="2896" y="1264"/>
                  </a:lnTo>
                  <a:lnTo>
                    <a:pt x="2961" y="1224"/>
                  </a:lnTo>
                  <a:lnTo>
                    <a:pt x="3006" y="12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 346"/>
            <p:cNvSpPr>
              <a:spLocks/>
            </p:cNvSpPr>
            <p:nvPr/>
          </p:nvSpPr>
          <p:spPr bwMode="auto">
            <a:xfrm>
              <a:off x="6927881" y="4485346"/>
              <a:ext cx="205924" cy="64858"/>
            </a:xfrm>
            <a:custGeom>
              <a:avLst/>
              <a:gdLst/>
              <a:ahLst/>
              <a:cxnLst>
                <a:cxn ang="0">
                  <a:pos x="504" y="124"/>
                </a:cxn>
                <a:cxn ang="0">
                  <a:pos x="489" y="107"/>
                </a:cxn>
                <a:cxn ang="0">
                  <a:pos x="464" y="112"/>
                </a:cxn>
                <a:cxn ang="0">
                  <a:pos x="396" y="95"/>
                </a:cxn>
                <a:cxn ang="0">
                  <a:pos x="394" y="59"/>
                </a:cxn>
                <a:cxn ang="0">
                  <a:pos x="296" y="34"/>
                </a:cxn>
                <a:cxn ang="0">
                  <a:pos x="285" y="45"/>
                </a:cxn>
                <a:cxn ang="0">
                  <a:pos x="276" y="65"/>
                </a:cxn>
                <a:cxn ang="0">
                  <a:pos x="167" y="47"/>
                </a:cxn>
                <a:cxn ang="0">
                  <a:pos x="155" y="17"/>
                </a:cxn>
                <a:cxn ang="0">
                  <a:pos x="100" y="17"/>
                </a:cxn>
                <a:cxn ang="0">
                  <a:pos x="82" y="25"/>
                </a:cxn>
                <a:cxn ang="0">
                  <a:pos x="35" y="0"/>
                </a:cxn>
                <a:cxn ang="0">
                  <a:pos x="0" y="45"/>
                </a:cxn>
                <a:cxn ang="0">
                  <a:pos x="32" y="90"/>
                </a:cxn>
                <a:cxn ang="0">
                  <a:pos x="130" y="99"/>
                </a:cxn>
                <a:cxn ang="0">
                  <a:pos x="150" y="107"/>
                </a:cxn>
                <a:cxn ang="0">
                  <a:pos x="228" y="107"/>
                </a:cxn>
                <a:cxn ang="0">
                  <a:pos x="290" y="135"/>
                </a:cxn>
                <a:cxn ang="0">
                  <a:pos x="400" y="135"/>
                </a:cxn>
                <a:cxn ang="0">
                  <a:pos x="464" y="157"/>
                </a:cxn>
                <a:cxn ang="0">
                  <a:pos x="506" y="157"/>
                </a:cxn>
                <a:cxn ang="0">
                  <a:pos x="504" y="124"/>
                </a:cxn>
              </a:cxnLst>
              <a:rect l="0" t="0" r="r" b="b"/>
              <a:pathLst>
                <a:path w="506" h="157">
                  <a:moveTo>
                    <a:pt x="504" y="124"/>
                  </a:moveTo>
                  <a:lnTo>
                    <a:pt x="489" y="107"/>
                  </a:lnTo>
                  <a:lnTo>
                    <a:pt x="464" y="112"/>
                  </a:lnTo>
                  <a:lnTo>
                    <a:pt x="396" y="95"/>
                  </a:lnTo>
                  <a:lnTo>
                    <a:pt x="394" y="59"/>
                  </a:lnTo>
                  <a:lnTo>
                    <a:pt x="296" y="34"/>
                  </a:lnTo>
                  <a:lnTo>
                    <a:pt x="285" y="45"/>
                  </a:lnTo>
                  <a:lnTo>
                    <a:pt x="276" y="65"/>
                  </a:lnTo>
                  <a:lnTo>
                    <a:pt x="167" y="47"/>
                  </a:lnTo>
                  <a:lnTo>
                    <a:pt x="155" y="17"/>
                  </a:lnTo>
                  <a:lnTo>
                    <a:pt x="100" y="17"/>
                  </a:lnTo>
                  <a:lnTo>
                    <a:pt x="82" y="25"/>
                  </a:lnTo>
                  <a:lnTo>
                    <a:pt x="35" y="0"/>
                  </a:lnTo>
                  <a:lnTo>
                    <a:pt x="0" y="45"/>
                  </a:lnTo>
                  <a:lnTo>
                    <a:pt x="32" y="90"/>
                  </a:lnTo>
                  <a:lnTo>
                    <a:pt x="130" y="99"/>
                  </a:lnTo>
                  <a:lnTo>
                    <a:pt x="150" y="107"/>
                  </a:lnTo>
                  <a:lnTo>
                    <a:pt x="228" y="107"/>
                  </a:lnTo>
                  <a:lnTo>
                    <a:pt x="290" y="135"/>
                  </a:lnTo>
                  <a:lnTo>
                    <a:pt x="400" y="135"/>
                  </a:lnTo>
                  <a:lnTo>
                    <a:pt x="464" y="157"/>
                  </a:lnTo>
                  <a:lnTo>
                    <a:pt x="506" y="157"/>
                  </a:lnTo>
                  <a:lnTo>
                    <a:pt x="504" y="12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 347"/>
            <p:cNvSpPr>
              <a:spLocks/>
            </p:cNvSpPr>
            <p:nvPr/>
          </p:nvSpPr>
          <p:spPr bwMode="auto">
            <a:xfrm>
              <a:off x="7098132" y="4509668"/>
              <a:ext cx="37293" cy="9728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23"/>
                </a:cxn>
                <a:cxn ang="0">
                  <a:pos x="82" y="18"/>
                </a:cxn>
                <a:cxn ang="0">
                  <a:pos x="90" y="0"/>
                </a:cxn>
                <a:cxn ang="0">
                  <a:pos x="0" y="8"/>
                </a:cxn>
              </a:cxnLst>
              <a:rect l="0" t="0" r="r" b="b"/>
              <a:pathLst>
                <a:path w="90" h="23">
                  <a:moveTo>
                    <a:pt x="0" y="8"/>
                  </a:moveTo>
                  <a:lnTo>
                    <a:pt x="0" y="23"/>
                  </a:lnTo>
                  <a:lnTo>
                    <a:pt x="82" y="18"/>
                  </a:lnTo>
                  <a:lnTo>
                    <a:pt x="9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 348"/>
            <p:cNvSpPr>
              <a:spLocks/>
            </p:cNvSpPr>
            <p:nvPr/>
          </p:nvSpPr>
          <p:spPr bwMode="auto">
            <a:xfrm>
              <a:off x="7141912" y="4537232"/>
              <a:ext cx="21078" cy="162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8"/>
                </a:cxn>
                <a:cxn ang="0">
                  <a:pos x="28" y="38"/>
                </a:cxn>
                <a:cxn ang="0">
                  <a:pos x="53" y="33"/>
                </a:cxn>
                <a:cxn ang="0">
                  <a:pos x="48" y="3"/>
                </a:cxn>
                <a:cxn ang="0">
                  <a:pos x="0" y="0"/>
                </a:cxn>
              </a:cxnLst>
              <a:rect l="0" t="0" r="r" b="b"/>
              <a:pathLst>
                <a:path w="53" h="38">
                  <a:moveTo>
                    <a:pt x="0" y="0"/>
                  </a:moveTo>
                  <a:lnTo>
                    <a:pt x="3" y="28"/>
                  </a:lnTo>
                  <a:lnTo>
                    <a:pt x="28" y="38"/>
                  </a:lnTo>
                  <a:lnTo>
                    <a:pt x="53" y="33"/>
                  </a:lnTo>
                  <a:lnTo>
                    <a:pt x="48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 349"/>
            <p:cNvSpPr>
              <a:spLocks/>
            </p:cNvSpPr>
            <p:nvPr/>
          </p:nvSpPr>
          <p:spPr bwMode="auto">
            <a:xfrm>
              <a:off x="7174341" y="4542097"/>
              <a:ext cx="79451" cy="19457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7" y="0"/>
                </a:cxn>
                <a:cxn ang="0">
                  <a:pos x="42" y="18"/>
                </a:cxn>
                <a:cxn ang="0">
                  <a:pos x="85" y="10"/>
                </a:cxn>
                <a:cxn ang="0">
                  <a:pos x="107" y="15"/>
                </a:cxn>
                <a:cxn ang="0">
                  <a:pos x="115" y="6"/>
                </a:cxn>
                <a:cxn ang="0">
                  <a:pos x="185" y="0"/>
                </a:cxn>
                <a:cxn ang="0">
                  <a:pos x="197" y="18"/>
                </a:cxn>
                <a:cxn ang="0">
                  <a:pos x="178" y="35"/>
                </a:cxn>
                <a:cxn ang="0">
                  <a:pos x="70" y="51"/>
                </a:cxn>
                <a:cxn ang="0">
                  <a:pos x="9" y="38"/>
                </a:cxn>
                <a:cxn ang="0">
                  <a:pos x="0" y="20"/>
                </a:cxn>
              </a:cxnLst>
              <a:rect l="0" t="0" r="r" b="b"/>
              <a:pathLst>
                <a:path w="197" h="51">
                  <a:moveTo>
                    <a:pt x="0" y="20"/>
                  </a:moveTo>
                  <a:lnTo>
                    <a:pt x="17" y="0"/>
                  </a:lnTo>
                  <a:lnTo>
                    <a:pt x="42" y="18"/>
                  </a:lnTo>
                  <a:lnTo>
                    <a:pt x="85" y="10"/>
                  </a:lnTo>
                  <a:lnTo>
                    <a:pt x="107" y="15"/>
                  </a:lnTo>
                  <a:lnTo>
                    <a:pt x="115" y="6"/>
                  </a:lnTo>
                  <a:lnTo>
                    <a:pt x="185" y="0"/>
                  </a:lnTo>
                  <a:lnTo>
                    <a:pt x="197" y="18"/>
                  </a:lnTo>
                  <a:lnTo>
                    <a:pt x="178" y="35"/>
                  </a:lnTo>
                  <a:lnTo>
                    <a:pt x="70" y="51"/>
                  </a:lnTo>
                  <a:lnTo>
                    <a:pt x="9" y="38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 350"/>
            <p:cNvSpPr>
              <a:spLocks/>
            </p:cNvSpPr>
            <p:nvPr/>
          </p:nvSpPr>
          <p:spPr bwMode="auto">
            <a:xfrm>
              <a:off x="7263522" y="4543718"/>
              <a:ext cx="58373" cy="1459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56" y="0"/>
                </a:cxn>
                <a:cxn ang="0">
                  <a:pos x="138" y="4"/>
                </a:cxn>
                <a:cxn ang="0">
                  <a:pos x="146" y="20"/>
                </a:cxn>
                <a:cxn ang="0">
                  <a:pos x="134" y="32"/>
                </a:cxn>
                <a:cxn ang="0">
                  <a:pos x="11" y="34"/>
                </a:cxn>
                <a:cxn ang="0">
                  <a:pos x="0" y="20"/>
                </a:cxn>
              </a:cxnLst>
              <a:rect l="0" t="0" r="r" b="b"/>
              <a:pathLst>
                <a:path w="146" h="34">
                  <a:moveTo>
                    <a:pt x="0" y="20"/>
                  </a:moveTo>
                  <a:lnTo>
                    <a:pt x="56" y="0"/>
                  </a:lnTo>
                  <a:lnTo>
                    <a:pt x="138" y="4"/>
                  </a:lnTo>
                  <a:lnTo>
                    <a:pt x="146" y="20"/>
                  </a:lnTo>
                  <a:lnTo>
                    <a:pt x="134" y="32"/>
                  </a:lnTo>
                  <a:lnTo>
                    <a:pt x="11" y="34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 351"/>
            <p:cNvSpPr>
              <a:spLocks/>
            </p:cNvSpPr>
            <p:nvPr/>
          </p:nvSpPr>
          <p:spPr bwMode="auto">
            <a:xfrm>
              <a:off x="7245686" y="4566419"/>
              <a:ext cx="45401" cy="24322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0" y="0"/>
                </a:cxn>
                <a:cxn ang="0">
                  <a:pos x="67" y="10"/>
                </a:cxn>
                <a:cxn ang="0">
                  <a:pos x="109" y="50"/>
                </a:cxn>
                <a:cxn ang="0">
                  <a:pos x="95" y="58"/>
                </a:cxn>
                <a:cxn ang="0">
                  <a:pos x="42" y="42"/>
                </a:cxn>
                <a:cxn ang="0">
                  <a:pos x="0" y="10"/>
                </a:cxn>
              </a:cxnLst>
              <a:rect l="0" t="0" r="r" b="b"/>
              <a:pathLst>
                <a:path w="109" h="58">
                  <a:moveTo>
                    <a:pt x="0" y="10"/>
                  </a:moveTo>
                  <a:lnTo>
                    <a:pt x="10" y="0"/>
                  </a:lnTo>
                  <a:lnTo>
                    <a:pt x="67" y="10"/>
                  </a:lnTo>
                  <a:lnTo>
                    <a:pt x="109" y="50"/>
                  </a:lnTo>
                  <a:lnTo>
                    <a:pt x="95" y="58"/>
                  </a:lnTo>
                  <a:lnTo>
                    <a:pt x="42" y="42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 352"/>
            <p:cNvSpPr>
              <a:spLocks/>
            </p:cNvSpPr>
            <p:nvPr/>
          </p:nvSpPr>
          <p:spPr bwMode="auto">
            <a:xfrm>
              <a:off x="7355945" y="4543718"/>
              <a:ext cx="85936" cy="45401"/>
            </a:xfrm>
            <a:custGeom>
              <a:avLst/>
              <a:gdLst/>
              <a:ahLst/>
              <a:cxnLst>
                <a:cxn ang="0">
                  <a:pos x="205" y="0"/>
                </a:cxn>
                <a:cxn ang="0">
                  <a:pos x="211" y="17"/>
                </a:cxn>
                <a:cxn ang="0">
                  <a:pos x="198" y="34"/>
                </a:cxn>
                <a:cxn ang="0">
                  <a:pos x="145" y="51"/>
                </a:cxn>
                <a:cxn ang="0">
                  <a:pos x="107" y="59"/>
                </a:cxn>
                <a:cxn ang="0">
                  <a:pos x="85" y="90"/>
                </a:cxn>
                <a:cxn ang="0">
                  <a:pos x="35" y="112"/>
                </a:cxn>
                <a:cxn ang="0">
                  <a:pos x="4" y="110"/>
                </a:cxn>
                <a:cxn ang="0">
                  <a:pos x="0" y="90"/>
                </a:cxn>
                <a:cxn ang="0">
                  <a:pos x="29" y="62"/>
                </a:cxn>
                <a:cxn ang="0">
                  <a:pos x="52" y="51"/>
                </a:cxn>
                <a:cxn ang="0">
                  <a:pos x="99" y="17"/>
                </a:cxn>
                <a:cxn ang="0">
                  <a:pos x="205" y="0"/>
                </a:cxn>
              </a:cxnLst>
              <a:rect l="0" t="0" r="r" b="b"/>
              <a:pathLst>
                <a:path w="211" h="112">
                  <a:moveTo>
                    <a:pt x="205" y="0"/>
                  </a:moveTo>
                  <a:lnTo>
                    <a:pt x="211" y="17"/>
                  </a:lnTo>
                  <a:lnTo>
                    <a:pt x="198" y="34"/>
                  </a:lnTo>
                  <a:lnTo>
                    <a:pt x="145" y="51"/>
                  </a:lnTo>
                  <a:lnTo>
                    <a:pt x="107" y="59"/>
                  </a:lnTo>
                  <a:lnTo>
                    <a:pt x="85" y="90"/>
                  </a:lnTo>
                  <a:lnTo>
                    <a:pt x="35" y="112"/>
                  </a:lnTo>
                  <a:lnTo>
                    <a:pt x="4" y="110"/>
                  </a:lnTo>
                  <a:lnTo>
                    <a:pt x="0" y="90"/>
                  </a:lnTo>
                  <a:lnTo>
                    <a:pt x="29" y="62"/>
                  </a:lnTo>
                  <a:lnTo>
                    <a:pt x="52" y="51"/>
                  </a:lnTo>
                  <a:lnTo>
                    <a:pt x="99" y="17"/>
                  </a:lnTo>
                  <a:lnTo>
                    <a:pt x="20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 353"/>
            <p:cNvSpPr>
              <a:spLocks/>
            </p:cNvSpPr>
            <p:nvPr/>
          </p:nvSpPr>
          <p:spPr bwMode="auto">
            <a:xfrm>
              <a:off x="6674933" y="4216185"/>
              <a:ext cx="252947" cy="26591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5" y="14"/>
                </a:cxn>
                <a:cxn ang="0">
                  <a:pos x="123" y="17"/>
                </a:cxn>
                <a:cxn ang="0">
                  <a:pos x="143" y="22"/>
                </a:cxn>
                <a:cxn ang="0">
                  <a:pos x="168" y="59"/>
                </a:cxn>
                <a:cxn ang="0">
                  <a:pos x="179" y="82"/>
                </a:cxn>
                <a:cxn ang="0">
                  <a:pos x="193" y="90"/>
                </a:cxn>
                <a:cxn ang="0">
                  <a:pos x="233" y="127"/>
                </a:cxn>
                <a:cxn ang="0">
                  <a:pos x="269" y="143"/>
                </a:cxn>
                <a:cxn ang="0">
                  <a:pos x="317" y="197"/>
                </a:cxn>
                <a:cxn ang="0">
                  <a:pos x="336" y="197"/>
                </a:cxn>
                <a:cxn ang="0">
                  <a:pos x="393" y="247"/>
                </a:cxn>
                <a:cxn ang="0">
                  <a:pos x="407" y="275"/>
                </a:cxn>
                <a:cxn ang="0">
                  <a:pos x="449" y="308"/>
                </a:cxn>
                <a:cxn ang="0">
                  <a:pos x="494" y="311"/>
                </a:cxn>
                <a:cxn ang="0">
                  <a:pos x="499" y="331"/>
                </a:cxn>
                <a:cxn ang="0">
                  <a:pos x="499" y="363"/>
                </a:cxn>
                <a:cxn ang="0">
                  <a:pos x="537" y="393"/>
                </a:cxn>
                <a:cxn ang="0">
                  <a:pos x="556" y="455"/>
                </a:cxn>
                <a:cxn ang="0">
                  <a:pos x="582" y="458"/>
                </a:cxn>
                <a:cxn ang="0">
                  <a:pos x="625" y="511"/>
                </a:cxn>
                <a:cxn ang="0">
                  <a:pos x="625" y="649"/>
                </a:cxn>
                <a:cxn ang="0">
                  <a:pos x="603" y="654"/>
                </a:cxn>
                <a:cxn ang="0">
                  <a:pos x="547" y="621"/>
                </a:cxn>
                <a:cxn ang="0">
                  <a:pos x="494" y="606"/>
                </a:cxn>
                <a:cxn ang="0">
                  <a:pos x="393" y="524"/>
                </a:cxn>
                <a:cxn ang="0">
                  <a:pos x="331" y="433"/>
                </a:cxn>
                <a:cxn ang="0">
                  <a:pos x="319" y="393"/>
                </a:cxn>
                <a:cxn ang="0">
                  <a:pos x="249" y="318"/>
                </a:cxn>
                <a:cxn ang="0">
                  <a:pos x="224" y="315"/>
                </a:cxn>
                <a:cxn ang="0">
                  <a:pos x="201" y="228"/>
                </a:cxn>
                <a:cxn ang="0">
                  <a:pos x="174" y="191"/>
                </a:cxn>
                <a:cxn ang="0">
                  <a:pos x="135" y="175"/>
                </a:cxn>
                <a:cxn ang="0">
                  <a:pos x="126" y="138"/>
                </a:cxn>
                <a:cxn ang="0">
                  <a:pos x="90" y="110"/>
                </a:cxn>
                <a:cxn ang="0">
                  <a:pos x="61" y="107"/>
                </a:cxn>
                <a:cxn ang="0">
                  <a:pos x="0" y="28"/>
                </a:cxn>
                <a:cxn ang="0">
                  <a:pos x="3" y="0"/>
                </a:cxn>
              </a:cxnLst>
              <a:rect l="0" t="0" r="r" b="b"/>
              <a:pathLst>
                <a:path w="625" h="654">
                  <a:moveTo>
                    <a:pt x="3" y="0"/>
                  </a:moveTo>
                  <a:lnTo>
                    <a:pt x="45" y="14"/>
                  </a:lnTo>
                  <a:lnTo>
                    <a:pt x="123" y="17"/>
                  </a:lnTo>
                  <a:lnTo>
                    <a:pt x="143" y="22"/>
                  </a:lnTo>
                  <a:lnTo>
                    <a:pt x="168" y="59"/>
                  </a:lnTo>
                  <a:lnTo>
                    <a:pt x="179" y="82"/>
                  </a:lnTo>
                  <a:lnTo>
                    <a:pt x="193" y="90"/>
                  </a:lnTo>
                  <a:lnTo>
                    <a:pt x="233" y="127"/>
                  </a:lnTo>
                  <a:lnTo>
                    <a:pt x="269" y="143"/>
                  </a:lnTo>
                  <a:lnTo>
                    <a:pt x="317" y="197"/>
                  </a:lnTo>
                  <a:lnTo>
                    <a:pt x="336" y="197"/>
                  </a:lnTo>
                  <a:lnTo>
                    <a:pt x="393" y="247"/>
                  </a:lnTo>
                  <a:lnTo>
                    <a:pt x="407" y="275"/>
                  </a:lnTo>
                  <a:lnTo>
                    <a:pt x="449" y="308"/>
                  </a:lnTo>
                  <a:lnTo>
                    <a:pt x="494" y="311"/>
                  </a:lnTo>
                  <a:lnTo>
                    <a:pt x="499" y="331"/>
                  </a:lnTo>
                  <a:lnTo>
                    <a:pt x="499" y="363"/>
                  </a:lnTo>
                  <a:lnTo>
                    <a:pt x="537" y="393"/>
                  </a:lnTo>
                  <a:lnTo>
                    <a:pt x="556" y="455"/>
                  </a:lnTo>
                  <a:lnTo>
                    <a:pt x="582" y="458"/>
                  </a:lnTo>
                  <a:lnTo>
                    <a:pt x="625" y="511"/>
                  </a:lnTo>
                  <a:lnTo>
                    <a:pt x="625" y="649"/>
                  </a:lnTo>
                  <a:lnTo>
                    <a:pt x="603" y="654"/>
                  </a:lnTo>
                  <a:lnTo>
                    <a:pt x="547" y="621"/>
                  </a:lnTo>
                  <a:lnTo>
                    <a:pt x="494" y="606"/>
                  </a:lnTo>
                  <a:lnTo>
                    <a:pt x="393" y="524"/>
                  </a:lnTo>
                  <a:lnTo>
                    <a:pt x="331" y="433"/>
                  </a:lnTo>
                  <a:lnTo>
                    <a:pt x="319" y="393"/>
                  </a:lnTo>
                  <a:lnTo>
                    <a:pt x="249" y="318"/>
                  </a:lnTo>
                  <a:lnTo>
                    <a:pt x="224" y="315"/>
                  </a:lnTo>
                  <a:lnTo>
                    <a:pt x="201" y="228"/>
                  </a:lnTo>
                  <a:lnTo>
                    <a:pt x="174" y="191"/>
                  </a:lnTo>
                  <a:lnTo>
                    <a:pt x="135" y="175"/>
                  </a:lnTo>
                  <a:lnTo>
                    <a:pt x="126" y="138"/>
                  </a:lnTo>
                  <a:lnTo>
                    <a:pt x="90" y="110"/>
                  </a:lnTo>
                  <a:lnTo>
                    <a:pt x="61" y="107"/>
                  </a:lnTo>
                  <a:lnTo>
                    <a:pt x="0" y="28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 354"/>
            <p:cNvSpPr>
              <a:spLocks/>
            </p:cNvSpPr>
            <p:nvPr/>
          </p:nvSpPr>
          <p:spPr bwMode="auto">
            <a:xfrm>
              <a:off x="6914910" y="4381573"/>
              <a:ext cx="38915" cy="35673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17" y="30"/>
                </a:cxn>
                <a:cxn ang="0">
                  <a:pos x="65" y="88"/>
                </a:cxn>
                <a:cxn ang="0">
                  <a:pos x="93" y="77"/>
                </a:cxn>
                <a:cxn ang="0">
                  <a:pos x="40" y="0"/>
                </a:cxn>
                <a:cxn ang="0">
                  <a:pos x="2" y="4"/>
                </a:cxn>
                <a:cxn ang="0">
                  <a:pos x="0" y="23"/>
                </a:cxn>
              </a:cxnLst>
              <a:rect l="0" t="0" r="r" b="b"/>
              <a:pathLst>
                <a:path w="93" h="88">
                  <a:moveTo>
                    <a:pt x="0" y="23"/>
                  </a:moveTo>
                  <a:lnTo>
                    <a:pt x="17" y="30"/>
                  </a:lnTo>
                  <a:lnTo>
                    <a:pt x="65" y="88"/>
                  </a:lnTo>
                  <a:lnTo>
                    <a:pt x="93" y="77"/>
                  </a:lnTo>
                  <a:lnTo>
                    <a:pt x="40" y="0"/>
                  </a:lnTo>
                  <a:lnTo>
                    <a:pt x="2" y="4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 355"/>
            <p:cNvSpPr>
              <a:spLocks/>
            </p:cNvSpPr>
            <p:nvPr/>
          </p:nvSpPr>
          <p:spPr bwMode="auto">
            <a:xfrm>
              <a:off x="6970039" y="4402652"/>
              <a:ext cx="21078" cy="21078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20" y="0"/>
                </a:cxn>
                <a:cxn ang="0">
                  <a:pos x="40" y="8"/>
                </a:cxn>
                <a:cxn ang="0">
                  <a:pos x="53" y="25"/>
                </a:cxn>
                <a:cxn ang="0">
                  <a:pos x="48" y="38"/>
                </a:cxn>
                <a:cxn ang="0">
                  <a:pos x="18" y="50"/>
                </a:cxn>
                <a:cxn ang="0">
                  <a:pos x="0" y="28"/>
                </a:cxn>
              </a:cxnLst>
              <a:rect l="0" t="0" r="r" b="b"/>
              <a:pathLst>
                <a:path w="53" h="50">
                  <a:moveTo>
                    <a:pt x="0" y="28"/>
                  </a:moveTo>
                  <a:lnTo>
                    <a:pt x="20" y="0"/>
                  </a:lnTo>
                  <a:lnTo>
                    <a:pt x="40" y="8"/>
                  </a:lnTo>
                  <a:lnTo>
                    <a:pt x="53" y="25"/>
                  </a:lnTo>
                  <a:lnTo>
                    <a:pt x="48" y="38"/>
                  </a:lnTo>
                  <a:lnTo>
                    <a:pt x="18" y="50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 356"/>
            <p:cNvSpPr>
              <a:spLocks/>
            </p:cNvSpPr>
            <p:nvPr/>
          </p:nvSpPr>
          <p:spPr bwMode="auto">
            <a:xfrm>
              <a:off x="6791679" y="4198349"/>
              <a:ext cx="102151" cy="131337"/>
            </a:xfrm>
            <a:custGeom>
              <a:avLst/>
              <a:gdLst/>
              <a:ahLst/>
              <a:cxnLst>
                <a:cxn ang="0">
                  <a:pos x="146" y="39"/>
                </a:cxn>
                <a:cxn ang="0">
                  <a:pos x="185" y="112"/>
                </a:cxn>
                <a:cxn ang="0">
                  <a:pos x="191" y="197"/>
                </a:cxn>
                <a:cxn ang="0">
                  <a:pos x="213" y="222"/>
                </a:cxn>
                <a:cxn ang="0">
                  <a:pos x="238" y="267"/>
                </a:cxn>
                <a:cxn ang="0">
                  <a:pos x="250" y="326"/>
                </a:cxn>
                <a:cxn ang="0">
                  <a:pos x="213" y="315"/>
                </a:cxn>
                <a:cxn ang="0">
                  <a:pos x="175" y="300"/>
                </a:cxn>
                <a:cxn ang="0">
                  <a:pos x="132" y="255"/>
                </a:cxn>
                <a:cxn ang="0">
                  <a:pos x="118" y="253"/>
                </a:cxn>
                <a:cxn ang="0">
                  <a:pos x="85" y="230"/>
                </a:cxn>
                <a:cxn ang="0">
                  <a:pos x="55" y="190"/>
                </a:cxn>
                <a:cxn ang="0">
                  <a:pos x="47" y="149"/>
                </a:cxn>
                <a:cxn ang="0">
                  <a:pos x="12" y="85"/>
                </a:cxn>
                <a:cxn ang="0">
                  <a:pos x="12" y="37"/>
                </a:cxn>
                <a:cxn ang="0">
                  <a:pos x="0" y="6"/>
                </a:cxn>
                <a:cxn ang="0">
                  <a:pos x="34" y="0"/>
                </a:cxn>
                <a:cxn ang="0">
                  <a:pos x="57" y="32"/>
                </a:cxn>
                <a:cxn ang="0">
                  <a:pos x="93" y="45"/>
                </a:cxn>
                <a:cxn ang="0">
                  <a:pos x="146" y="39"/>
                </a:cxn>
              </a:cxnLst>
              <a:rect l="0" t="0" r="r" b="b"/>
              <a:pathLst>
                <a:path w="250" h="326">
                  <a:moveTo>
                    <a:pt x="146" y="39"/>
                  </a:moveTo>
                  <a:lnTo>
                    <a:pt x="185" y="112"/>
                  </a:lnTo>
                  <a:lnTo>
                    <a:pt x="191" y="197"/>
                  </a:lnTo>
                  <a:lnTo>
                    <a:pt x="213" y="222"/>
                  </a:lnTo>
                  <a:lnTo>
                    <a:pt x="238" y="267"/>
                  </a:lnTo>
                  <a:lnTo>
                    <a:pt x="250" y="326"/>
                  </a:lnTo>
                  <a:lnTo>
                    <a:pt x="213" y="315"/>
                  </a:lnTo>
                  <a:lnTo>
                    <a:pt x="175" y="300"/>
                  </a:lnTo>
                  <a:lnTo>
                    <a:pt x="132" y="255"/>
                  </a:lnTo>
                  <a:lnTo>
                    <a:pt x="118" y="253"/>
                  </a:lnTo>
                  <a:lnTo>
                    <a:pt x="85" y="230"/>
                  </a:lnTo>
                  <a:lnTo>
                    <a:pt x="55" y="190"/>
                  </a:lnTo>
                  <a:lnTo>
                    <a:pt x="47" y="149"/>
                  </a:lnTo>
                  <a:lnTo>
                    <a:pt x="12" y="85"/>
                  </a:lnTo>
                  <a:lnTo>
                    <a:pt x="12" y="37"/>
                  </a:lnTo>
                  <a:lnTo>
                    <a:pt x="0" y="6"/>
                  </a:lnTo>
                  <a:lnTo>
                    <a:pt x="34" y="0"/>
                  </a:lnTo>
                  <a:lnTo>
                    <a:pt x="57" y="32"/>
                  </a:lnTo>
                  <a:lnTo>
                    <a:pt x="93" y="45"/>
                  </a:lnTo>
                  <a:lnTo>
                    <a:pt x="146" y="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 357"/>
            <p:cNvSpPr>
              <a:spLocks/>
            </p:cNvSpPr>
            <p:nvPr/>
          </p:nvSpPr>
          <p:spPr bwMode="auto">
            <a:xfrm>
              <a:off x="5841506" y="3398973"/>
              <a:ext cx="398878" cy="374555"/>
            </a:xfrm>
            <a:custGeom>
              <a:avLst/>
              <a:gdLst/>
              <a:ahLst/>
              <a:cxnLst>
                <a:cxn ang="0">
                  <a:pos x="981" y="164"/>
                </a:cxn>
                <a:cxn ang="0">
                  <a:pos x="906" y="176"/>
                </a:cxn>
                <a:cxn ang="0">
                  <a:pos x="842" y="164"/>
                </a:cxn>
                <a:cxn ang="0">
                  <a:pos x="787" y="170"/>
                </a:cxn>
                <a:cxn ang="0">
                  <a:pos x="781" y="282"/>
                </a:cxn>
                <a:cxn ang="0">
                  <a:pos x="822" y="297"/>
                </a:cxn>
                <a:cxn ang="0">
                  <a:pos x="865" y="341"/>
                </a:cxn>
                <a:cxn ang="0">
                  <a:pos x="854" y="370"/>
                </a:cxn>
                <a:cxn ang="0">
                  <a:pos x="812" y="403"/>
                </a:cxn>
                <a:cxn ang="0">
                  <a:pos x="804" y="465"/>
                </a:cxn>
                <a:cxn ang="0">
                  <a:pos x="764" y="485"/>
                </a:cxn>
                <a:cxn ang="0">
                  <a:pos x="749" y="541"/>
                </a:cxn>
                <a:cxn ang="0">
                  <a:pos x="632" y="653"/>
                </a:cxn>
                <a:cxn ang="0">
                  <a:pos x="587" y="656"/>
                </a:cxn>
                <a:cxn ang="0">
                  <a:pos x="564" y="636"/>
                </a:cxn>
                <a:cxn ang="0">
                  <a:pos x="534" y="711"/>
                </a:cxn>
                <a:cxn ang="0">
                  <a:pos x="601" y="827"/>
                </a:cxn>
                <a:cxn ang="0">
                  <a:pos x="596" y="877"/>
                </a:cxn>
                <a:cxn ang="0">
                  <a:pos x="508" y="866"/>
                </a:cxn>
                <a:cxn ang="0">
                  <a:pos x="461" y="892"/>
                </a:cxn>
                <a:cxn ang="0">
                  <a:pos x="430" y="925"/>
                </a:cxn>
                <a:cxn ang="0">
                  <a:pos x="398" y="911"/>
                </a:cxn>
                <a:cxn ang="0">
                  <a:pos x="393" y="894"/>
                </a:cxn>
                <a:cxn ang="0">
                  <a:pos x="371" y="880"/>
                </a:cxn>
                <a:cxn ang="0">
                  <a:pos x="363" y="841"/>
                </a:cxn>
                <a:cxn ang="0">
                  <a:pos x="351" y="827"/>
                </a:cxn>
                <a:cxn ang="0">
                  <a:pos x="303" y="824"/>
                </a:cxn>
                <a:cxn ang="0">
                  <a:pos x="278" y="832"/>
                </a:cxn>
                <a:cxn ang="0">
                  <a:pos x="200" y="827"/>
                </a:cxn>
                <a:cxn ang="0">
                  <a:pos x="175" y="832"/>
                </a:cxn>
                <a:cxn ang="0">
                  <a:pos x="90" y="837"/>
                </a:cxn>
                <a:cxn ang="0">
                  <a:pos x="65" y="827"/>
                </a:cxn>
                <a:cxn ang="0">
                  <a:pos x="55" y="821"/>
                </a:cxn>
                <a:cxn ang="0">
                  <a:pos x="59" y="766"/>
                </a:cxn>
                <a:cxn ang="0">
                  <a:pos x="139" y="733"/>
                </a:cxn>
                <a:cxn ang="0">
                  <a:pos x="139" y="690"/>
                </a:cxn>
                <a:cxn ang="0">
                  <a:pos x="102" y="686"/>
                </a:cxn>
                <a:cxn ang="0">
                  <a:pos x="106" y="644"/>
                </a:cxn>
                <a:cxn ang="0">
                  <a:pos x="0" y="556"/>
                </a:cxn>
                <a:cxn ang="0">
                  <a:pos x="0" y="518"/>
                </a:cxn>
                <a:cxn ang="0">
                  <a:pos x="75" y="522"/>
                </a:cxn>
                <a:cxn ang="0">
                  <a:pos x="106" y="526"/>
                </a:cxn>
                <a:cxn ang="0">
                  <a:pos x="231" y="539"/>
                </a:cxn>
                <a:cxn ang="0">
                  <a:pos x="316" y="518"/>
                </a:cxn>
                <a:cxn ang="0">
                  <a:pos x="316" y="458"/>
                </a:cxn>
                <a:cxn ang="0">
                  <a:pos x="324" y="417"/>
                </a:cxn>
                <a:cxn ang="0">
                  <a:pos x="375" y="408"/>
                </a:cxn>
                <a:cxn ang="0">
                  <a:pos x="417" y="375"/>
                </a:cxn>
                <a:cxn ang="0">
                  <a:pos x="488" y="387"/>
                </a:cxn>
                <a:cxn ang="0">
                  <a:pos x="488" y="325"/>
                </a:cxn>
                <a:cxn ang="0">
                  <a:pos x="543" y="228"/>
                </a:cxn>
                <a:cxn ang="0">
                  <a:pos x="594" y="236"/>
                </a:cxn>
                <a:cxn ang="0">
                  <a:pos x="645" y="147"/>
                </a:cxn>
                <a:cxn ang="0">
                  <a:pos x="624" y="72"/>
                </a:cxn>
                <a:cxn ang="0">
                  <a:pos x="761" y="13"/>
                </a:cxn>
                <a:cxn ang="0">
                  <a:pos x="804" y="13"/>
                </a:cxn>
                <a:cxn ang="0">
                  <a:pos x="825" y="0"/>
                </a:cxn>
                <a:cxn ang="0">
                  <a:pos x="859" y="13"/>
                </a:cxn>
                <a:cxn ang="0">
                  <a:pos x="881" y="45"/>
                </a:cxn>
                <a:cxn ang="0">
                  <a:pos x="895" y="94"/>
                </a:cxn>
                <a:cxn ang="0">
                  <a:pos x="942" y="126"/>
                </a:cxn>
                <a:cxn ang="0">
                  <a:pos x="981" y="164"/>
                </a:cxn>
              </a:cxnLst>
              <a:rect l="0" t="0" r="r" b="b"/>
              <a:pathLst>
                <a:path w="981" h="925">
                  <a:moveTo>
                    <a:pt x="981" y="164"/>
                  </a:moveTo>
                  <a:lnTo>
                    <a:pt x="906" y="176"/>
                  </a:lnTo>
                  <a:lnTo>
                    <a:pt x="842" y="164"/>
                  </a:lnTo>
                  <a:lnTo>
                    <a:pt x="787" y="170"/>
                  </a:lnTo>
                  <a:lnTo>
                    <a:pt x="781" y="282"/>
                  </a:lnTo>
                  <a:lnTo>
                    <a:pt x="822" y="297"/>
                  </a:lnTo>
                  <a:lnTo>
                    <a:pt x="865" y="341"/>
                  </a:lnTo>
                  <a:lnTo>
                    <a:pt x="854" y="370"/>
                  </a:lnTo>
                  <a:lnTo>
                    <a:pt x="812" y="403"/>
                  </a:lnTo>
                  <a:lnTo>
                    <a:pt x="804" y="465"/>
                  </a:lnTo>
                  <a:lnTo>
                    <a:pt x="764" y="485"/>
                  </a:lnTo>
                  <a:lnTo>
                    <a:pt x="749" y="541"/>
                  </a:lnTo>
                  <a:lnTo>
                    <a:pt x="632" y="653"/>
                  </a:lnTo>
                  <a:lnTo>
                    <a:pt x="587" y="656"/>
                  </a:lnTo>
                  <a:lnTo>
                    <a:pt x="564" y="636"/>
                  </a:lnTo>
                  <a:lnTo>
                    <a:pt x="534" y="711"/>
                  </a:lnTo>
                  <a:lnTo>
                    <a:pt x="601" y="827"/>
                  </a:lnTo>
                  <a:lnTo>
                    <a:pt x="596" y="877"/>
                  </a:lnTo>
                  <a:lnTo>
                    <a:pt x="508" y="866"/>
                  </a:lnTo>
                  <a:lnTo>
                    <a:pt x="461" y="892"/>
                  </a:lnTo>
                  <a:lnTo>
                    <a:pt x="430" y="925"/>
                  </a:lnTo>
                  <a:lnTo>
                    <a:pt x="398" y="911"/>
                  </a:lnTo>
                  <a:lnTo>
                    <a:pt x="393" y="894"/>
                  </a:lnTo>
                  <a:lnTo>
                    <a:pt x="371" y="880"/>
                  </a:lnTo>
                  <a:lnTo>
                    <a:pt x="363" y="841"/>
                  </a:lnTo>
                  <a:lnTo>
                    <a:pt x="351" y="827"/>
                  </a:lnTo>
                  <a:lnTo>
                    <a:pt x="303" y="824"/>
                  </a:lnTo>
                  <a:lnTo>
                    <a:pt x="278" y="832"/>
                  </a:lnTo>
                  <a:lnTo>
                    <a:pt x="200" y="827"/>
                  </a:lnTo>
                  <a:lnTo>
                    <a:pt x="175" y="832"/>
                  </a:lnTo>
                  <a:lnTo>
                    <a:pt x="90" y="837"/>
                  </a:lnTo>
                  <a:lnTo>
                    <a:pt x="65" y="827"/>
                  </a:lnTo>
                  <a:lnTo>
                    <a:pt x="55" y="821"/>
                  </a:lnTo>
                  <a:lnTo>
                    <a:pt x="59" y="766"/>
                  </a:lnTo>
                  <a:lnTo>
                    <a:pt x="139" y="733"/>
                  </a:lnTo>
                  <a:lnTo>
                    <a:pt x="139" y="690"/>
                  </a:lnTo>
                  <a:lnTo>
                    <a:pt x="102" y="686"/>
                  </a:lnTo>
                  <a:lnTo>
                    <a:pt x="106" y="644"/>
                  </a:lnTo>
                  <a:lnTo>
                    <a:pt x="0" y="556"/>
                  </a:lnTo>
                  <a:lnTo>
                    <a:pt x="0" y="518"/>
                  </a:lnTo>
                  <a:lnTo>
                    <a:pt x="75" y="522"/>
                  </a:lnTo>
                  <a:lnTo>
                    <a:pt x="106" y="526"/>
                  </a:lnTo>
                  <a:lnTo>
                    <a:pt x="231" y="539"/>
                  </a:lnTo>
                  <a:lnTo>
                    <a:pt x="316" y="518"/>
                  </a:lnTo>
                  <a:lnTo>
                    <a:pt x="316" y="458"/>
                  </a:lnTo>
                  <a:lnTo>
                    <a:pt x="324" y="417"/>
                  </a:lnTo>
                  <a:lnTo>
                    <a:pt x="375" y="408"/>
                  </a:lnTo>
                  <a:lnTo>
                    <a:pt x="417" y="375"/>
                  </a:lnTo>
                  <a:lnTo>
                    <a:pt x="488" y="387"/>
                  </a:lnTo>
                  <a:lnTo>
                    <a:pt x="488" y="325"/>
                  </a:lnTo>
                  <a:lnTo>
                    <a:pt x="543" y="228"/>
                  </a:lnTo>
                  <a:lnTo>
                    <a:pt x="594" y="236"/>
                  </a:lnTo>
                  <a:lnTo>
                    <a:pt x="645" y="147"/>
                  </a:lnTo>
                  <a:lnTo>
                    <a:pt x="624" y="72"/>
                  </a:lnTo>
                  <a:lnTo>
                    <a:pt x="761" y="13"/>
                  </a:lnTo>
                  <a:lnTo>
                    <a:pt x="804" y="13"/>
                  </a:lnTo>
                  <a:lnTo>
                    <a:pt x="825" y="0"/>
                  </a:lnTo>
                  <a:lnTo>
                    <a:pt x="859" y="13"/>
                  </a:lnTo>
                  <a:lnTo>
                    <a:pt x="881" y="45"/>
                  </a:lnTo>
                  <a:lnTo>
                    <a:pt x="895" y="94"/>
                  </a:lnTo>
                  <a:lnTo>
                    <a:pt x="942" y="126"/>
                  </a:lnTo>
                  <a:lnTo>
                    <a:pt x="981" y="16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 358"/>
            <p:cNvSpPr>
              <a:spLocks/>
            </p:cNvSpPr>
            <p:nvPr/>
          </p:nvSpPr>
          <p:spPr bwMode="auto">
            <a:xfrm>
              <a:off x="7265143" y="3895137"/>
              <a:ext cx="66479" cy="124851"/>
            </a:xfrm>
            <a:custGeom>
              <a:avLst/>
              <a:gdLst/>
              <a:ahLst/>
              <a:cxnLst>
                <a:cxn ang="0">
                  <a:pos x="76" y="8"/>
                </a:cxn>
                <a:cxn ang="0">
                  <a:pos x="104" y="23"/>
                </a:cxn>
                <a:cxn ang="0">
                  <a:pos x="138" y="0"/>
                </a:cxn>
                <a:cxn ang="0">
                  <a:pos x="154" y="11"/>
                </a:cxn>
                <a:cxn ang="0">
                  <a:pos x="146" y="71"/>
                </a:cxn>
                <a:cxn ang="0">
                  <a:pos x="166" y="93"/>
                </a:cxn>
                <a:cxn ang="0">
                  <a:pos x="163" y="129"/>
                </a:cxn>
                <a:cxn ang="0">
                  <a:pos x="108" y="174"/>
                </a:cxn>
                <a:cxn ang="0">
                  <a:pos x="98" y="199"/>
                </a:cxn>
                <a:cxn ang="0">
                  <a:pos x="115" y="249"/>
                </a:cxn>
                <a:cxn ang="0">
                  <a:pos x="123" y="267"/>
                </a:cxn>
                <a:cxn ang="0">
                  <a:pos x="113" y="294"/>
                </a:cxn>
                <a:cxn ang="0">
                  <a:pos x="101" y="309"/>
                </a:cxn>
                <a:cxn ang="0">
                  <a:pos x="65" y="286"/>
                </a:cxn>
                <a:cxn ang="0">
                  <a:pos x="62" y="239"/>
                </a:cxn>
                <a:cxn ang="0">
                  <a:pos x="25" y="222"/>
                </a:cxn>
                <a:cxn ang="0">
                  <a:pos x="0" y="161"/>
                </a:cxn>
                <a:cxn ang="0">
                  <a:pos x="8" y="141"/>
                </a:cxn>
                <a:cxn ang="0">
                  <a:pos x="28" y="138"/>
                </a:cxn>
                <a:cxn ang="0">
                  <a:pos x="43" y="51"/>
                </a:cxn>
                <a:cxn ang="0">
                  <a:pos x="56" y="33"/>
                </a:cxn>
                <a:cxn ang="0">
                  <a:pos x="56" y="11"/>
                </a:cxn>
                <a:cxn ang="0">
                  <a:pos x="76" y="8"/>
                </a:cxn>
              </a:cxnLst>
              <a:rect l="0" t="0" r="r" b="b"/>
              <a:pathLst>
                <a:path w="166" h="309">
                  <a:moveTo>
                    <a:pt x="76" y="8"/>
                  </a:moveTo>
                  <a:lnTo>
                    <a:pt x="104" y="23"/>
                  </a:lnTo>
                  <a:lnTo>
                    <a:pt x="138" y="0"/>
                  </a:lnTo>
                  <a:lnTo>
                    <a:pt x="154" y="11"/>
                  </a:lnTo>
                  <a:lnTo>
                    <a:pt x="146" y="71"/>
                  </a:lnTo>
                  <a:lnTo>
                    <a:pt x="166" y="93"/>
                  </a:lnTo>
                  <a:lnTo>
                    <a:pt x="163" y="129"/>
                  </a:lnTo>
                  <a:lnTo>
                    <a:pt x="108" y="174"/>
                  </a:lnTo>
                  <a:lnTo>
                    <a:pt x="98" y="199"/>
                  </a:lnTo>
                  <a:lnTo>
                    <a:pt x="115" y="249"/>
                  </a:lnTo>
                  <a:lnTo>
                    <a:pt x="123" y="267"/>
                  </a:lnTo>
                  <a:lnTo>
                    <a:pt x="113" y="294"/>
                  </a:lnTo>
                  <a:lnTo>
                    <a:pt x="101" y="309"/>
                  </a:lnTo>
                  <a:lnTo>
                    <a:pt x="65" y="286"/>
                  </a:lnTo>
                  <a:lnTo>
                    <a:pt x="62" y="239"/>
                  </a:lnTo>
                  <a:lnTo>
                    <a:pt x="25" y="222"/>
                  </a:lnTo>
                  <a:lnTo>
                    <a:pt x="0" y="161"/>
                  </a:lnTo>
                  <a:lnTo>
                    <a:pt x="8" y="141"/>
                  </a:lnTo>
                  <a:lnTo>
                    <a:pt x="28" y="138"/>
                  </a:lnTo>
                  <a:lnTo>
                    <a:pt x="43" y="51"/>
                  </a:lnTo>
                  <a:lnTo>
                    <a:pt x="56" y="33"/>
                  </a:lnTo>
                  <a:lnTo>
                    <a:pt x="56" y="11"/>
                  </a:lnTo>
                  <a:lnTo>
                    <a:pt x="76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 359"/>
            <p:cNvSpPr>
              <a:spLocks/>
            </p:cNvSpPr>
            <p:nvPr/>
          </p:nvSpPr>
          <p:spPr bwMode="auto">
            <a:xfrm>
              <a:off x="7278114" y="4018368"/>
              <a:ext cx="29185" cy="30808"/>
            </a:xfrm>
            <a:custGeom>
              <a:avLst/>
              <a:gdLst/>
              <a:ahLst/>
              <a:cxnLst>
                <a:cxn ang="0">
                  <a:pos x="37" y="3"/>
                </a:cxn>
                <a:cxn ang="0">
                  <a:pos x="67" y="28"/>
                </a:cxn>
                <a:cxn ang="0">
                  <a:pos x="73" y="61"/>
                </a:cxn>
                <a:cxn ang="0">
                  <a:pos x="62" y="76"/>
                </a:cxn>
                <a:cxn ang="0">
                  <a:pos x="37" y="71"/>
                </a:cxn>
                <a:cxn ang="0">
                  <a:pos x="25" y="31"/>
                </a:cxn>
                <a:cxn ang="0">
                  <a:pos x="0" y="11"/>
                </a:cxn>
                <a:cxn ang="0">
                  <a:pos x="9" y="0"/>
                </a:cxn>
                <a:cxn ang="0">
                  <a:pos x="37" y="3"/>
                </a:cxn>
              </a:cxnLst>
              <a:rect l="0" t="0" r="r" b="b"/>
              <a:pathLst>
                <a:path w="73" h="76">
                  <a:moveTo>
                    <a:pt x="37" y="3"/>
                  </a:moveTo>
                  <a:lnTo>
                    <a:pt x="67" y="28"/>
                  </a:lnTo>
                  <a:lnTo>
                    <a:pt x="73" y="61"/>
                  </a:lnTo>
                  <a:lnTo>
                    <a:pt x="62" y="76"/>
                  </a:lnTo>
                  <a:lnTo>
                    <a:pt x="37" y="71"/>
                  </a:lnTo>
                  <a:lnTo>
                    <a:pt x="25" y="31"/>
                  </a:lnTo>
                  <a:lnTo>
                    <a:pt x="0" y="11"/>
                  </a:lnTo>
                  <a:lnTo>
                    <a:pt x="9" y="0"/>
                  </a:lnTo>
                  <a:lnTo>
                    <a:pt x="37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 360"/>
            <p:cNvSpPr>
              <a:spLocks/>
            </p:cNvSpPr>
            <p:nvPr/>
          </p:nvSpPr>
          <p:spPr bwMode="auto">
            <a:xfrm>
              <a:off x="7317029" y="4002154"/>
              <a:ext cx="55129" cy="38915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2" y="0"/>
                </a:cxn>
                <a:cxn ang="0">
                  <a:pos x="45" y="0"/>
                </a:cxn>
                <a:cxn ang="0">
                  <a:pos x="65" y="22"/>
                </a:cxn>
                <a:cxn ang="0">
                  <a:pos x="87" y="8"/>
                </a:cxn>
                <a:cxn ang="0">
                  <a:pos x="107" y="33"/>
                </a:cxn>
                <a:cxn ang="0">
                  <a:pos x="115" y="70"/>
                </a:cxn>
                <a:cxn ang="0">
                  <a:pos x="135" y="78"/>
                </a:cxn>
                <a:cxn ang="0">
                  <a:pos x="127" y="95"/>
                </a:cxn>
                <a:cxn ang="0">
                  <a:pos x="74" y="67"/>
                </a:cxn>
                <a:cxn ang="0">
                  <a:pos x="42" y="39"/>
                </a:cxn>
                <a:cxn ang="0">
                  <a:pos x="32" y="55"/>
                </a:cxn>
                <a:cxn ang="0">
                  <a:pos x="0" y="19"/>
                </a:cxn>
              </a:cxnLst>
              <a:rect l="0" t="0" r="r" b="b"/>
              <a:pathLst>
                <a:path w="135" h="95">
                  <a:moveTo>
                    <a:pt x="0" y="19"/>
                  </a:moveTo>
                  <a:lnTo>
                    <a:pt x="22" y="0"/>
                  </a:lnTo>
                  <a:lnTo>
                    <a:pt x="45" y="0"/>
                  </a:lnTo>
                  <a:lnTo>
                    <a:pt x="65" y="22"/>
                  </a:lnTo>
                  <a:lnTo>
                    <a:pt x="87" y="8"/>
                  </a:lnTo>
                  <a:lnTo>
                    <a:pt x="107" y="33"/>
                  </a:lnTo>
                  <a:lnTo>
                    <a:pt x="115" y="70"/>
                  </a:lnTo>
                  <a:lnTo>
                    <a:pt x="135" y="78"/>
                  </a:lnTo>
                  <a:lnTo>
                    <a:pt x="127" y="95"/>
                  </a:lnTo>
                  <a:lnTo>
                    <a:pt x="74" y="67"/>
                  </a:lnTo>
                  <a:lnTo>
                    <a:pt x="42" y="39"/>
                  </a:lnTo>
                  <a:lnTo>
                    <a:pt x="32" y="55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 361"/>
            <p:cNvSpPr>
              <a:spLocks/>
            </p:cNvSpPr>
            <p:nvPr/>
          </p:nvSpPr>
          <p:spPr bwMode="auto">
            <a:xfrm>
              <a:off x="7378644" y="4045932"/>
              <a:ext cx="25944" cy="32428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20" y="0"/>
                </a:cxn>
                <a:cxn ang="0">
                  <a:pos x="48" y="9"/>
                </a:cxn>
                <a:cxn ang="0">
                  <a:pos x="64" y="34"/>
                </a:cxn>
                <a:cxn ang="0">
                  <a:pos x="59" y="79"/>
                </a:cxn>
                <a:cxn ang="0">
                  <a:pos x="34" y="64"/>
                </a:cxn>
                <a:cxn ang="0">
                  <a:pos x="23" y="37"/>
                </a:cxn>
                <a:cxn ang="0">
                  <a:pos x="0" y="17"/>
                </a:cxn>
                <a:cxn ang="0">
                  <a:pos x="0" y="6"/>
                </a:cxn>
              </a:cxnLst>
              <a:rect l="0" t="0" r="r" b="b"/>
              <a:pathLst>
                <a:path w="64" h="79">
                  <a:moveTo>
                    <a:pt x="0" y="6"/>
                  </a:moveTo>
                  <a:lnTo>
                    <a:pt x="20" y="0"/>
                  </a:lnTo>
                  <a:lnTo>
                    <a:pt x="48" y="9"/>
                  </a:lnTo>
                  <a:lnTo>
                    <a:pt x="64" y="34"/>
                  </a:lnTo>
                  <a:lnTo>
                    <a:pt x="59" y="79"/>
                  </a:lnTo>
                  <a:lnTo>
                    <a:pt x="34" y="64"/>
                  </a:lnTo>
                  <a:lnTo>
                    <a:pt x="23" y="37"/>
                  </a:lnTo>
                  <a:lnTo>
                    <a:pt x="0" y="17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 362"/>
            <p:cNvSpPr>
              <a:spLocks/>
            </p:cNvSpPr>
            <p:nvPr/>
          </p:nvSpPr>
          <p:spPr bwMode="auto">
            <a:xfrm>
              <a:off x="7367296" y="4005396"/>
              <a:ext cx="9728" cy="11350"/>
            </a:xfrm>
            <a:custGeom>
              <a:avLst/>
              <a:gdLst/>
              <a:ahLst/>
              <a:cxnLst>
                <a:cxn ang="0">
                  <a:pos x="5" y="25"/>
                </a:cxn>
                <a:cxn ang="0">
                  <a:pos x="0" y="17"/>
                </a:cxn>
                <a:cxn ang="0">
                  <a:pos x="5" y="0"/>
                </a:cxn>
                <a:cxn ang="0">
                  <a:pos x="25" y="6"/>
                </a:cxn>
                <a:cxn ang="0">
                  <a:pos x="25" y="22"/>
                </a:cxn>
                <a:cxn ang="0">
                  <a:pos x="5" y="25"/>
                </a:cxn>
              </a:cxnLst>
              <a:rect l="0" t="0" r="r" b="b"/>
              <a:pathLst>
                <a:path w="25" h="25">
                  <a:moveTo>
                    <a:pt x="5" y="25"/>
                  </a:moveTo>
                  <a:lnTo>
                    <a:pt x="0" y="17"/>
                  </a:lnTo>
                  <a:lnTo>
                    <a:pt x="5" y="0"/>
                  </a:lnTo>
                  <a:lnTo>
                    <a:pt x="25" y="6"/>
                  </a:lnTo>
                  <a:lnTo>
                    <a:pt x="25" y="22"/>
                  </a:lnTo>
                  <a:lnTo>
                    <a:pt x="5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 363"/>
            <p:cNvSpPr>
              <a:spLocks/>
            </p:cNvSpPr>
            <p:nvPr/>
          </p:nvSpPr>
          <p:spPr bwMode="auto">
            <a:xfrm>
              <a:off x="7346215" y="4049176"/>
              <a:ext cx="17835" cy="11350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4" y="0"/>
                </a:cxn>
                <a:cxn ang="0">
                  <a:pos x="19" y="3"/>
                </a:cxn>
                <a:cxn ang="0">
                  <a:pos x="42" y="17"/>
                </a:cxn>
                <a:cxn ang="0">
                  <a:pos x="42" y="28"/>
                </a:cxn>
                <a:cxn ang="0">
                  <a:pos x="17" y="17"/>
                </a:cxn>
                <a:cxn ang="0">
                  <a:pos x="0" y="31"/>
                </a:cxn>
              </a:cxnLst>
              <a:rect l="0" t="0" r="r" b="b"/>
              <a:pathLst>
                <a:path w="42" h="31">
                  <a:moveTo>
                    <a:pt x="0" y="31"/>
                  </a:moveTo>
                  <a:lnTo>
                    <a:pt x="4" y="0"/>
                  </a:lnTo>
                  <a:lnTo>
                    <a:pt x="19" y="3"/>
                  </a:lnTo>
                  <a:lnTo>
                    <a:pt x="42" y="17"/>
                  </a:lnTo>
                  <a:lnTo>
                    <a:pt x="42" y="28"/>
                  </a:lnTo>
                  <a:lnTo>
                    <a:pt x="17" y="17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 364"/>
            <p:cNvSpPr>
              <a:spLocks/>
            </p:cNvSpPr>
            <p:nvPr/>
          </p:nvSpPr>
          <p:spPr bwMode="auto">
            <a:xfrm>
              <a:off x="7321895" y="4070254"/>
              <a:ext cx="21078" cy="2432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62"/>
                </a:cxn>
                <a:cxn ang="0">
                  <a:pos x="42" y="37"/>
                </a:cxn>
                <a:cxn ang="0">
                  <a:pos x="50" y="8"/>
                </a:cxn>
                <a:cxn ang="0">
                  <a:pos x="30" y="0"/>
                </a:cxn>
                <a:cxn ang="0">
                  <a:pos x="5" y="0"/>
                </a:cxn>
              </a:cxnLst>
              <a:rect l="0" t="0" r="r" b="b"/>
              <a:pathLst>
                <a:path w="50" h="62">
                  <a:moveTo>
                    <a:pt x="5" y="0"/>
                  </a:moveTo>
                  <a:lnTo>
                    <a:pt x="0" y="62"/>
                  </a:lnTo>
                  <a:lnTo>
                    <a:pt x="42" y="37"/>
                  </a:lnTo>
                  <a:lnTo>
                    <a:pt x="50" y="8"/>
                  </a:lnTo>
                  <a:lnTo>
                    <a:pt x="3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 365"/>
            <p:cNvSpPr>
              <a:spLocks/>
            </p:cNvSpPr>
            <p:nvPr/>
          </p:nvSpPr>
          <p:spPr bwMode="auto">
            <a:xfrm>
              <a:off x="7326757" y="4086469"/>
              <a:ext cx="30807" cy="38915"/>
            </a:xfrm>
            <a:custGeom>
              <a:avLst/>
              <a:gdLst/>
              <a:ahLst/>
              <a:cxnLst>
                <a:cxn ang="0">
                  <a:pos x="74" y="8"/>
                </a:cxn>
                <a:cxn ang="0">
                  <a:pos x="67" y="56"/>
                </a:cxn>
                <a:cxn ang="0">
                  <a:pos x="52" y="83"/>
                </a:cxn>
                <a:cxn ang="0">
                  <a:pos x="32" y="95"/>
                </a:cxn>
                <a:cxn ang="0">
                  <a:pos x="0" y="75"/>
                </a:cxn>
                <a:cxn ang="0">
                  <a:pos x="7" y="53"/>
                </a:cxn>
                <a:cxn ang="0">
                  <a:pos x="49" y="41"/>
                </a:cxn>
                <a:cxn ang="0">
                  <a:pos x="34" y="28"/>
                </a:cxn>
                <a:cxn ang="0">
                  <a:pos x="42" y="0"/>
                </a:cxn>
                <a:cxn ang="0">
                  <a:pos x="74" y="8"/>
                </a:cxn>
              </a:cxnLst>
              <a:rect l="0" t="0" r="r" b="b"/>
              <a:pathLst>
                <a:path w="74" h="95">
                  <a:moveTo>
                    <a:pt x="74" y="8"/>
                  </a:moveTo>
                  <a:lnTo>
                    <a:pt x="67" y="56"/>
                  </a:lnTo>
                  <a:lnTo>
                    <a:pt x="52" y="83"/>
                  </a:lnTo>
                  <a:lnTo>
                    <a:pt x="32" y="95"/>
                  </a:lnTo>
                  <a:lnTo>
                    <a:pt x="0" y="75"/>
                  </a:lnTo>
                  <a:lnTo>
                    <a:pt x="7" y="53"/>
                  </a:lnTo>
                  <a:lnTo>
                    <a:pt x="49" y="41"/>
                  </a:lnTo>
                  <a:lnTo>
                    <a:pt x="34" y="28"/>
                  </a:lnTo>
                  <a:lnTo>
                    <a:pt x="42" y="0"/>
                  </a:lnTo>
                  <a:lnTo>
                    <a:pt x="74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 366"/>
            <p:cNvSpPr>
              <a:spLocks/>
            </p:cNvSpPr>
            <p:nvPr/>
          </p:nvSpPr>
          <p:spPr bwMode="auto">
            <a:xfrm>
              <a:off x="7359187" y="4081605"/>
              <a:ext cx="9728" cy="34051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82"/>
                </a:cxn>
                <a:cxn ang="0">
                  <a:pos x="14" y="76"/>
                </a:cxn>
                <a:cxn ang="0">
                  <a:pos x="23" y="54"/>
                </a:cxn>
                <a:cxn ang="0">
                  <a:pos x="11" y="0"/>
                </a:cxn>
              </a:cxnLst>
              <a:rect l="0" t="0" r="r" b="b"/>
              <a:pathLst>
                <a:path w="23" h="82">
                  <a:moveTo>
                    <a:pt x="11" y="0"/>
                  </a:moveTo>
                  <a:lnTo>
                    <a:pt x="0" y="82"/>
                  </a:lnTo>
                  <a:lnTo>
                    <a:pt x="14" y="76"/>
                  </a:lnTo>
                  <a:lnTo>
                    <a:pt x="23" y="54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 367"/>
            <p:cNvSpPr>
              <a:spLocks/>
            </p:cNvSpPr>
            <p:nvPr/>
          </p:nvSpPr>
          <p:spPr bwMode="auto">
            <a:xfrm>
              <a:off x="7372158" y="4078362"/>
              <a:ext cx="24322" cy="227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" y="0"/>
                </a:cxn>
                <a:cxn ang="0">
                  <a:pos x="50" y="28"/>
                </a:cxn>
                <a:cxn ang="0">
                  <a:pos x="59" y="53"/>
                </a:cxn>
                <a:cxn ang="0">
                  <a:pos x="30" y="56"/>
                </a:cxn>
                <a:cxn ang="0">
                  <a:pos x="28" y="28"/>
                </a:cxn>
                <a:cxn ang="0">
                  <a:pos x="0" y="0"/>
                </a:cxn>
              </a:cxnLst>
              <a:rect l="0" t="0" r="r" b="b"/>
              <a:pathLst>
                <a:path w="59" h="56">
                  <a:moveTo>
                    <a:pt x="0" y="0"/>
                  </a:moveTo>
                  <a:lnTo>
                    <a:pt x="30" y="0"/>
                  </a:lnTo>
                  <a:lnTo>
                    <a:pt x="50" y="28"/>
                  </a:lnTo>
                  <a:lnTo>
                    <a:pt x="59" y="53"/>
                  </a:lnTo>
                  <a:lnTo>
                    <a:pt x="30" y="56"/>
                  </a:lnTo>
                  <a:lnTo>
                    <a:pt x="28" y="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 368"/>
            <p:cNvSpPr>
              <a:spLocks/>
            </p:cNvSpPr>
            <p:nvPr/>
          </p:nvSpPr>
          <p:spPr bwMode="auto">
            <a:xfrm>
              <a:off x="7370538" y="4104304"/>
              <a:ext cx="16214" cy="12972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17" y="3"/>
                </a:cxn>
                <a:cxn ang="0">
                  <a:pos x="25" y="0"/>
                </a:cxn>
                <a:cxn ang="0">
                  <a:pos x="42" y="3"/>
                </a:cxn>
                <a:cxn ang="0">
                  <a:pos x="22" y="30"/>
                </a:cxn>
                <a:cxn ang="0">
                  <a:pos x="0" y="28"/>
                </a:cxn>
              </a:cxnLst>
              <a:rect l="0" t="0" r="r" b="b"/>
              <a:pathLst>
                <a:path w="42" h="30">
                  <a:moveTo>
                    <a:pt x="0" y="28"/>
                  </a:moveTo>
                  <a:lnTo>
                    <a:pt x="17" y="3"/>
                  </a:lnTo>
                  <a:lnTo>
                    <a:pt x="25" y="0"/>
                  </a:lnTo>
                  <a:lnTo>
                    <a:pt x="42" y="3"/>
                  </a:lnTo>
                  <a:lnTo>
                    <a:pt x="22" y="30"/>
                  </a:lnTo>
                  <a:lnTo>
                    <a:pt x="0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 369"/>
            <p:cNvSpPr>
              <a:spLocks/>
            </p:cNvSpPr>
            <p:nvPr/>
          </p:nvSpPr>
          <p:spPr bwMode="auto">
            <a:xfrm>
              <a:off x="7320272" y="4117276"/>
              <a:ext cx="107016" cy="95666"/>
            </a:xfrm>
            <a:custGeom>
              <a:avLst/>
              <a:gdLst/>
              <a:ahLst/>
              <a:cxnLst>
                <a:cxn ang="0">
                  <a:pos x="112" y="118"/>
                </a:cxn>
                <a:cxn ang="0">
                  <a:pos x="134" y="135"/>
                </a:cxn>
                <a:cxn ang="0">
                  <a:pos x="121" y="166"/>
                </a:cxn>
                <a:cxn ang="0">
                  <a:pos x="121" y="183"/>
                </a:cxn>
                <a:cxn ang="0">
                  <a:pos x="166" y="221"/>
                </a:cxn>
                <a:cxn ang="0">
                  <a:pos x="182" y="211"/>
                </a:cxn>
                <a:cxn ang="0">
                  <a:pos x="194" y="205"/>
                </a:cxn>
                <a:cxn ang="0">
                  <a:pos x="191" y="225"/>
                </a:cxn>
                <a:cxn ang="0">
                  <a:pos x="204" y="236"/>
                </a:cxn>
                <a:cxn ang="0">
                  <a:pos x="214" y="228"/>
                </a:cxn>
                <a:cxn ang="0">
                  <a:pos x="214" y="191"/>
                </a:cxn>
                <a:cxn ang="0">
                  <a:pos x="199" y="174"/>
                </a:cxn>
                <a:cxn ang="0">
                  <a:pos x="202" y="154"/>
                </a:cxn>
                <a:cxn ang="0">
                  <a:pos x="216" y="148"/>
                </a:cxn>
                <a:cxn ang="0">
                  <a:pos x="244" y="168"/>
                </a:cxn>
                <a:cxn ang="0">
                  <a:pos x="261" y="148"/>
                </a:cxn>
                <a:cxn ang="0">
                  <a:pos x="267" y="113"/>
                </a:cxn>
                <a:cxn ang="0">
                  <a:pos x="249" y="87"/>
                </a:cxn>
                <a:cxn ang="0">
                  <a:pos x="252" y="58"/>
                </a:cxn>
                <a:cxn ang="0">
                  <a:pos x="241" y="25"/>
                </a:cxn>
                <a:cxn ang="0">
                  <a:pos x="199" y="0"/>
                </a:cxn>
                <a:cxn ang="0">
                  <a:pos x="211" y="25"/>
                </a:cxn>
                <a:cxn ang="0">
                  <a:pos x="199" y="42"/>
                </a:cxn>
                <a:cxn ang="0">
                  <a:pos x="191" y="33"/>
                </a:cxn>
                <a:cxn ang="0">
                  <a:pos x="174" y="33"/>
                </a:cxn>
                <a:cxn ang="0">
                  <a:pos x="166" y="56"/>
                </a:cxn>
                <a:cxn ang="0">
                  <a:pos x="146" y="58"/>
                </a:cxn>
                <a:cxn ang="0">
                  <a:pos x="141" y="87"/>
                </a:cxn>
                <a:cxn ang="0">
                  <a:pos x="121" y="93"/>
                </a:cxn>
                <a:cxn ang="0">
                  <a:pos x="112" y="68"/>
                </a:cxn>
                <a:cxn ang="0">
                  <a:pos x="81" y="48"/>
                </a:cxn>
                <a:cxn ang="0">
                  <a:pos x="36" y="95"/>
                </a:cxn>
                <a:cxn ang="0">
                  <a:pos x="16" y="101"/>
                </a:cxn>
                <a:cxn ang="0">
                  <a:pos x="0" y="129"/>
                </a:cxn>
                <a:cxn ang="0">
                  <a:pos x="0" y="148"/>
                </a:cxn>
                <a:cxn ang="0">
                  <a:pos x="14" y="143"/>
                </a:cxn>
                <a:cxn ang="0">
                  <a:pos x="26" y="135"/>
                </a:cxn>
                <a:cxn ang="0">
                  <a:pos x="26" y="121"/>
                </a:cxn>
                <a:cxn ang="0">
                  <a:pos x="45" y="106"/>
                </a:cxn>
                <a:cxn ang="0">
                  <a:pos x="61" y="129"/>
                </a:cxn>
                <a:cxn ang="0">
                  <a:pos x="79" y="118"/>
                </a:cxn>
                <a:cxn ang="0">
                  <a:pos x="93" y="118"/>
                </a:cxn>
                <a:cxn ang="0">
                  <a:pos x="112" y="118"/>
                </a:cxn>
              </a:cxnLst>
              <a:rect l="0" t="0" r="r" b="b"/>
              <a:pathLst>
                <a:path w="267" h="236">
                  <a:moveTo>
                    <a:pt x="112" y="118"/>
                  </a:moveTo>
                  <a:lnTo>
                    <a:pt x="134" y="135"/>
                  </a:lnTo>
                  <a:lnTo>
                    <a:pt x="121" y="166"/>
                  </a:lnTo>
                  <a:lnTo>
                    <a:pt x="121" y="183"/>
                  </a:lnTo>
                  <a:lnTo>
                    <a:pt x="166" y="221"/>
                  </a:lnTo>
                  <a:lnTo>
                    <a:pt x="182" y="211"/>
                  </a:lnTo>
                  <a:lnTo>
                    <a:pt x="194" y="205"/>
                  </a:lnTo>
                  <a:lnTo>
                    <a:pt x="191" y="225"/>
                  </a:lnTo>
                  <a:lnTo>
                    <a:pt x="204" y="236"/>
                  </a:lnTo>
                  <a:lnTo>
                    <a:pt x="214" y="228"/>
                  </a:lnTo>
                  <a:lnTo>
                    <a:pt x="214" y="191"/>
                  </a:lnTo>
                  <a:lnTo>
                    <a:pt x="199" y="174"/>
                  </a:lnTo>
                  <a:lnTo>
                    <a:pt x="202" y="154"/>
                  </a:lnTo>
                  <a:lnTo>
                    <a:pt x="216" y="148"/>
                  </a:lnTo>
                  <a:lnTo>
                    <a:pt x="244" y="168"/>
                  </a:lnTo>
                  <a:lnTo>
                    <a:pt x="261" y="148"/>
                  </a:lnTo>
                  <a:lnTo>
                    <a:pt x="267" y="113"/>
                  </a:lnTo>
                  <a:lnTo>
                    <a:pt x="249" y="87"/>
                  </a:lnTo>
                  <a:lnTo>
                    <a:pt x="252" y="58"/>
                  </a:lnTo>
                  <a:lnTo>
                    <a:pt x="241" y="25"/>
                  </a:lnTo>
                  <a:lnTo>
                    <a:pt x="199" y="0"/>
                  </a:lnTo>
                  <a:lnTo>
                    <a:pt x="211" y="25"/>
                  </a:lnTo>
                  <a:lnTo>
                    <a:pt x="199" y="42"/>
                  </a:lnTo>
                  <a:lnTo>
                    <a:pt x="191" y="33"/>
                  </a:lnTo>
                  <a:lnTo>
                    <a:pt x="174" y="33"/>
                  </a:lnTo>
                  <a:lnTo>
                    <a:pt x="166" y="56"/>
                  </a:lnTo>
                  <a:lnTo>
                    <a:pt x="146" y="58"/>
                  </a:lnTo>
                  <a:lnTo>
                    <a:pt x="141" y="87"/>
                  </a:lnTo>
                  <a:lnTo>
                    <a:pt x="121" y="93"/>
                  </a:lnTo>
                  <a:lnTo>
                    <a:pt x="112" y="68"/>
                  </a:lnTo>
                  <a:lnTo>
                    <a:pt x="81" y="48"/>
                  </a:lnTo>
                  <a:lnTo>
                    <a:pt x="36" y="95"/>
                  </a:lnTo>
                  <a:lnTo>
                    <a:pt x="16" y="101"/>
                  </a:lnTo>
                  <a:lnTo>
                    <a:pt x="0" y="129"/>
                  </a:lnTo>
                  <a:lnTo>
                    <a:pt x="0" y="148"/>
                  </a:lnTo>
                  <a:lnTo>
                    <a:pt x="14" y="143"/>
                  </a:lnTo>
                  <a:lnTo>
                    <a:pt x="26" y="135"/>
                  </a:lnTo>
                  <a:lnTo>
                    <a:pt x="26" y="121"/>
                  </a:lnTo>
                  <a:lnTo>
                    <a:pt x="45" y="106"/>
                  </a:lnTo>
                  <a:lnTo>
                    <a:pt x="61" y="129"/>
                  </a:lnTo>
                  <a:lnTo>
                    <a:pt x="79" y="118"/>
                  </a:lnTo>
                  <a:lnTo>
                    <a:pt x="93" y="118"/>
                  </a:lnTo>
                  <a:lnTo>
                    <a:pt x="112" y="11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 370"/>
            <p:cNvSpPr>
              <a:spLocks/>
            </p:cNvSpPr>
            <p:nvPr/>
          </p:nvSpPr>
          <p:spPr bwMode="auto">
            <a:xfrm>
              <a:off x="7401344" y="4094576"/>
              <a:ext cx="9728" cy="11350"/>
            </a:xfrm>
            <a:custGeom>
              <a:avLst/>
              <a:gdLst/>
              <a:ahLst/>
              <a:cxnLst>
                <a:cxn ang="0">
                  <a:pos x="25" y="25"/>
                </a:cxn>
                <a:cxn ang="0">
                  <a:pos x="15" y="30"/>
                </a:cxn>
                <a:cxn ang="0">
                  <a:pos x="0" y="21"/>
                </a:cxn>
                <a:cxn ang="0">
                  <a:pos x="3" y="2"/>
                </a:cxn>
                <a:cxn ang="0">
                  <a:pos x="28" y="0"/>
                </a:cxn>
                <a:cxn ang="0">
                  <a:pos x="25" y="25"/>
                </a:cxn>
              </a:cxnLst>
              <a:rect l="0" t="0" r="r" b="b"/>
              <a:pathLst>
                <a:path w="28" h="30">
                  <a:moveTo>
                    <a:pt x="25" y="25"/>
                  </a:moveTo>
                  <a:lnTo>
                    <a:pt x="15" y="30"/>
                  </a:lnTo>
                  <a:lnTo>
                    <a:pt x="0" y="21"/>
                  </a:lnTo>
                  <a:lnTo>
                    <a:pt x="3" y="2"/>
                  </a:lnTo>
                  <a:lnTo>
                    <a:pt x="28" y="0"/>
                  </a:lnTo>
                  <a:lnTo>
                    <a:pt x="25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 371"/>
            <p:cNvSpPr>
              <a:spLocks/>
            </p:cNvSpPr>
            <p:nvPr/>
          </p:nvSpPr>
          <p:spPr bwMode="auto">
            <a:xfrm>
              <a:off x="4682167" y="2935238"/>
              <a:ext cx="163766" cy="107016"/>
            </a:xfrm>
            <a:custGeom>
              <a:avLst/>
              <a:gdLst/>
              <a:ahLst/>
              <a:cxnLst>
                <a:cxn ang="0">
                  <a:pos x="295" y="261"/>
                </a:cxn>
                <a:cxn ang="0">
                  <a:pos x="272" y="258"/>
                </a:cxn>
                <a:cxn ang="0">
                  <a:pos x="249" y="257"/>
                </a:cxn>
                <a:cxn ang="0">
                  <a:pos x="235" y="218"/>
                </a:cxn>
                <a:cxn ang="0">
                  <a:pos x="181" y="197"/>
                </a:cxn>
                <a:cxn ang="0">
                  <a:pos x="96" y="210"/>
                </a:cxn>
                <a:cxn ang="0">
                  <a:pos x="13" y="143"/>
                </a:cxn>
                <a:cxn ang="0">
                  <a:pos x="0" y="79"/>
                </a:cxn>
                <a:cxn ang="0">
                  <a:pos x="92" y="29"/>
                </a:cxn>
                <a:cxn ang="0">
                  <a:pos x="109" y="4"/>
                </a:cxn>
                <a:cxn ang="0">
                  <a:pos x="168" y="0"/>
                </a:cxn>
                <a:cxn ang="0">
                  <a:pos x="202" y="8"/>
                </a:cxn>
                <a:cxn ang="0">
                  <a:pos x="241" y="67"/>
                </a:cxn>
                <a:cxn ang="0">
                  <a:pos x="282" y="58"/>
                </a:cxn>
                <a:cxn ang="0">
                  <a:pos x="370" y="139"/>
                </a:cxn>
                <a:cxn ang="0">
                  <a:pos x="402" y="140"/>
                </a:cxn>
                <a:cxn ang="0">
                  <a:pos x="392" y="172"/>
                </a:cxn>
                <a:cxn ang="0">
                  <a:pos x="353" y="176"/>
                </a:cxn>
                <a:cxn ang="0">
                  <a:pos x="337" y="201"/>
                </a:cxn>
                <a:cxn ang="0">
                  <a:pos x="303" y="231"/>
                </a:cxn>
                <a:cxn ang="0">
                  <a:pos x="295" y="261"/>
                </a:cxn>
              </a:cxnLst>
              <a:rect l="0" t="0" r="r" b="b"/>
              <a:pathLst>
                <a:path w="402" h="261">
                  <a:moveTo>
                    <a:pt x="295" y="261"/>
                  </a:moveTo>
                  <a:lnTo>
                    <a:pt x="272" y="258"/>
                  </a:lnTo>
                  <a:lnTo>
                    <a:pt x="249" y="257"/>
                  </a:lnTo>
                  <a:lnTo>
                    <a:pt x="235" y="218"/>
                  </a:lnTo>
                  <a:lnTo>
                    <a:pt x="181" y="197"/>
                  </a:lnTo>
                  <a:lnTo>
                    <a:pt x="96" y="210"/>
                  </a:lnTo>
                  <a:lnTo>
                    <a:pt x="13" y="143"/>
                  </a:lnTo>
                  <a:lnTo>
                    <a:pt x="0" y="79"/>
                  </a:lnTo>
                  <a:lnTo>
                    <a:pt x="92" y="29"/>
                  </a:lnTo>
                  <a:lnTo>
                    <a:pt x="109" y="4"/>
                  </a:lnTo>
                  <a:lnTo>
                    <a:pt x="168" y="0"/>
                  </a:lnTo>
                  <a:lnTo>
                    <a:pt x="202" y="8"/>
                  </a:lnTo>
                  <a:lnTo>
                    <a:pt x="241" y="67"/>
                  </a:lnTo>
                  <a:lnTo>
                    <a:pt x="282" y="58"/>
                  </a:lnTo>
                  <a:lnTo>
                    <a:pt x="370" y="139"/>
                  </a:lnTo>
                  <a:lnTo>
                    <a:pt x="402" y="140"/>
                  </a:lnTo>
                  <a:lnTo>
                    <a:pt x="392" y="172"/>
                  </a:lnTo>
                  <a:lnTo>
                    <a:pt x="353" y="176"/>
                  </a:lnTo>
                  <a:lnTo>
                    <a:pt x="337" y="201"/>
                  </a:lnTo>
                  <a:lnTo>
                    <a:pt x="303" y="231"/>
                  </a:lnTo>
                  <a:lnTo>
                    <a:pt x="295" y="26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 372"/>
            <p:cNvSpPr>
              <a:spLocks/>
            </p:cNvSpPr>
            <p:nvPr/>
          </p:nvSpPr>
          <p:spPr bwMode="auto">
            <a:xfrm>
              <a:off x="4779454" y="3022796"/>
              <a:ext cx="163766" cy="102152"/>
            </a:xfrm>
            <a:custGeom>
              <a:avLst/>
              <a:gdLst/>
              <a:ahLst/>
              <a:cxnLst>
                <a:cxn ang="0">
                  <a:pos x="350" y="12"/>
                </a:cxn>
                <a:cxn ang="0">
                  <a:pos x="330" y="17"/>
                </a:cxn>
                <a:cxn ang="0">
                  <a:pos x="300" y="0"/>
                </a:cxn>
                <a:cxn ang="0">
                  <a:pos x="232" y="8"/>
                </a:cxn>
                <a:cxn ang="0">
                  <a:pos x="203" y="47"/>
                </a:cxn>
                <a:cxn ang="0">
                  <a:pos x="157" y="58"/>
                </a:cxn>
                <a:cxn ang="0">
                  <a:pos x="102" y="58"/>
                </a:cxn>
                <a:cxn ang="0">
                  <a:pos x="85" y="51"/>
                </a:cxn>
                <a:cxn ang="0">
                  <a:pos x="56" y="47"/>
                </a:cxn>
                <a:cxn ang="0">
                  <a:pos x="33" y="44"/>
                </a:cxn>
                <a:cxn ang="0">
                  <a:pos x="39" y="84"/>
                </a:cxn>
                <a:cxn ang="0">
                  <a:pos x="10" y="101"/>
                </a:cxn>
                <a:cxn ang="0">
                  <a:pos x="14" y="139"/>
                </a:cxn>
                <a:cxn ang="0">
                  <a:pos x="0" y="160"/>
                </a:cxn>
                <a:cxn ang="0">
                  <a:pos x="14" y="182"/>
                </a:cxn>
                <a:cxn ang="0">
                  <a:pos x="43" y="190"/>
                </a:cxn>
                <a:cxn ang="0">
                  <a:pos x="68" y="244"/>
                </a:cxn>
                <a:cxn ang="0">
                  <a:pos x="153" y="253"/>
                </a:cxn>
                <a:cxn ang="0">
                  <a:pos x="161" y="236"/>
                </a:cxn>
                <a:cxn ang="0">
                  <a:pos x="228" y="215"/>
                </a:cxn>
                <a:cxn ang="0">
                  <a:pos x="245" y="219"/>
                </a:cxn>
                <a:cxn ang="0">
                  <a:pos x="292" y="207"/>
                </a:cxn>
                <a:cxn ang="0">
                  <a:pos x="309" y="139"/>
                </a:cxn>
                <a:cxn ang="0">
                  <a:pos x="355" y="84"/>
                </a:cxn>
                <a:cxn ang="0">
                  <a:pos x="402" y="54"/>
                </a:cxn>
                <a:cxn ang="0">
                  <a:pos x="350" y="12"/>
                </a:cxn>
              </a:cxnLst>
              <a:rect l="0" t="0" r="r" b="b"/>
              <a:pathLst>
                <a:path w="402" h="253">
                  <a:moveTo>
                    <a:pt x="350" y="12"/>
                  </a:moveTo>
                  <a:lnTo>
                    <a:pt x="330" y="17"/>
                  </a:lnTo>
                  <a:lnTo>
                    <a:pt x="300" y="0"/>
                  </a:lnTo>
                  <a:lnTo>
                    <a:pt x="232" y="8"/>
                  </a:lnTo>
                  <a:lnTo>
                    <a:pt x="203" y="47"/>
                  </a:lnTo>
                  <a:lnTo>
                    <a:pt x="157" y="58"/>
                  </a:lnTo>
                  <a:lnTo>
                    <a:pt x="102" y="58"/>
                  </a:lnTo>
                  <a:lnTo>
                    <a:pt x="85" y="51"/>
                  </a:lnTo>
                  <a:lnTo>
                    <a:pt x="56" y="47"/>
                  </a:lnTo>
                  <a:lnTo>
                    <a:pt x="33" y="44"/>
                  </a:lnTo>
                  <a:lnTo>
                    <a:pt x="39" y="84"/>
                  </a:lnTo>
                  <a:lnTo>
                    <a:pt x="10" y="101"/>
                  </a:lnTo>
                  <a:lnTo>
                    <a:pt x="14" y="139"/>
                  </a:lnTo>
                  <a:lnTo>
                    <a:pt x="0" y="160"/>
                  </a:lnTo>
                  <a:lnTo>
                    <a:pt x="14" y="182"/>
                  </a:lnTo>
                  <a:lnTo>
                    <a:pt x="43" y="190"/>
                  </a:lnTo>
                  <a:lnTo>
                    <a:pt x="68" y="244"/>
                  </a:lnTo>
                  <a:lnTo>
                    <a:pt x="153" y="253"/>
                  </a:lnTo>
                  <a:lnTo>
                    <a:pt x="161" y="236"/>
                  </a:lnTo>
                  <a:lnTo>
                    <a:pt x="228" y="215"/>
                  </a:lnTo>
                  <a:lnTo>
                    <a:pt x="245" y="219"/>
                  </a:lnTo>
                  <a:lnTo>
                    <a:pt x="292" y="207"/>
                  </a:lnTo>
                  <a:lnTo>
                    <a:pt x="309" y="139"/>
                  </a:lnTo>
                  <a:lnTo>
                    <a:pt x="355" y="84"/>
                  </a:lnTo>
                  <a:lnTo>
                    <a:pt x="402" y="54"/>
                  </a:lnTo>
                  <a:lnTo>
                    <a:pt x="35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 373"/>
            <p:cNvSpPr>
              <a:spLocks/>
            </p:cNvSpPr>
            <p:nvPr/>
          </p:nvSpPr>
          <p:spPr bwMode="auto">
            <a:xfrm>
              <a:off x="5024294" y="3377894"/>
              <a:ext cx="8107" cy="9728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8" y="0"/>
                </a:cxn>
                <a:cxn ang="0">
                  <a:pos x="18" y="7"/>
                </a:cxn>
                <a:cxn ang="0">
                  <a:pos x="20" y="17"/>
                </a:cxn>
                <a:cxn ang="0">
                  <a:pos x="10" y="24"/>
                </a:cxn>
                <a:cxn ang="0">
                  <a:pos x="0" y="11"/>
                </a:cxn>
              </a:cxnLst>
              <a:rect l="0" t="0" r="r" b="b"/>
              <a:pathLst>
                <a:path w="20" h="24">
                  <a:moveTo>
                    <a:pt x="0" y="11"/>
                  </a:moveTo>
                  <a:lnTo>
                    <a:pt x="8" y="0"/>
                  </a:lnTo>
                  <a:lnTo>
                    <a:pt x="18" y="7"/>
                  </a:lnTo>
                  <a:lnTo>
                    <a:pt x="20" y="17"/>
                  </a:lnTo>
                  <a:lnTo>
                    <a:pt x="10" y="24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 374"/>
            <p:cNvSpPr>
              <a:spLocks/>
            </p:cNvSpPr>
            <p:nvPr/>
          </p:nvSpPr>
          <p:spPr bwMode="auto">
            <a:xfrm>
              <a:off x="5012944" y="3386002"/>
              <a:ext cx="9728" cy="8107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7" y="0"/>
                </a:cxn>
                <a:cxn ang="0">
                  <a:pos x="24" y="10"/>
                </a:cxn>
                <a:cxn ang="0">
                  <a:pos x="20" y="18"/>
                </a:cxn>
                <a:cxn ang="0">
                  <a:pos x="7" y="21"/>
                </a:cxn>
                <a:cxn ang="0">
                  <a:pos x="0" y="10"/>
                </a:cxn>
              </a:cxnLst>
              <a:rect l="0" t="0" r="r" b="b"/>
              <a:pathLst>
                <a:path w="24" h="21">
                  <a:moveTo>
                    <a:pt x="0" y="10"/>
                  </a:moveTo>
                  <a:lnTo>
                    <a:pt x="7" y="0"/>
                  </a:lnTo>
                  <a:lnTo>
                    <a:pt x="24" y="10"/>
                  </a:lnTo>
                  <a:lnTo>
                    <a:pt x="20" y="18"/>
                  </a:lnTo>
                  <a:lnTo>
                    <a:pt x="7" y="21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 375"/>
            <p:cNvSpPr>
              <a:spLocks/>
            </p:cNvSpPr>
            <p:nvPr/>
          </p:nvSpPr>
          <p:spPr bwMode="auto">
            <a:xfrm>
              <a:off x="4993486" y="3402217"/>
              <a:ext cx="11350" cy="6485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10" y="0"/>
                </a:cxn>
                <a:cxn ang="0">
                  <a:pos x="25" y="5"/>
                </a:cxn>
                <a:cxn ang="0">
                  <a:pos x="27" y="13"/>
                </a:cxn>
                <a:cxn ang="0">
                  <a:pos x="7" y="17"/>
                </a:cxn>
                <a:cxn ang="0">
                  <a:pos x="0" y="9"/>
                </a:cxn>
              </a:cxnLst>
              <a:rect l="0" t="0" r="r" b="b"/>
              <a:pathLst>
                <a:path w="27" h="17">
                  <a:moveTo>
                    <a:pt x="0" y="9"/>
                  </a:moveTo>
                  <a:lnTo>
                    <a:pt x="10" y="0"/>
                  </a:lnTo>
                  <a:lnTo>
                    <a:pt x="25" y="5"/>
                  </a:lnTo>
                  <a:lnTo>
                    <a:pt x="27" y="13"/>
                  </a:lnTo>
                  <a:lnTo>
                    <a:pt x="7" y="17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 376"/>
            <p:cNvSpPr>
              <a:spLocks/>
            </p:cNvSpPr>
            <p:nvPr/>
          </p:nvSpPr>
          <p:spPr bwMode="auto">
            <a:xfrm>
              <a:off x="5034022" y="3442753"/>
              <a:ext cx="9728" cy="9728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11" y="0"/>
                </a:cxn>
                <a:cxn ang="0">
                  <a:pos x="21" y="4"/>
                </a:cxn>
                <a:cxn ang="0">
                  <a:pos x="24" y="15"/>
                </a:cxn>
                <a:cxn ang="0">
                  <a:pos x="9" y="22"/>
                </a:cxn>
                <a:cxn ang="0">
                  <a:pos x="0" y="7"/>
                </a:cxn>
              </a:cxnLst>
              <a:rect l="0" t="0" r="r" b="b"/>
              <a:pathLst>
                <a:path w="24" h="22">
                  <a:moveTo>
                    <a:pt x="0" y="7"/>
                  </a:moveTo>
                  <a:lnTo>
                    <a:pt x="11" y="0"/>
                  </a:lnTo>
                  <a:lnTo>
                    <a:pt x="21" y="4"/>
                  </a:lnTo>
                  <a:lnTo>
                    <a:pt x="24" y="15"/>
                  </a:lnTo>
                  <a:lnTo>
                    <a:pt x="9" y="22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 377"/>
            <p:cNvSpPr>
              <a:spLocks/>
            </p:cNvSpPr>
            <p:nvPr/>
          </p:nvSpPr>
          <p:spPr bwMode="auto">
            <a:xfrm>
              <a:off x="5012944" y="3332494"/>
              <a:ext cx="8107" cy="810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4" y="0"/>
                </a:cxn>
                <a:cxn ang="0">
                  <a:pos x="18" y="9"/>
                </a:cxn>
                <a:cxn ang="0">
                  <a:pos x="9" y="17"/>
                </a:cxn>
                <a:cxn ang="0">
                  <a:pos x="0" y="2"/>
                </a:cxn>
              </a:cxnLst>
              <a:rect l="0" t="0" r="r" b="b"/>
              <a:pathLst>
                <a:path w="18" h="17">
                  <a:moveTo>
                    <a:pt x="0" y="2"/>
                  </a:moveTo>
                  <a:lnTo>
                    <a:pt x="14" y="0"/>
                  </a:lnTo>
                  <a:lnTo>
                    <a:pt x="18" y="9"/>
                  </a:lnTo>
                  <a:lnTo>
                    <a:pt x="9" y="17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 378"/>
            <p:cNvSpPr>
              <a:spLocks/>
            </p:cNvSpPr>
            <p:nvPr/>
          </p:nvSpPr>
          <p:spPr bwMode="auto">
            <a:xfrm>
              <a:off x="5006459" y="3342222"/>
              <a:ext cx="8107" cy="17835"/>
            </a:xfrm>
            <a:custGeom>
              <a:avLst/>
              <a:gdLst/>
              <a:ahLst/>
              <a:cxnLst>
                <a:cxn ang="0">
                  <a:pos x="14" y="42"/>
                </a:cxn>
                <a:cxn ang="0">
                  <a:pos x="20" y="35"/>
                </a:cxn>
                <a:cxn ang="0">
                  <a:pos x="17" y="12"/>
                </a:cxn>
                <a:cxn ang="0">
                  <a:pos x="13" y="0"/>
                </a:cxn>
                <a:cxn ang="0">
                  <a:pos x="0" y="5"/>
                </a:cxn>
                <a:cxn ang="0">
                  <a:pos x="0" y="25"/>
                </a:cxn>
                <a:cxn ang="0">
                  <a:pos x="14" y="42"/>
                </a:cxn>
              </a:cxnLst>
              <a:rect l="0" t="0" r="r" b="b"/>
              <a:pathLst>
                <a:path w="20" h="42">
                  <a:moveTo>
                    <a:pt x="14" y="42"/>
                  </a:moveTo>
                  <a:lnTo>
                    <a:pt x="20" y="35"/>
                  </a:lnTo>
                  <a:lnTo>
                    <a:pt x="17" y="12"/>
                  </a:lnTo>
                  <a:lnTo>
                    <a:pt x="13" y="0"/>
                  </a:lnTo>
                  <a:lnTo>
                    <a:pt x="0" y="5"/>
                  </a:lnTo>
                  <a:lnTo>
                    <a:pt x="0" y="25"/>
                  </a:lnTo>
                  <a:lnTo>
                    <a:pt x="14" y="4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 379"/>
            <p:cNvSpPr>
              <a:spLocks/>
            </p:cNvSpPr>
            <p:nvPr/>
          </p:nvSpPr>
          <p:spPr bwMode="auto">
            <a:xfrm>
              <a:off x="5016187" y="3249800"/>
              <a:ext cx="436170" cy="196194"/>
            </a:xfrm>
            <a:custGeom>
              <a:avLst/>
              <a:gdLst/>
              <a:ahLst/>
              <a:cxnLst>
                <a:cxn ang="0">
                  <a:pos x="1078" y="324"/>
                </a:cxn>
                <a:cxn ang="0">
                  <a:pos x="1037" y="379"/>
                </a:cxn>
                <a:cxn ang="0">
                  <a:pos x="970" y="342"/>
                </a:cxn>
                <a:cxn ang="0">
                  <a:pos x="913" y="354"/>
                </a:cxn>
                <a:cxn ang="0">
                  <a:pos x="787" y="387"/>
                </a:cxn>
                <a:cxn ang="0">
                  <a:pos x="686" y="390"/>
                </a:cxn>
                <a:cxn ang="0">
                  <a:pos x="595" y="444"/>
                </a:cxn>
                <a:cxn ang="0">
                  <a:pos x="559" y="460"/>
                </a:cxn>
                <a:cxn ang="0">
                  <a:pos x="559" y="407"/>
                </a:cxn>
                <a:cxn ang="0">
                  <a:pos x="481" y="418"/>
                </a:cxn>
                <a:cxn ang="0">
                  <a:pos x="436" y="438"/>
                </a:cxn>
                <a:cxn ang="0">
                  <a:pos x="354" y="446"/>
                </a:cxn>
                <a:cxn ang="0">
                  <a:pos x="273" y="387"/>
                </a:cxn>
                <a:cxn ang="0">
                  <a:pos x="248" y="423"/>
                </a:cxn>
                <a:cxn ang="0">
                  <a:pos x="172" y="443"/>
                </a:cxn>
                <a:cxn ang="0">
                  <a:pos x="138" y="410"/>
                </a:cxn>
                <a:cxn ang="0">
                  <a:pos x="107" y="450"/>
                </a:cxn>
                <a:cxn ang="0">
                  <a:pos x="75" y="446"/>
                </a:cxn>
                <a:cxn ang="0">
                  <a:pos x="98" y="401"/>
                </a:cxn>
                <a:cxn ang="0">
                  <a:pos x="62" y="401"/>
                </a:cxn>
                <a:cxn ang="0">
                  <a:pos x="48" y="387"/>
                </a:cxn>
                <a:cxn ang="0">
                  <a:pos x="75" y="367"/>
                </a:cxn>
                <a:cxn ang="0">
                  <a:pos x="53" y="322"/>
                </a:cxn>
                <a:cxn ang="0">
                  <a:pos x="17" y="305"/>
                </a:cxn>
                <a:cxn ang="0">
                  <a:pos x="3" y="275"/>
                </a:cxn>
                <a:cxn ang="0">
                  <a:pos x="37" y="264"/>
                </a:cxn>
                <a:cxn ang="0">
                  <a:pos x="29" y="216"/>
                </a:cxn>
                <a:cxn ang="0">
                  <a:pos x="9" y="199"/>
                </a:cxn>
                <a:cxn ang="0">
                  <a:pos x="25" y="149"/>
                </a:cxn>
                <a:cxn ang="0">
                  <a:pos x="87" y="129"/>
                </a:cxn>
                <a:cxn ang="0">
                  <a:pos x="158" y="126"/>
                </a:cxn>
                <a:cxn ang="0">
                  <a:pos x="197" y="99"/>
                </a:cxn>
                <a:cxn ang="0">
                  <a:pos x="155" y="61"/>
                </a:cxn>
                <a:cxn ang="0">
                  <a:pos x="248" y="56"/>
                </a:cxn>
                <a:cxn ang="0">
                  <a:pos x="326" y="31"/>
                </a:cxn>
                <a:cxn ang="0">
                  <a:pos x="466" y="8"/>
                </a:cxn>
                <a:cxn ang="0">
                  <a:pos x="519" y="34"/>
                </a:cxn>
                <a:cxn ang="0">
                  <a:pos x="616" y="71"/>
                </a:cxn>
                <a:cxn ang="0">
                  <a:pos x="694" y="87"/>
                </a:cxn>
                <a:cxn ang="0">
                  <a:pos x="775" y="84"/>
                </a:cxn>
                <a:cxn ang="0">
                  <a:pos x="887" y="48"/>
                </a:cxn>
                <a:cxn ang="0">
                  <a:pos x="935" y="34"/>
                </a:cxn>
                <a:cxn ang="0">
                  <a:pos x="1020" y="93"/>
                </a:cxn>
                <a:cxn ang="0">
                  <a:pos x="1062" y="159"/>
                </a:cxn>
                <a:cxn ang="0">
                  <a:pos x="1045" y="206"/>
                </a:cxn>
              </a:cxnLst>
              <a:rect l="0" t="0" r="r" b="b"/>
              <a:pathLst>
                <a:path w="1078" h="483">
                  <a:moveTo>
                    <a:pt x="1045" y="206"/>
                  </a:moveTo>
                  <a:lnTo>
                    <a:pt x="1078" y="324"/>
                  </a:lnTo>
                  <a:lnTo>
                    <a:pt x="1074" y="370"/>
                  </a:lnTo>
                  <a:lnTo>
                    <a:pt x="1037" y="379"/>
                  </a:lnTo>
                  <a:lnTo>
                    <a:pt x="1015" y="350"/>
                  </a:lnTo>
                  <a:lnTo>
                    <a:pt x="970" y="342"/>
                  </a:lnTo>
                  <a:lnTo>
                    <a:pt x="927" y="371"/>
                  </a:lnTo>
                  <a:lnTo>
                    <a:pt x="913" y="354"/>
                  </a:lnTo>
                  <a:lnTo>
                    <a:pt x="860" y="362"/>
                  </a:lnTo>
                  <a:lnTo>
                    <a:pt x="787" y="387"/>
                  </a:lnTo>
                  <a:lnTo>
                    <a:pt x="717" y="398"/>
                  </a:lnTo>
                  <a:lnTo>
                    <a:pt x="686" y="390"/>
                  </a:lnTo>
                  <a:lnTo>
                    <a:pt x="599" y="410"/>
                  </a:lnTo>
                  <a:lnTo>
                    <a:pt x="595" y="444"/>
                  </a:lnTo>
                  <a:lnTo>
                    <a:pt x="554" y="483"/>
                  </a:lnTo>
                  <a:lnTo>
                    <a:pt x="559" y="460"/>
                  </a:lnTo>
                  <a:lnTo>
                    <a:pt x="559" y="432"/>
                  </a:lnTo>
                  <a:lnTo>
                    <a:pt x="559" y="407"/>
                  </a:lnTo>
                  <a:lnTo>
                    <a:pt x="497" y="407"/>
                  </a:lnTo>
                  <a:lnTo>
                    <a:pt x="481" y="418"/>
                  </a:lnTo>
                  <a:lnTo>
                    <a:pt x="456" y="427"/>
                  </a:lnTo>
                  <a:lnTo>
                    <a:pt x="436" y="438"/>
                  </a:lnTo>
                  <a:lnTo>
                    <a:pt x="388" y="450"/>
                  </a:lnTo>
                  <a:lnTo>
                    <a:pt x="354" y="446"/>
                  </a:lnTo>
                  <a:lnTo>
                    <a:pt x="293" y="401"/>
                  </a:lnTo>
                  <a:lnTo>
                    <a:pt x="273" y="387"/>
                  </a:lnTo>
                  <a:lnTo>
                    <a:pt x="245" y="404"/>
                  </a:lnTo>
                  <a:lnTo>
                    <a:pt x="248" y="423"/>
                  </a:lnTo>
                  <a:lnTo>
                    <a:pt x="217" y="427"/>
                  </a:lnTo>
                  <a:lnTo>
                    <a:pt x="172" y="443"/>
                  </a:lnTo>
                  <a:lnTo>
                    <a:pt x="155" y="415"/>
                  </a:lnTo>
                  <a:lnTo>
                    <a:pt x="138" y="410"/>
                  </a:lnTo>
                  <a:lnTo>
                    <a:pt x="118" y="430"/>
                  </a:lnTo>
                  <a:lnTo>
                    <a:pt x="107" y="450"/>
                  </a:lnTo>
                  <a:lnTo>
                    <a:pt x="79" y="460"/>
                  </a:lnTo>
                  <a:lnTo>
                    <a:pt x="75" y="446"/>
                  </a:lnTo>
                  <a:lnTo>
                    <a:pt x="95" y="423"/>
                  </a:lnTo>
                  <a:lnTo>
                    <a:pt x="98" y="401"/>
                  </a:lnTo>
                  <a:lnTo>
                    <a:pt x="85" y="387"/>
                  </a:lnTo>
                  <a:lnTo>
                    <a:pt x="62" y="401"/>
                  </a:lnTo>
                  <a:lnTo>
                    <a:pt x="45" y="407"/>
                  </a:lnTo>
                  <a:lnTo>
                    <a:pt x="48" y="387"/>
                  </a:lnTo>
                  <a:lnTo>
                    <a:pt x="67" y="379"/>
                  </a:lnTo>
                  <a:lnTo>
                    <a:pt x="75" y="367"/>
                  </a:lnTo>
                  <a:lnTo>
                    <a:pt x="53" y="359"/>
                  </a:lnTo>
                  <a:lnTo>
                    <a:pt x="53" y="322"/>
                  </a:lnTo>
                  <a:lnTo>
                    <a:pt x="40" y="302"/>
                  </a:lnTo>
                  <a:lnTo>
                    <a:pt x="17" y="305"/>
                  </a:lnTo>
                  <a:lnTo>
                    <a:pt x="0" y="289"/>
                  </a:lnTo>
                  <a:lnTo>
                    <a:pt x="3" y="275"/>
                  </a:lnTo>
                  <a:lnTo>
                    <a:pt x="32" y="277"/>
                  </a:lnTo>
                  <a:lnTo>
                    <a:pt x="37" y="264"/>
                  </a:lnTo>
                  <a:lnTo>
                    <a:pt x="34" y="247"/>
                  </a:lnTo>
                  <a:lnTo>
                    <a:pt x="29" y="216"/>
                  </a:lnTo>
                  <a:lnTo>
                    <a:pt x="37" y="199"/>
                  </a:lnTo>
                  <a:lnTo>
                    <a:pt x="9" y="199"/>
                  </a:lnTo>
                  <a:lnTo>
                    <a:pt x="3" y="185"/>
                  </a:lnTo>
                  <a:lnTo>
                    <a:pt x="25" y="149"/>
                  </a:lnTo>
                  <a:lnTo>
                    <a:pt x="53" y="129"/>
                  </a:lnTo>
                  <a:lnTo>
                    <a:pt x="87" y="129"/>
                  </a:lnTo>
                  <a:lnTo>
                    <a:pt x="120" y="118"/>
                  </a:lnTo>
                  <a:lnTo>
                    <a:pt x="158" y="126"/>
                  </a:lnTo>
                  <a:lnTo>
                    <a:pt x="191" y="112"/>
                  </a:lnTo>
                  <a:lnTo>
                    <a:pt x="197" y="99"/>
                  </a:lnTo>
                  <a:lnTo>
                    <a:pt x="152" y="87"/>
                  </a:lnTo>
                  <a:lnTo>
                    <a:pt x="155" y="61"/>
                  </a:lnTo>
                  <a:lnTo>
                    <a:pt x="191" y="56"/>
                  </a:lnTo>
                  <a:lnTo>
                    <a:pt x="248" y="56"/>
                  </a:lnTo>
                  <a:lnTo>
                    <a:pt x="273" y="64"/>
                  </a:lnTo>
                  <a:lnTo>
                    <a:pt x="326" y="31"/>
                  </a:lnTo>
                  <a:lnTo>
                    <a:pt x="401" y="3"/>
                  </a:lnTo>
                  <a:lnTo>
                    <a:pt x="466" y="8"/>
                  </a:lnTo>
                  <a:lnTo>
                    <a:pt x="494" y="0"/>
                  </a:lnTo>
                  <a:lnTo>
                    <a:pt x="519" y="34"/>
                  </a:lnTo>
                  <a:lnTo>
                    <a:pt x="564" y="28"/>
                  </a:lnTo>
                  <a:lnTo>
                    <a:pt x="616" y="71"/>
                  </a:lnTo>
                  <a:lnTo>
                    <a:pt x="641" y="67"/>
                  </a:lnTo>
                  <a:lnTo>
                    <a:pt x="694" y="87"/>
                  </a:lnTo>
                  <a:lnTo>
                    <a:pt x="730" y="73"/>
                  </a:lnTo>
                  <a:lnTo>
                    <a:pt x="775" y="84"/>
                  </a:lnTo>
                  <a:lnTo>
                    <a:pt x="817" y="81"/>
                  </a:lnTo>
                  <a:lnTo>
                    <a:pt x="887" y="48"/>
                  </a:lnTo>
                  <a:lnTo>
                    <a:pt x="893" y="20"/>
                  </a:lnTo>
                  <a:lnTo>
                    <a:pt x="935" y="34"/>
                  </a:lnTo>
                  <a:lnTo>
                    <a:pt x="978" y="34"/>
                  </a:lnTo>
                  <a:lnTo>
                    <a:pt x="1020" y="93"/>
                  </a:lnTo>
                  <a:lnTo>
                    <a:pt x="1028" y="138"/>
                  </a:lnTo>
                  <a:lnTo>
                    <a:pt x="1062" y="159"/>
                  </a:lnTo>
                  <a:lnTo>
                    <a:pt x="1074" y="181"/>
                  </a:lnTo>
                  <a:lnTo>
                    <a:pt x="1045" y="20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 380"/>
            <p:cNvSpPr>
              <a:spLocks/>
            </p:cNvSpPr>
            <p:nvPr/>
          </p:nvSpPr>
          <p:spPr bwMode="auto">
            <a:xfrm>
              <a:off x="4730813" y="2786064"/>
              <a:ext cx="238352" cy="220518"/>
            </a:xfrm>
            <a:custGeom>
              <a:avLst/>
              <a:gdLst/>
              <a:ahLst/>
              <a:cxnLst>
                <a:cxn ang="0">
                  <a:pos x="0" y="98"/>
                </a:cxn>
                <a:cxn ang="0">
                  <a:pos x="36" y="78"/>
                </a:cxn>
                <a:cxn ang="0">
                  <a:pos x="80" y="73"/>
                </a:cxn>
                <a:cxn ang="0">
                  <a:pos x="127" y="37"/>
                </a:cxn>
                <a:cxn ang="0">
                  <a:pos x="168" y="22"/>
                </a:cxn>
                <a:cxn ang="0">
                  <a:pos x="191" y="0"/>
                </a:cxn>
                <a:cxn ang="0">
                  <a:pos x="253" y="12"/>
                </a:cxn>
                <a:cxn ang="0">
                  <a:pos x="256" y="50"/>
                </a:cxn>
                <a:cxn ang="0">
                  <a:pos x="296" y="59"/>
                </a:cxn>
                <a:cxn ang="0">
                  <a:pos x="329" y="37"/>
                </a:cxn>
                <a:cxn ang="0">
                  <a:pos x="343" y="39"/>
                </a:cxn>
                <a:cxn ang="0">
                  <a:pos x="364" y="43"/>
                </a:cxn>
                <a:cxn ang="0">
                  <a:pos x="415" y="53"/>
                </a:cxn>
                <a:cxn ang="0">
                  <a:pos x="503" y="46"/>
                </a:cxn>
                <a:cxn ang="0">
                  <a:pos x="525" y="43"/>
                </a:cxn>
                <a:cxn ang="0">
                  <a:pos x="541" y="65"/>
                </a:cxn>
                <a:cxn ang="0">
                  <a:pos x="541" y="128"/>
                </a:cxn>
                <a:cxn ang="0">
                  <a:pos x="571" y="192"/>
                </a:cxn>
                <a:cxn ang="0">
                  <a:pos x="529" y="237"/>
                </a:cxn>
                <a:cxn ang="0">
                  <a:pos x="571" y="283"/>
                </a:cxn>
                <a:cxn ang="0">
                  <a:pos x="579" y="335"/>
                </a:cxn>
                <a:cxn ang="0">
                  <a:pos x="591" y="413"/>
                </a:cxn>
                <a:cxn ang="0">
                  <a:pos x="511" y="500"/>
                </a:cxn>
                <a:cxn ang="0">
                  <a:pos x="515" y="522"/>
                </a:cxn>
                <a:cxn ang="0">
                  <a:pos x="486" y="547"/>
                </a:cxn>
                <a:cxn ang="0">
                  <a:pos x="448" y="514"/>
                </a:cxn>
                <a:cxn ang="0">
                  <a:pos x="330" y="531"/>
                </a:cxn>
                <a:cxn ang="0">
                  <a:pos x="286" y="511"/>
                </a:cxn>
                <a:cxn ang="0">
                  <a:pos x="254" y="510"/>
                </a:cxn>
                <a:cxn ang="0">
                  <a:pos x="166" y="429"/>
                </a:cxn>
                <a:cxn ang="0">
                  <a:pos x="125" y="438"/>
                </a:cxn>
                <a:cxn ang="0">
                  <a:pos x="86" y="379"/>
                </a:cxn>
                <a:cxn ang="0">
                  <a:pos x="52" y="371"/>
                </a:cxn>
                <a:cxn ang="0">
                  <a:pos x="1" y="214"/>
                </a:cxn>
                <a:cxn ang="0">
                  <a:pos x="11" y="143"/>
                </a:cxn>
                <a:cxn ang="0">
                  <a:pos x="0" y="98"/>
                </a:cxn>
              </a:cxnLst>
              <a:rect l="0" t="0" r="r" b="b"/>
              <a:pathLst>
                <a:path w="591" h="547">
                  <a:moveTo>
                    <a:pt x="0" y="98"/>
                  </a:moveTo>
                  <a:lnTo>
                    <a:pt x="36" y="78"/>
                  </a:lnTo>
                  <a:lnTo>
                    <a:pt x="80" y="73"/>
                  </a:lnTo>
                  <a:lnTo>
                    <a:pt x="127" y="37"/>
                  </a:lnTo>
                  <a:lnTo>
                    <a:pt x="168" y="22"/>
                  </a:lnTo>
                  <a:lnTo>
                    <a:pt x="191" y="0"/>
                  </a:lnTo>
                  <a:lnTo>
                    <a:pt x="253" y="12"/>
                  </a:lnTo>
                  <a:lnTo>
                    <a:pt x="256" y="50"/>
                  </a:lnTo>
                  <a:lnTo>
                    <a:pt x="296" y="59"/>
                  </a:lnTo>
                  <a:lnTo>
                    <a:pt x="329" y="37"/>
                  </a:lnTo>
                  <a:lnTo>
                    <a:pt x="343" y="39"/>
                  </a:lnTo>
                  <a:lnTo>
                    <a:pt x="364" y="43"/>
                  </a:lnTo>
                  <a:lnTo>
                    <a:pt x="415" y="53"/>
                  </a:lnTo>
                  <a:lnTo>
                    <a:pt x="503" y="46"/>
                  </a:lnTo>
                  <a:lnTo>
                    <a:pt x="525" y="43"/>
                  </a:lnTo>
                  <a:lnTo>
                    <a:pt x="541" y="65"/>
                  </a:lnTo>
                  <a:lnTo>
                    <a:pt x="541" y="128"/>
                  </a:lnTo>
                  <a:lnTo>
                    <a:pt x="571" y="192"/>
                  </a:lnTo>
                  <a:lnTo>
                    <a:pt x="529" y="237"/>
                  </a:lnTo>
                  <a:lnTo>
                    <a:pt x="571" y="283"/>
                  </a:lnTo>
                  <a:lnTo>
                    <a:pt x="579" y="335"/>
                  </a:lnTo>
                  <a:lnTo>
                    <a:pt x="591" y="413"/>
                  </a:lnTo>
                  <a:lnTo>
                    <a:pt x="511" y="500"/>
                  </a:lnTo>
                  <a:lnTo>
                    <a:pt x="515" y="522"/>
                  </a:lnTo>
                  <a:lnTo>
                    <a:pt x="486" y="547"/>
                  </a:lnTo>
                  <a:lnTo>
                    <a:pt x="448" y="514"/>
                  </a:lnTo>
                  <a:lnTo>
                    <a:pt x="330" y="531"/>
                  </a:lnTo>
                  <a:lnTo>
                    <a:pt x="286" y="511"/>
                  </a:lnTo>
                  <a:lnTo>
                    <a:pt x="254" y="510"/>
                  </a:lnTo>
                  <a:lnTo>
                    <a:pt x="166" y="429"/>
                  </a:lnTo>
                  <a:lnTo>
                    <a:pt x="125" y="438"/>
                  </a:lnTo>
                  <a:lnTo>
                    <a:pt x="86" y="379"/>
                  </a:lnTo>
                  <a:lnTo>
                    <a:pt x="52" y="371"/>
                  </a:lnTo>
                  <a:lnTo>
                    <a:pt x="1" y="214"/>
                  </a:lnTo>
                  <a:lnTo>
                    <a:pt x="11" y="143"/>
                  </a:lnTo>
                  <a:lnTo>
                    <a:pt x="0" y="9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 381"/>
            <p:cNvSpPr>
              <a:spLocks/>
            </p:cNvSpPr>
            <p:nvPr/>
          </p:nvSpPr>
          <p:spPr bwMode="auto">
            <a:xfrm>
              <a:off x="7415938" y="3347086"/>
              <a:ext cx="81074" cy="129715"/>
            </a:xfrm>
            <a:custGeom>
              <a:avLst/>
              <a:gdLst/>
              <a:ahLst/>
              <a:cxnLst>
                <a:cxn ang="0">
                  <a:pos x="4" y="70"/>
                </a:cxn>
                <a:cxn ang="0">
                  <a:pos x="48" y="23"/>
                </a:cxn>
                <a:cxn ang="0">
                  <a:pos x="140" y="0"/>
                </a:cxn>
                <a:cxn ang="0">
                  <a:pos x="151" y="30"/>
                </a:cxn>
                <a:cxn ang="0">
                  <a:pos x="183" y="90"/>
                </a:cxn>
                <a:cxn ang="0">
                  <a:pos x="183" y="131"/>
                </a:cxn>
                <a:cxn ang="0">
                  <a:pos x="199" y="204"/>
                </a:cxn>
                <a:cxn ang="0">
                  <a:pos x="191" y="226"/>
                </a:cxn>
                <a:cxn ang="0">
                  <a:pos x="183" y="249"/>
                </a:cxn>
                <a:cxn ang="0">
                  <a:pos x="171" y="263"/>
                </a:cxn>
                <a:cxn ang="0">
                  <a:pos x="148" y="271"/>
                </a:cxn>
                <a:cxn ang="0">
                  <a:pos x="128" y="288"/>
                </a:cxn>
                <a:cxn ang="0">
                  <a:pos x="103" y="291"/>
                </a:cxn>
                <a:cxn ang="0">
                  <a:pos x="65" y="306"/>
                </a:cxn>
                <a:cxn ang="0">
                  <a:pos x="48" y="316"/>
                </a:cxn>
                <a:cxn ang="0">
                  <a:pos x="25" y="316"/>
                </a:cxn>
                <a:cxn ang="0">
                  <a:pos x="2" y="280"/>
                </a:cxn>
                <a:cxn ang="0">
                  <a:pos x="17" y="266"/>
                </a:cxn>
                <a:cxn ang="0">
                  <a:pos x="20" y="235"/>
                </a:cxn>
                <a:cxn ang="0">
                  <a:pos x="25" y="210"/>
                </a:cxn>
                <a:cxn ang="0">
                  <a:pos x="17" y="160"/>
                </a:cxn>
                <a:cxn ang="0">
                  <a:pos x="8" y="133"/>
                </a:cxn>
                <a:cxn ang="0">
                  <a:pos x="25" y="120"/>
                </a:cxn>
                <a:cxn ang="0">
                  <a:pos x="28" y="90"/>
                </a:cxn>
                <a:cxn ang="0">
                  <a:pos x="0" y="67"/>
                </a:cxn>
                <a:cxn ang="0">
                  <a:pos x="4" y="70"/>
                </a:cxn>
              </a:cxnLst>
              <a:rect l="0" t="0" r="r" b="b"/>
              <a:pathLst>
                <a:path w="199" h="316">
                  <a:moveTo>
                    <a:pt x="4" y="70"/>
                  </a:moveTo>
                  <a:lnTo>
                    <a:pt x="48" y="23"/>
                  </a:lnTo>
                  <a:lnTo>
                    <a:pt x="140" y="0"/>
                  </a:lnTo>
                  <a:lnTo>
                    <a:pt x="151" y="30"/>
                  </a:lnTo>
                  <a:lnTo>
                    <a:pt x="183" y="90"/>
                  </a:lnTo>
                  <a:lnTo>
                    <a:pt x="183" y="131"/>
                  </a:lnTo>
                  <a:lnTo>
                    <a:pt x="199" y="204"/>
                  </a:lnTo>
                  <a:lnTo>
                    <a:pt x="191" y="226"/>
                  </a:lnTo>
                  <a:lnTo>
                    <a:pt x="183" y="249"/>
                  </a:lnTo>
                  <a:lnTo>
                    <a:pt x="171" y="263"/>
                  </a:lnTo>
                  <a:lnTo>
                    <a:pt x="148" y="271"/>
                  </a:lnTo>
                  <a:lnTo>
                    <a:pt x="128" y="288"/>
                  </a:lnTo>
                  <a:lnTo>
                    <a:pt x="103" y="291"/>
                  </a:lnTo>
                  <a:lnTo>
                    <a:pt x="65" y="306"/>
                  </a:lnTo>
                  <a:lnTo>
                    <a:pt x="48" y="316"/>
                  </a:lnTo>
                  <a:lnTo>
                    <a:pt x="25" y="316"/>
                  </a:lnTo>
                  <a:lnTo>
                    <a:pt x="2" y="280"/>
                  </a:lnTo>
                  <a:lnTo>
                    <a:pt x="17" y="266"/>
                  </a:lnTo>
                  <a:lnTo>
                    <a:pt x="20" y="235"/>
                  </a:lnTo>
                  <a:lnTo>
                    <a:pt x="25" y="210"/>
                  </a:lnTo>
                  <a:lnTo>
                    <a:pt x="17" y="160"/>
                  </a:lnTo>
                  <a:lnTo>
                    <a:pt x="8" y="133"/>
                  </a:lnTo>
                  <a:lnTo>
                    <a:pt x="25" y="120"/>
                  </a:lnTo>
                  <a:lnTo>
                    <a:pt x="28" y="90"/>
                  </a:lnTo>
                  <a:lnTo>
                    <a:pt x="0" y="67"/>
                  </a:lnTo>
                  <a:lnTo>
                    <a:pt x="4" y="7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 382"/>
            <p:cNvSpPr>
              <a:spLocks/>
            </p:cNvSpPr>
            <p:nvPr/>
          </p:nvSpPr>
          <p:spPr bwMode="auto">
            <a:xfrm>
              <a:off x="7276494" y="3728128"/>
              <a:ext cx="37293" cy="76208"/>
            </a:xfrm>
            <a:custGeom>
              <a:avLst/>
              <a:gdLst/>
              <a:ahLst/>
              <a:cxnLst>
                <a:cxn ang="0">
                  <a:pos x="40" y="12"/>
                </a:cxn>
                <a:cxn ang="0">
                  <a:pos x="53" y="0"/>
                </a:cxn>
                <a:cxn ang="0">
                  <a:pos x="90" y="9"/>
                </a:cxn>
                <a:cxn ang="0">
                  <a:pos x="90" y="87"/>
                </a:cxn>
                <a:cxn ang="0">
                  <a:pos x="60" y="121"/>
                </a:cxn>
                <a:cxn ang="0">
                  <a:pos x="42" y="186"/>
                </a:cxn>
                <a:cxn ang="0">
                  <a:pos x="20" y="191"/>
                </a:cxn>
                <a:cxn ang="0">
                  <a:pos x="3" y="163"/>
                </a:cxn>
                <a:cxn ang="0">
                  <a:pos x="0" y="99"/>
                </a:cxn>
                <a:cxn ang="0">
                  <a:pos x="40" y="40"/>
                </a:cxn>
                <a:cxn ang="0">
                  <a:pos x="40" y="12"/>
                </a:cxn>
              </a:cxnLst>
              <a:rect l="0" t="0" r="r" b="b"/>
              <a:pathLst>
                <a:path w="90" h="191">
                  <a:moveTo>
                    <a:pt x="40" y="12"/>
                  </a:moveTo>
                  <a:lnTo>
                    <a:pt x="53" y="0"/>
                  </a:lnTo>
                  <a:lnTo>
                    <a:pt x="90" y="9"/>
                  </a:lnTo>
                  <a:lnTo>
                    <a:pt x="90" y="87"/>
                  </a:lnTo>
                  <a:lnTo>
                    <a:pt x="60" y="121"/>
                  </a:lnTo>
                  <a:lnTo>
                    <a:pt x="42" y="186"/>
                  </a:lnTo>
                  <a:lnTo>
                    <a:pt x="20" y="191"/>
                  </a:lnTo>
                  <a:lnTo>
                    <a:pt x="3" y="163"/>
                  </a:lnTo>
                  <a:lnTo>
                    <a:pt x="0" y="99"/>
                  </a:lnTo>
                  <a:lnTo>
                    <a:pt x="40" y="40"/>
                  </a:lnTo>
                  <a:lnTo>
                    <a:pt x="40" y="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 383"/>
            <p:cNvSpPr>
              <a:spLocks/>
            </p:cNvSpPr>
            <p:nvPr/>
          </p:nvSpPr>
          <p:spPr bwMode="auto">
            <a:xfrm>
              <a:off x="6733307" y="3848115"/>
              <a:ext cx="184845" cy="368070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70" y="20"/>
                </a:cxn>
                <a:cxn ang="0">
                  <a:pos x="56" y="60"/>
                </a:cxn>
                <a:cxn ang="0">
                  <a:pos x="28" y="62"/>
                </a:cxn>
                <a:cxn ang="0">
                  <a:pos x="0" y="78"/>
                </a:cxn>
                <a:cxn ang="0">
                  <a:pos x="5" y="155"/>
                </a:cxn>
                <a:cxn ang="0">
                  <a:pos x="48" y="193"/>
                </a:cxn>
                <a:cxn ang="0">
                  <a:pos x="62" y="284"/>
                </a:cxn>
                <a:cxn ang="0">
                  <a:pos x="36" y="317"/>
                </a:cxn>
                <a:cxn ang="0">
                  <a:pos x="85" y="415"/>
                </a:cxn>
                <a:cxn ang="0">
                  <a:pos x="85" y="502"/>
                </a:cxn>
                <a:cxn ang="0">
                  <a:pos x="78" y="562"/>
                </a:cxn>
                <a:cxn ang="0">
                  <a:pos x="68" y="597"/>
                </a:cxn>
                <a:cxn ang="0">
                  <a:pos x="48" y="643"/>
                </a:cxn>
                <a:cxn ang="0">
                  <a:pos x="50" y="673"/>
                </a:cxn>
                <a:cxn ang="0">
                  <a:pos x="42" y="707"/>
                </a:cxn>
                <a:cxn ang="0">
                  <a:pos x="45" y="768"/>
                </a:cxn>
                <a:cxn ang="0">
                  <a:pos x="70" y="771"/>
                </a:cxn>
                <a:cxn ang="0">
                  <a:pos x="103" y="823"/>
                </a:cxn>
                <a:cxn ang="0">
                  <a:pos x="146" y="870"/>
                </a:cxn>
                <a:cxn ang="0">
                  <a:pos x="180" y="864"/>
                </a:cxn>
                <a:cxn ang="0">
                  <a:pos x="203" y="896"/>
                </a:cxn>
                <a:cxn ang="0">
                  <a:pos x="239" y="909"/>
                </a:cxn>
                <a:cxn ang="0">
                  <a:pos x="292" y="903"/>
                </a:cxn>
                <a:cxn ang="0">
                  <a:pos x="266" y="884"/>
                </a:cxn>
                <a:cxn ang="0">
                  <a:pos x="228" y="848"/>
                </a:cxn>
                <a:cxn ang="0">
                  <a:pos x="191" y="831"/>
                </a:cxn>
                <a:cxn ang="0">
                  <a:pos x="155" y="786"/>
                </a:cxn>
                <a:cxn ang="0">
                  <a:pos x="133" y="715"/>
                </a:cxn>
                <a:cxn ang="0">
                  <a:pos x="103" y="707"/>
                </a:cxn>
                <a:cxn ang="0">
                  <a:pos x="88" y="654"/>
                </a:cxn>
                <a:cxn ang="0">
                  <a:pos x="103" y="578"/>
                </a:cxn>
                <a:cxn ang="0">
                  <a:pos x="141" y="527"/>
                </a:cxn>
                <a:cxn ang="0">
                  <a:pos x="143" y="469"/>
                </a:cxn>
                <a:cxn ang="0">
                  <a:pos x="171" y="446"/>
                </a:cxn>
                <a:cxn ang="0">
                  <a:pos x="196" y="449"/>
                </a:cxn>
                <a:cxn ang="0">
                  <a:pos x="213" y="494"/>
                </a:cxn>
                <a:cxn ang="0">
                  <a:pos x="261" y="507"/>
                </a:cxn>
                <a:cxn ang="0">
                  <a:pos x="289" y="527"/>
                </a:cxn>
                <a:cxn ang="0">
                  <a:pos x="301" y="472"/>
                </a:cxn>
                <a:cxn ang="0">
                  <a:pos x="278" y="454"/>
                </a:cxn>
                <a:cxn ang="0">
                  <a:pos x="281" y="427"/>
                </a:cxn>
                <a:cxn ang="0">
                  <a:pos x="303" y="407"/>
                </a:cxn>
                <a:cxn ang="0">
                  <a:pos x="314" y="374"/>
                </a:cxn>
                <a:cxn ang="0">
                  <a:pos x="354" y="362"/>
                </a:cxn>
                <a:cxn ang="0">
                  <a:pos x="439" y="387"/>
                </a:cxn>
                <a:cxn ang="0">
                  <a:pos x="460" y="309"/>
                </a:cxn>
                <a:cxn ang="0">
                  <a:pos x="452" y="276"/>
                </a:cxn>
                <a:cxn ang="0">
                  <a:pos x="396" y="205"/>
                </a:cxn>
                <a:cxn ang="0">
                  <a:pos x="379" y="135"/>
                </a:cxn>
                <a:cxn ang="0">
                  <a:pos x="348" y="129"/>
                </a:cxn>
                <a:cxn ang="0">
                  <a:pos x="321" y="158"/>
                </a:cxn>
                <a:cxn ang="0">
                  <a:pos x="292" y="158"/>
                </a:cxn>
                <a:cxn ang="0">
                  <a:pos x="272" y="138"/>
                </a:cxn>
                <a:cxn ang="0">
                  <a:pos x="241" y="138"/>
                </a:cxn>
                <a:cxn ang="0">
                  <a:pos x="199" y="180"/>
                </a:cxn>
                <a:cxn ang="0">
                  <a:pos x="180" y="158"/>
                </a:cxn>
                <a:cxn ang="0">
                  <a:pos x="186" y="135"/>
                </a:cxn>
                <a:cxn ang="0">
                  <a:pos x="196" y="65"/>
                </a:cxn>
                <a:cxn ang="0">
                  <a:pos x="158" y="48"/>
                </a:cxn>
                <a:cxn ang="0">
                  <a:pos x="146" y="0"/>
                </a:cxn>
              </a:cxnLst>
              <a:rect l="0" t="0" r="r" b="b"/>
              <a:pathLst>
                <a:path w="460" h="909">
                  <a:moveTo>
                    <a:pt x="146" y="0"/>
                  </a:moveTo>
                  <a:lnTo>
                    <a:pt x="70" y="20"/>
                  </a:lnTo>
                  <a:lnTo>
                    <a:pt x="56" y="60"/>
                  </a:lnTo>
                  <a:lnTo>
                    <a:pt x="28" y="62"/>
                  </a:lnTo>
                  <a:lnTo>
                    <a:pt x="0" y="78"/>
                  </a:lnTo>
                  <a:lnTo>
                    <a:pt x="5" y="155"/>
                  </a:lnTo>
                  <a:lnTo>
                    <a:pt x="48" y="193"/>
                  </a:lnTo>
                  <a:lnTo>
                    <a:pt x="62" y="284"/>
                  </a:lnTo>
                  <a:lnTo>
                    <a:pt x="36" y="317"/>
                  </a:lnTo>
                  <a:lnTo>
                    <a:pt x="85" y="415"/>
                  </a:lnTo>
                  <a:lnTo>
                    <a:pt x="85" y="502"/>
                  </a:lnTo>
                  <a:lnTo>
                    <a:pt x="78" y="562"/>
                  </a:lnTo>
                  <a:lnTo>
                    <a:pt x="68" y="597"/>
                  </a:lnTo>
                  <a:lnTo>
                    <a:pt x="48" y="643"/>
                  </a:lnTo>
                  <a:lnTo>
                    <a:pt x="50" y="673"/>
                  </a:lnTo>
                  <a:lnTo>
                    <a:pt x="42" y="707"/>
                  </a:lnTo>
                  <a:lnTo>
                    <a:pt x="45" y="768"/>
                  </a:lnTo>
                  <a:lnTo>
                    <a:pt x="70" y="771"/>
                  </a:lnTo>
                  <a:lnTo>
                    <a:pt x="103" y="823"/>
                  </a:lnTo>
                  <a:lnTo>
                    <a:pt x="146" y="870"/>
                  </a:lnTo>
                  <a:lnTo>
                    <a:pt x="180" y="864"/>
                  </a:lnTo>
                  <a:lnTo>
                    <a:pt x="203" y="896"/>
                  </a:lnTo>
                  <a:lnTo>
                    <a:pt x="239" y="909"/>
                  </a:lnTo>
                  <a:lnTo>
                    <a:pt x="292" y="903"/>
                  </a:lnTo>
                  <a:lnTo>
                    <a:pt x="266" y="884"/>
                  </a:lnTo>
                  <a:lnTo>
                    <a:pt x="228" y="848"/>
                  </a:lnTo>
                  <a:lnTo>
                    <a:pt x="191" y="831"/>
                  </a:lnTo>
                  <a:lnTo>
                    <a:pt x="155" y="786"/>
                  </a:lnTo>
                  <a:lnTo>
                    <a:pt x="133" y="715"/>
                  </a:lnTo>
                  <a:lnTo>
                    <a:pt x="103" y="707"/>
                  </a:lnTo>
                  <a:lnTo>
                    <a:pt x="88" y="654"/>
                  </a:lnTo>
                  <a:lnTo>
                    <a:pt x="103" y="578"/>
                  </a:lnTo>
                  <a:lnTo>
                    <a:pt x="141" y="527"/>
                  </a:lnTo>
                  <a:lnTo>
                    <a:pt x="143" y="469"/>
                  </a:lnTo>
                  <a:lnTo>
                    <a:pt x="171" y="446"/>
                  </a:lnTo>
                  <a:lnTo>
                    <a:pt x="196" y="449"/>
                  </a:lnTo>
                  <a:lnTo>
                    <a:pt x="213" y="494"/>
                  </a:lnTo>
                  <a:lnTo>
                    <a:pt x="261" y="507"/>
                  </a:lnTo>
                  <a:lnTo>
                    <a:pt x="289" y="527"/>
                  </a:lnTo>
                  <a:lnTo>
                    <a:pt x="301" y="472"/>
                  </a:lnTo>
                  <a:lnTo>
                    <a:pt x="278" y="454"/>
                  </a:lnTo>
                  <a:lnTo>
                    <a:pt x="281" y="427"/>
                  </a:lnTo>
                  <a:lnTo>
                    <a:pt x="303" y="407"/>
                  </a:lnTo>
                  <a:lnTo>
                    <a:pt x="314" y="374"/>
                  </a:lnTo>
                  <a:lnTo>
                    <a:pt x="354" y="362"/>
                  </a:lnTo>
                  <a:lnTo>
                    <a:pt x="439" y="387"/>
                  </a:lnTo>
                  <a:lnTo>
                    <a:pt x="460" y="309"/>
                  </a:lnTo>
                  <a:lnTo>
                    <a:pt x="452" y="276"/>
                  </a:lnTo>
                  <a:lnTo>
                    <a:pt x="396" y="205"/>
                  </a:lnTo>
                  <a:lnTo>
                    <a:pt x="379" y="135"/>
                  </a:lnTo>
                  <a:lnTo>
                    <a:pt x="348" y="129"/>
                  </a:lnTo>
                  <a:lnTo>
                    <a:pt x="321" y="158"/>
                  </a:lnTo>
                  <a:lnTo>
                    <a:pt x="292" y="158"/>
                  </a:lnTo>
                  <a:lnTo>
                    <a:pt x="272" y="138"/>
                  </a:lnTo>
                  <a:lnTo>
                    <a:pt x="241" y="138"/>
                  </a:lnTo>
                  <a:lnTo>
                    <a:pt x="199" y="180"/>
                  </a:lnTo>
                  <a:lnTo>
                    <a:pt x="180" y="158"/>
                  </a:lnTo>
                  <a:lnTo>
                    <a:pt x="186" y="135"/>
                  </a:lnTo>
                  <a:lnTo>
                    <a:pt x="196" y="65"/>
                  </a:lnTo>
                  <a:lnTo>
                    <a:pt x="158" y="48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 384"/>
            <p:cNvSpPr>
              <a:spLocks/>
            </p:cNvSpPr>
            <p:nvPr/>
          </p:nvSpPr>
          <p:spPr bwMode="auto">
            <a:xfrm>
              <a:off x="4930250" y="3180076"/>
              <a:ext cx="137823" cy="94045"/>
            </a:xfrm>
            <a:custGeom>
              <a:avLst/>
              <a:gdLst/>
              <a:ahLst/>
              <a:cxnLst>
                <a:cxn ang="0">
                  <a:pos x="35" y="232"/>
                </a:cxn>
                <a:cxn ang="0">
                  <a:pos x="72" y="220"/>
                </a:cxn>
                <a:cxn ang="0">
                  <a:pos x="102" y="207"/>
                </a:cxn>
                <a:cxn ang="0">
                  <a:pos x="143" y="215"/>
                </a:cxn>
                <a:cxn ang="0">
                  <a:pos x="174" y="232"/>
                </a:cxn>
                <a:cxn ang="0">
                  <a:pos x="203" y="228"/>
                </a:cxn>
                <a:cxn ang="0">
                  <a:pos x="220" y="181"/>
                </a:cxn>
                <a:cxn ang="0">
                  <a:pos x="257" y="168"/>
                </a:cxn>
                <a:cxn ang="0">
                  <a:pos x="296" y="176"/>
                </a:cxn>
                <a:cxn ang="0">
                  <a:pos x="309" y="147"/>
                </a:cxn>
                <a:cxn ang="0">
                  <a:pos x="313" y="83"/>
                </a:cxn>
                <a:cxn ang="0">
                  <a:pos x="338" y="66"/>
                </a:cxn>
                <a:cxn ang="0">
                  <a:pos x="341" y="33"/>
                </a:cxn>
                <a:cxn ang="0">
                  <a:pos x="261" y="0"/>
                </a:cxn>
                <a:cxn ang="0">
                  <a:pos x="232" y="0"/>
                </a:cxn>
                <a:cxn ang="0">
                  <a:pos x="186" y="34"/>
                </a:cxn>
                <a:cxn ang="0">
                  <a:pos x="123" y="42"/>
                </a:cxn>
                <a:cxn ang="0">
                  <a:pos x="60" y="25"/>
                </a:cxn>
                <a:cxn ang="0">
                  <a:pos x="21" y="0"/>
                </a:cxn>
                <a:cxn ang="0">
                  <a:pos x="0" y="42"/>
                </a:cxn>
                <a:cxn ang="0">
                  <a:pos x="35" y="75"/>
                </a:cxn>
                <a:cxn ang="0">
                  <a:pos x="9" y="127"/>
                </a:cxn>
                <a:cxn ang="0">
                  <a:pos x="31" y="181"/>
                </a:cxn>
                <a:cxn ang="0">
                  <a:pos x="35" y="232"/>
                </a:cxn>
              </a:cxnLst>
              <a:rect l="0" t="0" r="r" b="b"/>
              <a:pathLst>
                <a:path w="341" h="232">
                  <a:moveTo>
                    <a:pt x="35" y="232"/>
                  </a:moveTo>
                  <a:lnTo>
                    <a:pt x="72" y="220"/>
                  </a:lnTo>
                  <a:lnTo>
                    <a:pt x="102" y="207"/>
                  </a:lnTo>
                  <a:lnTo>
                    <a:pt x="143" y="215"/>
                  </a:lnTo>
                  <a:lnTo>
                    <a:pt x="174" y="232"/>
                  </a:lnTo>
                  <a:lnTo>
                    <a:pt x="203" y="228"/>
                  </a:lnTo>
                  <a:lnTo>
                    <a:pt x="220" y="181"/>
                  </a:lnTo>
                  <a:lnTo>
                    <a:pt x="257" y="168"/>
                  </a:lnTo>
                  <a:lnTo>
                    <a:pt x="296" y="176"/>
                  </a:lnTo>
                  <a:lnTo>
                    <a:pt x="309" y="147"/>
                  </a:lnTo>
                  <a:lnTo>
                    <a:pt x="313" y="83"/>
                  </a:lnTo>
                  <a:lnTo>
                    <a:pt x="338" y="66"/>
                  </a:lnTo>
                  <a:lnTo>
                    <a:pt x="341" y="33"/>
                  </a:lnTo>
                  <a:lnTo>
                    <a:pt x="261" y="0"/>
                  </a:lnTo>
                  <a:lnTo>
                    <a:pt x="232" y="0"/>
                  </a:lnTo>
                  <a:lnTo>
                    <a:pt x="186" y="34"/>
                  </a:lnTo>
                  <a:lnTo>
                    <a:pt x="123" y="42"/>
                  </a:lnTo>
                  <a:lnTo>
                    <a:pt x="60" y="25"/>
                  </a:lnTo>
                  <a:lnTo>
                    <a:pt x="21" y="0"/>
                  </a:lnTo>
                  <a:lnTo>
                    <a:pt x="0" y="42"/>
                  </a:lnTo>
                  <a:lnTo>
                    <a:pt x="35" y="75"/>
                  </a:lnTo>
                  <a:lnTo>
                    <a:pt x="9" y="127"/>
                  </a:lnTo>
                  <a:lnTo>
                    <a:pt x="31" y="181"/>
                  </a:lnTo>
                  <a:lnTo>
                    <a:pt x="35" y="23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 385"/>
            <p:cNvSpPr>
              <a:spLocks/>
            </p:cNvSpPr>
            <p:nvPr/>
          </p:nvSpPr>
          <p:spPr bwMode="auto">
            <a:xfrm>
              <a:off x="4716217" y="3095762"/>
              <a:ext cx="132960" cy="142686"/>
            </a:xfrm>
            <a:custGeom>
              <a:avLst/>
              <a:gdLst/>
              <a:ahLst/>
              <a:cxnLst>
                <a:cxn ang="0">
                  <a:pos x="278" y="349"/>
                </a:cxn>
                <a:cxn ang="0">
                  <a:pos x="238" y="336"/>
                </a:cxn>
                <a:cxn ang="0">
                  <a:pos x="224" y="304"/>
                </a:cxn>
                <a:cxn ang="0">
                  <a:pos x="171" y="276"/>
                </a:cxn>
                <a:cxn ang="0">
                  <a:pos x="126" y="249"/>
                </a:cxn>
                <a:cxn ang="0">
                  <a:pos x="95" y="216"/>
                </a:cxn>
                <a:cxn ang="0">
                  <a:pos x="90" y="184"/>
                </a:cxn>
                <a:cxn ang="0">
                  <a:pos x="70" y="165"/>
                </a:cxn>
                <a:cxn ang="0">
                  <a:pos x="53" y="128"/>
                </a:cxn>
                <a:cxn ang="0">
                  <a:pos x="30" y="143"/>
                </a:cxn>
                <a:cxn ang="0">
                  <a:pos x="22" y="165"/>
                </a:cxn>
                <a:cxn ang="0">
                  <a:pos x="0" y="123"/>
                </a:cxn>
                <a:cxn ang="0">
                  <a:pos x="13" y="100"/>
                </a:cxn>
                <a:cxn ang="0">
                  <a:pos x="19" y="83"/>
                </a:cxn>
                <a:cxn ang="0">
                  <a:pos x="115" y="79"/>
                </a:cxn>
                <a:cxn ang="0">
                  <a:pos x="140" y="37"/>
                </a:cxn>
                <a:cxn ang="0">
                  <a:pos x="144" y="12"/>
                </a:cxn>
                <a:cxn ang="0">
                  <a:pos x="170" y="0"/>
                </a:cxn>
                <a:cxn ang="0">
                  <a:pos x="199" y="8"/>
                </a:cxn>
                <a:cxn ang="0">
                  <a:pos x="224" y="62"/>
                </a:cxn>
                <a:cxn ang="0">
                  <a:pos x="309" y="71"/>
                </a:cxn>
                <a:cxn ang="0">
                  <a:pos x="326" y="129"/>
                </a:cxn>
                <a:cxn ang="0">
                  <a:pos x="254" y="137"/>
                </a:cxn>
                <a:cxn ang="0">
                  <a:pos x="204" y="108"/>
                </a:cxn>
                <a:cxn ang="0">
                  <a:pos x="183" y="116"/>
                </a:cxn>
                <a:cxn ang="0">
                  <a:pos x="174" y="147"/>
                </a:cxn>
                <a:cxn ang="0">
                  <a:pos x="152" y="143"/>
                </a:cxn>
                <a:cxn ang="0">
                  <a:pos x="136" y="155"/>
                </a:cxn>
                <a:cxn ang="0">
                  <a:pos x="148" y="205"/>
                </a:cxn>
                <a:cxn ang="0">
                  <a:pos x="191" y="247"/>
                </a:cxn>
                <a:cxn ang="0">
                  <a:pos x="245" y="298"/>
                </a:cxn>
                <a:cxn ang="0">
                  <a:pos x="250" y="323"/>
                </a:cxn>
                <a:cxn ang="0">
                  <a:pos x="279" y="336"/>
                </a:cxn>
                <a:cxn ang="0">
                  <a:pos x="278" y="349"/>
                </a:cxn>
              </a:cxnLst>
              <a:rect l="0" t="0" r="r" b="b"/>
              <a:pathLst>
                <a:path w="326" h="349">
                  <a:moveTo>
                    <a:pt x="278" y="349"/>
                  </a:moveTo>
                  <a:lnTo>
                    <a:pt x="238" y="336"/>
                  </a:lnTo>
                  <a:lnTo>
                    <a:pt x="224" y="304"/>
                  </a:lnTo>
                  <a:lnTo>
                    <a:pt x="171" y="276"/>
                  </a:lnTo>
                  <a:lnTo>
                    <a:pt x="126" y="249"/>
                  </a:lnTo>
                  <a:lnTo>
                    <a:pt x="95" y="216"/>
                  </a:lnTo>
                  <a:lnTo>
                    <a:pt x="90" y="184"/>
                  </a:lnTo>
                  <a:lnTo>
                    <a:pt x="70" y="165"/>
                  </a:lnTo>
                  <a:lnTo>
                    <a:pt x="53" y="128"/>
                  </a:lnTo>
                  <a:lnTo>
                    <a:pt x="30" y="143"/>
                  </a:lnTo>
                  <a:lnTo>
                    <a:pt x="22" y="165"/>
                  </a:lnTo>
                  <a:lnTo>
                    <a:pt x="0" y="123"/>
                  </a:lnTo>
                  <a:lnTo>
                    <a:pt x="13" y="100"/>
                  </a:lnTo>
                  <a:lnTo>
                    <a:pt x="19" y="83"/>
                  </a:lnTo>
                  <a:lnTo>
                    <a:pt x="115" y="79"/>
                  </a:lnTo>
                  <a:lnTo>
                    <a:pt x="140" y="37"/>
                  </a:lnTo>
                  <a:lnTo>
                    <a:pt x="144" y="12"/>
                  </a:lnTo>
                  <a:lnTo>
                    <a:pt x="170" y="0"/>
                  </a:lnTo>
                  <a:lnTo>
                    <a:pt x="199" y="8"/>
                  </a:lnTo>
                  <a:lnTo>
                    <a:pt x="224" y="62"/>
                  </a:lnTo>
                  <a:lnTo>
                    <a:pt x="309" y="71"/>
                  </a:lnTo>
                  <a:lnTo>
                    <a:pt x="326" y="129"/>
                  </a:lnTo>
                  <a:lnTo>
                    <a:pt x="254" y="137"/>
                  </a:lnTo>
                  <a:lnTo>
                    <a:pt x="204" y="108"/>
                  </a:lnTo>
                  <a:lnTo>
                    <a:pt x="183" y="116"/>
                  </a:lnTo>
                  <a:lnTo>
                    <a:pt x="174" y="147"/>
                  </a:lnTo>
                  <a:lnTo>
                    <a:pt x="152" y="143"/>
                  </a:lnTo>
                  <a:lnTo>
                    <a:pt x="136" y="155"/>
                  </a:lnTo>
                  <a:lnTo>
                    <a:pt x="148" y="205"/>
                  </a:lnTo>
                  <a:lnTo>
                    <a:pt x="191" y="247"/>
                  </a:lnTo>
                  <a:lnTo>
                    <a:pt x="245" y="298"/>
                  </a:lnTo>
                  <a:lnTo>
                    <a:pt x="250" y="323"/>
                  </a:lnTo>
                  <a:lnTo>
                    <a:pt x="279" y="336"/>
                  </a:lnTo>
                  <a:lnTo>
                    <a:pt x="278" y="34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 386"/>
            <p:cNvSpPr>
              <a:spLocks/>
            </p:cNvSpPr>
            <p:nvPr/>
          </p:nvSpPr>
          <p:spPr bwMode="auto">
            <a:xfrm>
              <a:off x="4879984" y="3043876"/>
              <a:ext cx="217275" cy="152416"/>
            </a:xfrm>
            <a:custGeom>
              <a:avLst/>
              <a:gdLst/>
              <a:ahLst/>
              <a:cxnLst>
                <a:cxn ang="0">
                  <a:pos x="147" y="335"/>
                </a:cxn>
                <a:cxn ang="0">
                  <a:pos x="186" y="360"/>
                </a:cxn>
                <a:cxn ang="0">
                  <a:pos x="249" y="377"/>
                </a:cxn>
                <a:cxn ang="0">
                  <a:pos x="312" y="369"/>
                </a:cxn>
                <a:cxn ang="0">
                  <a:pos x="358" y="335"/>
                </a:cxn>
                <a:cxn ang="0">
                  <a:pos x="387" y="335"/>
                </a:cxn>
                <a:cxn ang="0">
                  <a:pos x="467" y="368"/>
                </a:cxn>
                <a:cxn ang="0">
                  <a:pos x="480" y="311"/>
                </a:cxn>
                <a:cxn ang="0">
                  <a:pos x="537" y="253"/>
                </a:cxn>
                <a:cxn ang="0">
                  <a:pos x="524" y="225"/>
                </a:cxn>
                <a:cxn ang="0">
                  <a:pos x="493" y="228"/>
                </a:cxn>
                <a:cxn ang="0">
                  <a:pos x="464" y="220"/>
                </a:cxn>
                <a:cxn ang="0">
                  <a:pos x="464" y="181"/>
                </a:cxn>
                <a:cxn ang="0">
                  <a:pos x="443" y="156"/>
                </a:cxn>
                <a:cxn ang="0">
                  <a:pos x="418" y="59"/>
                </a:cxn>
                <a:cxn ang="0">
                  <a:pos x="383" y="9"/>
                </a:cxn>
                <a:cxn ang="0">
                  <a:pos x="346" y="0"/>
                </a:cxn>
                <a:cxn ang="0">
                  <a:pos x="304" y="21"/>
                </a:cxn>
                <a:cxn ang="0">
                  <a:pos x="249" y="34"/>
                </a:cxn>
                <a:cxn ang="0">
                  <a:pos x="202" y="6"/>
                </a:cxn>
                <a:cxn ang="0">
                  <a:pos x="157" y="2"/>
                </a:cxn>
                <a:cxn ang="0">
                  <a:pos x="110" y="32"/>
                </a:cxn>
                <a:cxn ang="0">
                  <a:pos x="64" y="87"/>
                </a:cxn>
                <a:cxn ang="0">
                  <a:pos x="47" y="155"/>
                </a:cxn>
                <a:cxn ang="0">
                  <a:pos x="0" y="167"/>
                </a:cxn>
                <a:cxn ang="0">
                  <a:pos x="30" y="217"/>
                </a:cxn>
                <a:cxn ang="0">
                  <a:pos x="33" y="285"/>
                </a:cxn>
                <a:cxn ang="0">
                  <a:pos x="114" y="298"/>
                </a:cxn>
                <a:cxn ang="0">
                  <a:pos x="147" y="335"/>
                </a:cxn>
              </a:cxnLst>
              <a:rect l="0" t="0" r="r" b="b"/>
              <a:pathLst>
                <a:path w="537" h="377">
                  <a:moveTo>
                    <a:pt x="147" y="335"/>
                  </a:moveTo>
                  <a:lnTo>
                    <a:pt x="186" y="360"/>
                  </a:lnTo>
                  <a:lnTo>
                    <a:pt x="249" y="377"/>
                  </a:lnTo>
                  <a:lnTo>
                    <a:pt x="312" y="369"/>
                  </a:lnTo>
                  <a:lnTo>
                    <a:pt x="358" y="335"/>
                  </a:lnTo>
                  <a:lnTo>
                    <a:pt x="387" y="335"/>
                  </a:lnTo>
                  <a:lnTo>
                    <a:pt x="467" y="368"/>
                  </a:lnTo>
                  <a:lnTo>
                    <a:pt x="480" y="311"/>
                  </a:lnTo>
                  <a:lnTo>
                    <a:pt x="537" y="253"/>
                  </a:lnTo>
                  <a:lnTo>
                    <a:pt x="524" y="225"/>
                  </a:lnTo>
                  <a:lnTo>
                    <a:pt x="493" y="228"/>
                  </a:lnTo>
                  <a:lnTo>
                    <a:pt x="464" y="220"/>
                  </a:lnTo>
                  <a:lnTo>
                    <a:pt x="464" y="181"/>
                  </a:lnTo>
                  <a:lnTo>
                    <a:pt x="443" y="156"/>
                  </a:lnTo>
                  <a:lnTo>
                    <a:pt x="418" y="59"/>
                  </a:lnTo>
                  <a:lnTo>
                    <a:pt x="383" y="9"/>
                  </a:lnTo>
                  <a:lnTo>
                    <a:pt x="346" y="0"/>
                  </a:lnTo>
                  <a:lnTo>
                    <a:pt x="304" y="21"/>
                  </a:lnTo>
                  <a:lnTo>
                    <a:pt x="249" y="34"/>
                  </a:lnTo>
                  <a:lnTo>
                    <a:pt x="202" y="6"/>
                  </a:lnTo>
                  <a:lnTo>
                    <a:pt x="157" y="2"/>
                  </a:lnTo>
                  <a:lnTo>
                    <a:pt x="110" y="32"/>
                  </a:lnTo>
                  <a:lnTo>
                    <a:pt x="64" y="87"/>
                  </a:lnTo>
                  <a:lnTo>
                    <a:pt x="47" y="155"/>
                  </a:lnTo>
                  <a:lnTo>
                    <a:pt x="0" y="167"/>
                  </a:lnTo>
                  <a:lnTo>
                    <a:pt x="30" y="217"/>
                  </a:lnTo>
                  <a:lnTo>
                    <a:pt x="33" y="285"/>
                  </a:lnTo>
                  <a:lnTo>
                    <a:pt x="114" y="298"/>
                  </a:lnTo>
                  <a:lnTo>
                    <a:pt x="147" y="33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 387"/>
            <p:cNvSpPr>
              <a:spLocks/>
            </p:cNvSpPr>
            <p:nvPr/>
          </p:nvSpPr>
          <p:spPr bwMode="auto">
            <a:xfrm>
              <a:off x="4802155" y="2993610"/>
              <a:ext cx="124851" cy="53508"/>
            </a:xfrm>
            <a:custGeom>
              <a:avLst/>
              <a:gdLst/>
              <a:ahLst/>
              <a:cxnLst>
                <a:cxn ang="0">
                  <a:pos x="307" y="36"/>
                </a:cxn>
                <a:cxn ang="0">
                  <a:pos x="269" y="3"/>
                </a:cxn>
                <a:cxn ang="0">
                  <a:pos x="151" y="20"/>
                </a:cxn>
                <a:cxn ang="0">
                  <a:pos x="107" y="0"/>
                </a:cxn>
                <a:cxn ang="0">
                  <a:pos x="97" y="32"/>
                </a:cxn>
                <a:cxn ang="0">
                  <a:pos x="58" y="36"/>
                </a:cxn>
                <a:cxn ang="0">
                  <a:pos x="42" y="61"/>
                </a:cxn>
                <a:cxn ang="0">
                  <a:pos x="8" y="91"/>
                </a:cxn>
                <a:cxn ang="0">
                  <a:pos x="0" y="121"/>
                </a:cxn>
                <a:cxn ang="0">
                  <a:pos x="29" y="125"/>
                </a:cxn>
                <a:cxn ang="0">
                  <a:pos x="46" y="132"/>
                </a:cxn>
                <a:cxn ang="0">
                  <a:pos x="101" y="132"/>
                </a:cxn>
                <a:cxn ang="0">
                  <a:pos x="147" y="121"/>
                </a:cxn>
                <a:cxn ang="0">
                  <a:pos x="176" y="82"/>
                </a:cxn>
                <a:cxn ang="0">
                  <a:pos x="244" y="74"/>
                </a:cxn>
                <a:cxn ang="0">
                  <a:pos x="274" y="91"/>
                </a:cxn>
                <a:cxn ang="0">
                  <a:pos x="294" y="86"/>
                </a:cxn>
                <a:cxn ang="0">
                  <a:pos x="307" y="36"/>
                </a:cxn>
              </a:cxnLst>
              <a:rect l="0" t="0" r="r" b="b"/>
              <a:pathLst>
                <a:path w="307" h="132">
                  <a:moveTo>
                    <a:pt x="307" y="36"/>
                  </a:moveTo>
                  <a:lnTo>
                    <a:pt x="269" y="3"/>
                  </a:lnTo>
                  <a:lnTo>
                    <a:pt x="151" y="20"/>
                  </a:lnTo>
                  <a:lnTo>
                    <a:pt x="107" y="0"/>
                  </a:lnTo>
                  <a:lnTo>
                    <a:pt x="97" y="32"/>
                  </a:lnTo>
                  <a:lnTo>
                    <a:pt x="58" y="36"/>
                  </a:lnTo>
                  <a:lnTo>
                    <a:pt x="42" y="61"/>
                  </a:lnTo>
                  <a:lnTo>
                    <a:pt x="8" y="91"/>
                  </a:lnTo>
                  <a:lnTo>
                    <a:pt x="0" y="121"/>
                  </a:lnTo>
                  <a:lnTo>
                    <a:pt x="29" y="125"/>
                  </a:lnTo>
                  <a:lnTo>
                    <a:pt x="46" y="132"/>
                  </a:lnTo>
                  <a:lnTo>
                    <a:pt x="101" y="132"/>
                  </a:lnTo>
                  <a:lnTo>
                    <a:pt x="147" y="121"/>
                  </a:lnTo>
                  <a:lnTo>
                    <a:pt x="176" y="82"/>
                  </a:lnTo>
                  <a:lnTo>
                    <a:pt x="244" y="74"/>
                  </a:lnTo>
                  <a:lnTo>
                    <a:pt x="274" y="91"/>
                  </a:lnTo>
                  <a:lnTo>
                    <a:pt x="294" y="86"/>
                  </a:lnTo>
                  <a:lnTo>
                    <a:pt x="307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 388"/>
            <p:cNvSpPr>
              <a:spLocks/>
            </p:cNvSpPr>
            <p:nvPr/>
          </p:nvSpPr>
          <p:spPr bwMode="auto">
            <a:xfrm>
              <a:off x="8309359" y="2583384"/>
              <a:ext cx="29185" cy="32428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1" y="64"/>
                </a:cxn>
                <a:cxn ang="0">
                  <a:pos x="18" y="50"/>
                </a:cxn>
                <a:cxn ang="0">
                  <a:pos x="22" y="24"/>
                </a:cxn>
                <a:cxn ang="0">
                  <a:pos x="69" y="0"/>
                </a:cxn>
                <a:cxn ang="0">
                  <a:pos x="73" y="46"/>
                </a:cxn>
                <a:cxn ang="0">
                  <a:pos x="22" y="82"/>
                </a:cxn>
                <a:cxn ang="0">
                  <a:pos x="0" y="79"/>
                </a:cxn>
              </a:cxnLst>
              <a:rect l="0" t="0" r="r" b="b"/>
              <a:pathLst>
                <a:path w="73" h="82">
                  <a:moveTo>
                    <a:pt x="0" y="79"/>
                  </a:moveTo>
                  <a:lnTo>
                    <a:pt x="1" y="64"/>
                  </a:lnTo>
                  <a:lnTo>
                    <a:pt x="18" y="50"/>
                  </a:lnTo>
                  <a:lnTo>
                    <a:pt x="22" y="24"/>
                  </a:lnTo>
                  <a:lnTo>
                    <a:pt x="69" y="0"/>
                  </a:lnTo>
                  <a:lnTo>
                    <a:pt x="73" y="46"/>
                  </a:lnTo>
                  <a:lnTo>
                    <a:pt x="22" y="82"/>
                  </a:lnTo>
                  <a:lnTo>
                    <a:pt x="0" y="7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 389"/>
            <p:cNvSpPr>
              <a:spLocks/>
            </p:cNvSpPr>
            <p:nvPr/>
          </p:nvSpPr>
          <p:spPr bwMode="auto">
            <a:xfrm>
              <a:off x="7689963" y="2764985"/>
              <a:ext cx="19457" cy="17835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0" y="15"/>
                </a:cxn>
                <a:cxn ang="0">
                  <a:pos x="11" y="0"/>
                </a:cxn>
                <a:cxn ang="0">
                  <a:pos x="33" y="3"/>
                </a:cxn>
                <a:cxn ang="0">
                  <a:pos x="48" y="18"/>
                </a:cxn>
                <a:cxn ang="0">
                  <a:pos x="28" y="43"/>
                </a:cxn>
                <a:cxn ang="0">
                  <a:pos x="0" y="31"/>
                </a:cxn>
              </a:cxnLst>
              <a:rect l="0" t="0" r="r" b="b"/>
              <a:pathLst>
                <a:path w="48" h="43">
                  <a:moveTo>
                    <a:pt x="0" y="31"/>
                  </a:moveTo>
                  <a:lnTo>
                    <a:pt x="0" y="15"/>
                  </a:lnTo>
                  <a:lnTo>
                    <a:pt x="11" y="0"/>
                  </a:lnTo>
                  <a:lnTo>
                    <a:pt x="33" y="3"/>
                  </a:lnTo>
                  <a:lnTo>
                    <a:pt x="48" y="18"/>
                  </a:lnTo>
                  <a:lnTo>
                    <a:pt x="28" y="43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 390"/>
            <p:cNvSpPr>
              <a:spLocks/>
            </p:cNvSpPr>
            <p:nvPr/>
          </p:nvSpPr>
          <p:spPr bwMode="auto">
            <a:xfrm>
              <a:off x="7667262" y="2768229"/>
              <a:ext cx="16214" cy="6485"/>
            </a:xfrm>
            <a:custGeom>
              <a:avLst/>
              <a:gdLst/>
              <a:ahLst/>
              <a:cxnLst>
                <a:cxn ang="0">
                  <a:pos x="37" y="4"/>
                </a:cxn>
                <a:cxn ang="0">
                  <a:pos x="20" y="0"/>
                </a:cxn>
                <a:cxn ang="0">
                  <a:pos x="0" y="10"/>
                </a:cxn>
                <a:cxn ang="0">
                  <a:pos x="14" y="15"/>
                </a:cxn>
                <a:cxn ang="0">
                  <a:pos x="25" y="12"/>
                </a:cxn>
                <a:cxn ang="0">
                  <a:pos x="37" y="4"/>
                </a:cxn>
              </a:cxnLst>
              <a:rect l="0" t="0" r="r" b="b"/>
              <a:pathLst>
                <a:path w="37" h="15">
                  <a:moveTo>
                    <a:pt x="37" y="4"/>
                  </a:moveTo>
                  <a:lnTo>
                    <a:pt x="20" y="0"/>
                  </a:lnTo>
                  <a:lnTo>
                    <a:pt x="0" y="10"/>
                  </a:lnTo>
                  <a:lnTo>
                    <a:pt x="14" y="15"/>
                  </a:lnTo>
                  <a:lnTo>
                    <a:pt x="25" y="12"/>
                  </a:lnTo>
                  <a:lnTo>
                    <a:pt x="37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 391"/>
            <p:cNvSpPr>
              <a:spLocks/>
            </p:cNvSpPr>
            <p:nvPr/>
          </p:nvSpPr>
          <p:spPr bwMode="auto">
            <a:xfrm>
              <a:off x="7792116" y="2799036"/>
              <a:ext cx="71344" cy="308076"/>
            </a:xfrm>
            <a:custGeom>
              <a:avLst/>
              <a:gdLst/>
              <a:ahLst/>
              <a:cxnLst>
                <a:cxn ang="0">
                  <a:pos x="77" y="16"/>
                </a:cxn>
                <a:cxn ang="0">
                  <a:pos x="65" y="0"/>
                </a:cxn>
                <a:cxn ang="0">
                  <a:pos x="42" y="0"/>
                </a:cxn>
                <a:cxn ang="0">
                  <a:pos x="40" y="14"/>
                </a:cxn>
                <a:cxn ang="0">
                  <a:pos x="54" y="73"/>
                </a:cxn>
                <a:cxn ang="0">
                  <a:pos x="45" y="87"/>
                </a:cxn>
                <a:cxn ang="0">
                  <a:pos x="29" y="81"/>
                </a:cxn>
                <a:cxn ang="0">
                  <a:pos x="0" y="92"/>
                </a:cxn>
                <a:cxn ang="0">
                  <a:pos x="12" y="124"/>
                </a:cxn>
                <a:cxn ang="0">
                  <a:pos x="0" y="182"/>
                </a:cxn>
                <a:cxn ang="0">
                  <a:pos x="14" y="197"/>
                </a:cxn>
                <a:cxn ang="0">
                  <a:pos x="0" y="216"/>
                </a:cxn>
                <a:cxn ang="0">
                  <a:pos x="12" y="280"/>
                </a:cxn>
                <a:cxn ang="0">
                  <a:pos x="29" y="300"/>
                </a:cxn>
                <a:cxn ang="0">
                  <a:pos x="29" y="410"/>
                </a:cxn>
                <a:cxn ang="0">
                  <a:pos x="37" y="443"/>
                </a:cxn>
                <a:cxn ang="0">
                  <a:pos x="25" y="485"/>
                </a:cxn>
                <a:cxn ang="0">
                  <a:pos x="14" y="548"/>
                </a:cxn>
                <a:cxn ang="0">
                  <a:pos x="25" y="578"/>
                </a:cxn>
                <a:cxn ang="0">
                  <a:pos x="22" y="631"/>
                </a:cxn>
                <a:cxn ang="0">
                  <a:pos x="17" y="671"/>
                </a:cxn>
                <a:cxn ang="0">
                  <a:pos x="14" y="761"/>
                </a:cxn>
                <a:cxn ang="0">
                  <a:pos x="29" y="758"/>
                </a:cxn>
                <a:cxn ang="0">
                  <a:pos x="40" y="729"/>
                </a:cxn>
                <a:cxn ang="0">
                  <a:pos x="59" y="716"/>
                </a:cxn>
                <a:cxn ang="0">
                  <a:pos x="77" y="726"/>
                </a:cxn>
                <a:cxn ang="0">
                  <a:pos x="95" y="754"/>
                </a:cxn>
                <a:cxn ang="0">
                  <a:pos x="110" y="738"/>
                </a:cxn>
                <a:cxn ang="0">
                  <a:pos x="110" y="704"/>
                </a:cxn>
                <a:cxn ang="0">
                  <a:pos x="82" y="676"/>
                </a:cxn>
                <a:cxn ang="0">
                  <a:pos x="59" y="648"/>
                </a:cxn>
                <a:cxn ang="0">
                  <a:pos x="59" y="595"/>
                </a:cxn>
                <a:cxn ang="0">
                  <a:pos x="70" y="573"/>
                </a:cxn>
                <a:cxn ang="0">
                  <a:pos x="70" y="553"/>
                </a:cxn>
                <a:cxn ang="0">
                  <a:pos x="79" y="538"/>
                </a:cxn>
                <a:cxn ang="0">
                  <a:pos x="85" y="477"/>
                </a:cxn>
                <a:cxn ang="0">
                  <a:pos x="99" y="465"/>
                </a:cxn>
                <a:cxn ang="0">
                  <a:pos x="124" y="475"/>
                </a:cxn>
                <a:cxn ang="0">
                  <a:pos x="155" y="505"/>
                </a:cxn>
                <a:cxn ang="0">
                  <a:pos x="160" y="516"/>
                </a:cxn>
                <a:cxn ang="0">
                  <a:pos x="172" y="518"/>
                </a:cxn>
                <a:cxn ang="0">
                  <a:pos x="177" y="505"/>
                </a:cxn>
                <a:cxn ang="0">
                  <a:pos x="172" y="480"/>
                </a:cxn>
                <a:cxn ang="0">
                  <a:pos x="147" y="446"/>
                </a:cxn>
                <a:cxn ang="0">
                  <a:pos x="132" y="370"/>
                </a:cxn>
                <a:cxn ang="0">
                  <a:pos x="115" y="309"/>
                </a:cxn>
                <a:cxn ang="0">
                  <a:pos x="99" y="204"/>
                </a:cxn>
                <a:cxn ang="0">
                  <a:pos x="95" y="154"/>
                </a:cxn>
                <a:cxn ang="0">
                  <a:pos x="95" y="92"/>
                </a:cxn>
                <a:cxn ang="0">
                  <a:pos x="85" y="36"/>
                </a:cxn>
                <a:cxn ang="0">
                  <a:pos x="77" y="16"/>
                </a:cxn>
              </a:cxnLst>
              <a:rect l="0" t="0" r="r" b="b"/>
              <a:pathLst>
                <a:path w="177" h="761">
                  <a:moveTo>
                    <a:pt x="77" y="16"/>
                  </a:moveTo>
                  <a:lnTo>
                    <a:pt x="65" y="0"/>
                  </a:lnTo>
                  <a:lnTo>
                    <a:pt x="42" y="0"/>
                  </a:lnTo>
                  <a:lnTo>
                    <a:pt x="40" y="14"/>
                  </a:lnTo>
                  <a:lnTo>
                    <a:pt x="54" y="73"/>
                  </a:lnTo>
                  <a:lnTo>
                    <a:pt x="45" y="87"/>
                  </a:lnTo>
                  <a:lnTo>
                    <a:pt x="29" y="81"/>
                  </a:lnTo>
                  <a:lnTo>
                    <a:pt x="0" y="92"/>
                  </a:lnTo>
                  <a:lnTo>
                    <a:pt x="12" y="124"/>
                  </a:lnTo>
                  <a:lnTo>
                    <a:pt x="0" y="182"/>
                  </a:lnTo>
                  <a:lnTo>
                    <a:pt x="14" y="197"/>
                  </a:lnTo>
                  <a:lnTo>
                    <a:pt x="0" y="216"/>
                  </a:lnTo>
                  <a:lnTo>
                    <a:pt x="12" y="280"/>
                  </a:lnTo>
                  <a:lnTo>
                    <a:pt x="29" y="300"/>
                  </a:lnTo>
                  <a:lnTo>
                    <a:pt x="29" y="410"/>
                  </a:lnTo>
                  <a:lnTo>
                    <a:pt x="37" y="443"/>
                  </a:lnTo>
                  <a:lnTo>
                    <a:pt x="25" y="485"/>
                  </a:lnTo>
                  <a:lnTo>
                    <a:pt x="14" y="548"/>
                  </a:lnTo>
                  <a:lnTo>
                    <a:pt x="25" y="578"/>
                  </a:lnTo>
                  <a:lnTo>
                    <a:pt x="22" y="631"/>
                  </a:lnTo>
                  <a:lnTo>
                    <a:pt x="17" y="671"/>
                  </a:lnTo>
                  <a:lnTo>
                    <a:pt x="14" y="761"/>
                  </a:lnTo>
                  <a:lnTo>
                    <a:pt x="29" y="758"/>
                  </a:lnTo>
                  <a:lnTo>
                    <a:pt x="40" y="729"/>
                  </a:lnTo>
                  <a:lnTo>
                    <a:pt x="59" y="716"/>
                  </a:lnTo>
                  <a:lnTo>
                    <a:pt x="77" y="726"/>
                  </a:lnTo>
                  <a:lnTo>
                    <a:pt x="95" y="754"/>
                  </a:lnTo>
                  <a:lnTo>
                    <a:pt x="110" y="738"/>
                  </a:lnTo>
                  <a:lnTo>
                    <a:pt x="110" y="704"/>
                  </a:lnTo>
                  <a:lnTo>
                    <a:pt x="82" y="676"/>
                  </a:lnTo>
                  <a:lnTo>
                    <a:pt x="59" y="648"/>
                  </a:lnTo>
                  <a:lnTo>
                    <a:pt x="59" y="595"/>
                  </a:lnTo>
                  <a:lnTo>
                    <a:pt x="70" y="573"/>
                  </a:lnTo>
                  <a:lnTo>
                    <a:pt x="70" y="553"/>
                  </a:lnTo>
                  <a:lnTo>
                    <a:pt x="79" y="538"/>
                  </a:lnTo>
                  <a:lnTo>
                    <a:pt x="85" y="477"/>
                  </a:lnTo>
                  <a:lnTo>
                    <a:pt x="99" y="465"/>
                  </a:lnTo>
                  <a:lnTo>
                    <a:pt x="124" y="475"/>
                  </a:lnTo>
                  <a:lnTo>
                    <a:pt x="155" y="505"/>
                  </a:lnTo>
                  <a:lnTo>
                    <a:pt x="160" y="516"/>
                  </a:lnTo>
                  <a:lnTo>
                    <a:pt x="172" y="518"/>
                  </a:lnTo>
                  <a:lnTo>
                    <a:pt x="177" y="505"/>
                  </a:lnTo>
                  <a:lnTo>
                    <a:pt x="172" y="480"/>
                  </a:lnTo>
                  <a:lnTo>
                    <a:pt x="147" y="446"/>
                  </a:lnTo>
                  <a:lnTo>
                    <a:pt x="132" y="370"/>
                  </a:lnTo>
                  <a:lnTo>
                    <a:pt x="115" y="309"/>
                  </a:lnTo>
                  <a:lnTo>
                    <a:pt x="99" y="204"/>
                  </a:lnTo>
                  <a:lnTo>
                    <a:pt x="95" y="154"/>
                  </a:lnTo>
                  <a:lnTo>
                    <a:pt x="95" y="92"/>
                  </a:lnTo>
                  <a:lnTo>
                    <a:pt x="85" y="36"/>
                  </a:lnTo>
                  <a:lnTo>
                    <a:pt x="77" y="1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 392"/>
            <p:cNvSpPr>
              <a:spLocks/>
            </p:cNvSpPr>
            <p:nvPr/>
          </p:nvSpPr>
          <p:spPr bwMode="auto">
            <a:xfrm>
              <a:off x="2608329" y="4235642"/>
              <a:ext cx="942064" cy="969627"/>
            </a:xfrm>
            <a:custGeom>
              <a:avLst/>
              <a:gdLst/>
              <a:ahLst/>
              <a:cxnLst>
                <a:cxn ang="0">
                  <a:pos x="839" y="85"/>
                </a:cxn>
                <a:cxn ang="0">
                  <a:pos x="861" y="226"/>
                </a:cxn>
                <a:cxn ang="0">
                  <a:pos x="956" y="208"/>
                </a:cxn>
                <a:cxn ang="0">
                  <a:pos x="1049" y="181"/>
                </a:cxn>
                <a:cxn ang="0">
                  <a:pos x="1088" y="173"/>
                </a:cxn>
                <a:cxn ang="0">
                  <a:pos x="1252" y="191"/>
                </a:cxn>
                <a:cxn ang="0">
                  <a:pos x="1322" y="47"/>
                </a:cxn>
                <a:cxn ang="0">
                  <a:pos x="1378" y="161"/>
                </a:cxn>
                <a:cxn ang="0">
                  <a:pos x="1428" y="257"/>
                </a:cxn>
                <a:cxn ang="0">
                  <a:pos x="1403" y="300"/>
                </a:cxn>
                <a:cxn ang="0">
                  <a:pos x="1478" y="321"/>
                </a:cxn>
                <a:cxn ang="0">
                  <a:pos x="1440" y="400"/>
                </a:cxn>
                <a:cxn ang="0">
                  <a:pos x="1525" y="371"/>
                </a:cxn>
                <a:cxn ang="0">
                  <a:pos x="1660" y="383"/>
                </a:cxn>
                <a:cxn ang="0">
                  <a:pos x="1721" y="461"/>
                </a:cxn>
                <a:cxn ang="0">
                  <a:pos x="1806" y="450"/>
                </a:cxn>
                <a:cxn ang="0">
                  <a:pos x="2024" y="500"/>
                </a:cxn>
                <a:cxn ang="0">
                  <a:pos x="2305" y="618"/>
                </a:cxn>
                <a:cxn ang="0">
                  <a:pos x="2289" y="865"/>
                </a:cxn>
                <a:cxn ang="0">
                  <a:pos x="2210" y="944"/>
                </a:cxn>
                <a:cxn ang="0">
                  <a:pos x="2154" y="1044"/>
                </a:cxn>
                <a:cxn ang="0">
                  <a:pos x="2069" y="1191"/>
                </a:cxn>
                <a:cxn ang="0">
                  <a:pos x="2081" y="1353"/>
                </a:cxn>
                <a:cxn ang="0">
                  <a:pos x="2019" y="1483"/>
                </a:cxn>
                <a:cxn ang="0">
                  <a:pos x="1963" y="1587"/>
                </a:cxn>
                <a:cxn ang="0">
                  <a:pos x="1906" y="1697"/>
                </a:cxn>
                <a:cxn ang="0">
                  <a:pos x="1815" y="1716"/>
                </a:cxn>
                <a:cxn ang="0">
                  <a:pos x="1708" y="1754"/>
                </a:cxn>
                <a:cxn ang="0">
                  <a:pos x="1592" y="1798"/>
                </a:cxn>
                <a:cxn ang="0">
                  <a:pos x="1546" y="1851"/>
                </a:cxn>
                <a:cxn ang="0">
                  <a:pos x="1514" y="1973"/>
                </a:cxn>
                <a:cxn ang="0">
                  <a:pos x="1432" y="2099"/>
                </a:cxn>
                <a:cxn ang="0">
                  <a:pos x="1358" y="2258"/>
                </a:cxn>
                <a:cxn ang="0">
                  <a:pos x="1351" y="2248"/>
                </a:cxn>
                <a:cxn ang="0">
                  <a:pos x="1364" y="2173"/>
                </a:cxn>
                <a:cxn ang="0">
                  <a:pos x="1281" y="2285"/>
                </a:cxn>
                <a:cxn ang="0">
                  <a:pos x="1236" y="2391"/>
                </a:cxn>
                <a:cxn ang="0">
                  <a:pos x="1171" y="2296"/>
                </a:cxn>
                <a:cxn ang="0">
                  <a:pos x="1096" y="2235"/>
                </a:cxn>
                <a:cxn ang="0">
                  <a:pos x="971" y="2173"/>
                </a:cxn>
                <a:cxn ang="0">
                  <a:pos x="1070" y="2063"/>
                </a:cxn>
                <a:cxn ang="0">
                  <a:pos x="1194" y="1948"/>
                </a:cxn>
                <a:cxn ang="0">
                  <a:pos x="1139" y="1836"/>
                </a:cxn>
                <a:cxn ang="0">
                  <a:pos x="1114" y="1746"/>
                </a:cxn>
                <a:cxn ang="0">
                  <a:pos x="999" y="1668"/>
                </a:cxn>
                <a:cxn ang="0">
                  <a:pos x="947" y="1424"/>
                </a:cxn>
                <a:cxn ang="0">
                  <a:pos x="903" y="1325"/>
                </a:cxn>
                <a:cxn ang="0">
                  <a:pos x="766" y="1116"/>
                </a:cxn>
                <a:cxn ang="0">
                  <a:pos x="543" y="1028"/>
                </a:cxn>
                <a:cxn ang="0">
                  <a:pos x="460" y="883"/>
                </a:cxn>
                <a:cxn ang="0">
                  <a:pos x="252" y="975"/>
                </a:cxn>
                <a:cxn ang="0">
                  <a:pos x="183" y="876"/>
                </a:cxn>
                <a:cxn ang="0">
                  <a:pos x="33" y="815"/>
                </a:cxn>
                <a:cxn ang="0">
                  <a:pos x="23" y="640"/>
                </a:cxn>
                <a:cxn ang="0">
                  <a:pos x="231" y="559"/>
                </a:cxn>
                <a:cxn ang="0">
                  <a:pos x="238" y="351"/>
                </a:cxn>
                <a:cxn ang="0">
                  <a:pos x="273" y="264"/>
                </a:cxn>
                <a:cxn ang="0">
                  <a:pos x="331" y="197"/>
                </a:cxn>
                <a:cxn ang="0">
                  <a:pos x="461" y="271"/>
                </a:cxn>
                <a:cxn ang="0">
                  <a:pos x="624" y="178"/>
                </a:cxn>
                <a:cxn ang="0">
                  <a:pos x="572" y="96"/>
                </a:cxn>
                <a:cxn ang="0">
                  <a:pos x="597" y="51"/>
                </a:cxn>
                <a:cxn ang="0">
                  <a:pos x="772" y="0"/>
                </a:cxn>
              </a:cxnLst>
              <a:rect l="0" t="0" r="r" b="b"/>
              <a:pathLst>
                <a:path w="2322" h="2391">
                  <a:moveTo>
                    <a:pt x="791" y="4"/>
                  </a:moveTo>
                  <a:lnTo>
                    <a:pt x="836" y="40"/>
                  </a:lnTo>
                  <a:lnTo>
                    <a:pt x="839" y="85"/>
                  </a:lnTo>
                  <a:lnTo>
                    <a:pt x="824" y="130"/>
                  </a:lnTo>
                  <a:lnTo>
                    <a:pt x="824" y="193"/>
                  </a:lnTo>
                  <a:lnTo>
                    <a:pt x="861" y="226"/>
                  </a:lnTo>
                  <a:lnTo>
                    <a:pt x="906" y="236"/>
                  </a:lnTo>
                  <a:lnTo>
                    <a:pt x="939" y="234"/>
                  </a:lnTo>
                  <a:lnTo>
                    <a:pt x="956" y="208"/>
                  </a:lnTo>
                  <a:lnTo>
                    <a:pt x="990" y="198"/>
                  </a:lnTo>
                  <a:lnTo>
                    <a:pt x="998" y="179"/>
                  </a:lnTo>
                  <a:lnTo>
                    <a:pt x="1049" y="181"/>
                  </a:lnTo>
                  <a:lnTo>
                    <a:pt x="1060" y="158"/>
                  </a:lnTo>
                  <a:lnTo>
                    <a:pt x="1077" y="161"/>
                  </a:lnTo>
                  <a:lnTo>
                    <a:pt x="1088" y="173"/>
                  </a:lnTo>
                  <a:lnTo>
                    <a:pt x="1151" y="171"/>
                  </a:lnTo>
                  <a:lnTo>
                    <a:pt x="1180" y="181"/>
                  </a:lnTo>
                  <a:lnTo>
                    <a:pt x="1252" y="191"/>
                  </a:lnTo>
                  <a:lnTo>
                    <a:pt x="1281" y="155"/>
                  </a:lnTo>
                  <a:lnTo>
                    <a:pt x="1309" y="96"/>
                  </a:lnTo>
                  <a:lnTo>
                    <a:pt x="1322" y="47"/>
                  </a:lnTo>
                  <a:lnTo>
                    <a:pt x="1335" y="55"/>
                  </a:lnTo>
                  <a:lnTo>
                    <a:pt x="1357" y="101"/>
                  </a:lnTo>
                  <a:lnTo>
                    <a:pt x="1378" y="161"/>
                  </a:lnTo>
                  <a:lnTo>
                    <a:pt x="1407" y="186"/>
                  </a:lnTo>
                  <a:lnTo>
                    <a:pt x="1436" y="211"/>
                  </a:lnTo>
                  <a:lnTo>
                    <a:pt x="1428" y="257"/>
                  </a:lnTo>
                  <a:lnTo>
                    <a:pt x="1403" y="271"/>
                  </a:lnTo>
                  <a:lnTo>
                    <a:pt x="1382" y="287"/>
                  </a:lnTo>
                  <a:lnTo>
                    <a:pt x="1403" y="300"/>
                  </a:lnTo>
                  <a:lnTo>
                    <a:pt x="1436" y="296"/>
                  </a:lnTo>
                  <a:lnTo>
                    <a:pt x="1457" y="317"/>
                  </a:lnTo>
                  <a:lnTo>
                    <a:pt x="1478" y="321"/>
                  </a:lnTo>
                  <a:lnTo>
                    <a:pt x="1512" y="333"/>
                  </a:lnTo>
                  <a:lnTo>
                    <a:pt x="1492" y="375"/>
                  </a:lnTo>
                  <a:lnTo>
                    <a:pt x="1440" y="400"/>
                  </a:lnTo>
                  <a:lnTo>
                    <a:pt x="1440" y="418"/>
                  </a:lnTo>
                  <a:lnTo>
                    <a:pt x="1470" y="418"/>
                  </a:lnTo>
                  <a:lnTo>
                    <a:pt x="1525" y="371"/>
                  </a:lnTo>
                  <a:lnTo>
                    <a:pt x="1537" y="346"/>
                  </a:lnTo>
                  <a:lnTo>
                    <a:pt x="1596" y="350"/>
                  </a:lnTo>
                  <a:lnTo>
                    <a:pt x="1660" y="383"/>
                  </a:lnTo>
                  <a:lnTo>
                    <a:pt x="1716" y="382"/>
                  </a:lnTo>
                  <a:lnTo>
                    <a:pt x="1750" y="416"/>
                  </a:lnTo>
                  <a:lnTo>
                    <a:pt x="1721" y="461"/>
                  </a:lnTo>
                  <a:lnTo>
                    <a:pt x="1738" y="484"/>
                  </a:lnTo>
                  <a:lnTo>
                    <a:pt x="1771" y="455"/>
                  </a:lnTo>
                  <a:lnTo>
                    <a:pt x="1806" y="450"/>
                  </a:lnTo>
                  <a:lnTo>
                    <a:pt x="1906" y="472"/>
                  </a:lnTo>
                  <a:lnTo>
                    <a:pt x="1974" y="467"/>
                  </a:lnTo>
                  <a:lnTo>
                    <a:pt x="2024" y="500"/>
                  </a:lnTo>
                  <a:lnTo>
                    <a:pt x="2086" y="517"/>
                  </a:lnTo>
                  <a:lnTo>
                    <a:pt x="2177" y="585"/>
                  </a:lnTo>
                  <a:lnTo>
                    <a:pt x="2305" y="618"/>
                  </a:lnTo>
                  <a:lnTo>
                    <a:pt x="2322" y="668"/>
                  </a:lnTo>
                  <a:lnTo>
                    <a:pt x="2322" y="820"/>
                  </a:lnTo>
                  <a:lnTo>
                    <a:pt x="2289" y="865"/>
                  </a:lnTo>
                  <a:lnTo>
                    <a:pt x="2272" y="899"/>
                  </a:lnTo>
                  <a:lnTo>
                    <a:pt x="2255" y="926"/>
                  </a:lnTo>
                  <a:lnTo>
                    <a:pt x="2210" y="944"/>
                  </a:lnTo>
                  <a:lnTo>
                    <a:pt x="2192" y="955"/>
                  </a:lnTo>
                  <a:lnTo>
                    <a:pt x="2177" y="1006"/>
                  </a:lnTo>
                  <a:lnTo>
                    <a:pt x="2154" y="1044"/>
                  </a:lnTo>
                  <a:lnTo>
                    <a:pt x="2092" y="1079"/>
                  </a:lnTo>
                  <a:lnTo>
                    <a:pt x="2081" y="1095"/>
                  </a:lnTo>
                  <a:lnTo>
                    <a:pt x="2069" y="1191"/>
                  </a:lnTo>
                  <a:lnTo>
                    <a:pt x="2086" y="1235"/>
                  </a:lnTo>
                  <a:lnTo>
                    <a:pt x="2069" y="1287"/>
                  </a:lnTo>
                  <a:lnTo>
                    <a:pt x="2081" y="1353"/>
                  </a:lnTo>
                  <a:lnTo>
                    <a:pt x="2036" y="1375"/>
                  </a:lnTo>
                  <a:lnTo>
                    <a:pt x="2024" y="1443"/>
                  </a:lnTo>
                  <a:lnTo>
                    <a:pt x="2019" y="1483"/>
                  </a:lnTo>
                  <a:lnTo>
                    <a:pt x="2002" y="1500"/>
                  </a:lnTo>
                  <a:lnTo>
                    <a:pt x="1996" y="1538"/>
                  </a:lnTo>
                  <a:lnTo>
                    <a:pt x="1963" y="1587"/>
                  </a:lnTo>
                  <a:lnTo>
                    <a:pt x="1957" y="1655"/>
                  </a:lnTo>
                  <a:lnTo>
                    <a:pt x="1914" y="1668"/>
                  </a:lnTo>
                  <a:lnTo>
                    <a:pt x="1906" y="1697"/>
                  </a:lnTo>
                  <a:lnTo>
                    <a:pt x="1868" y="1709"/>
                  </a:lnTo>
                  <a:lnTo>
                    <a:pt x="1840" y="1701"/>
                  </a:lnTo>
                  <a:lnTo>
                    <a:pt x="1815" y="1716"/>
                  </a:lnTo>
                  <a:lnTo>
                    <a:pt x="1775" y="1720"/>
                  </a:lnTo>
                  <a:lnTo>
                    <a:pt x="1735" y="1720"/>
                  </a:lnTo>
                  <a:lnTo>
                    <a:pt x="1708" y="1754"/>
                  </a:lnTo>
                  <a:lnTo>
                    <a:pt x="1682" y="1765"/>
                  </a:lnTo>
                  <a:lnTo>
                    <a:pt x="1640" y="1758"/>
                  </a:lnTo>
                  <a:lnTo>
                    <a:pt x="1592" y="1798"/>
                  </a:lnTo>
                  <a:lnTo>
                    <a:pt x="1590" y="1815"/>
                  </a:lnTo>
                  <a:lnTo>
                    <a:pt x="1574" y="1822"/>
                  </a:lnTo>
                  <a:lnTo>
                    <a:pt x="1546" y="1851"/>
                  </a:lnTo>
                  <a:lnTo>
                    <a:pt x="1514" y="1863"/>
                  </a:lnTo>
                  <a:lnTo>
                    <a:pt x="1504" y="1940"/>
                  </a:lnTo>
                  <a:lnTo>
                    <a:pt x="1514" y="1973"/>
                  </a:lnTo>
                  <a:lnTo>
                    <a:pt x="1506" y="2038"/>
                  </a:lnTo>
                  <a:lnTo>
                    <a:pt x="1460" y="2093"/>
                  </a:lnTo>
                  <a:lnTo>
                    <a:pt x="1432" y="2099"/>
                  </a:lnTo>
                  <a:lnTo>
                    <a:pt x="1415" y="2133"/>
                  </a:lnTo>
                  <a:lnTo>
                    <a:pt x="1404" y="2173"/>
                  </a:lnTo>
                  <a:lnTo>
                    <a:pt x="1358" y="2258"/>
                  </a:lnTo>
                  <a:lnTo>
                    <a:pt x="1318" y="2299"/>
                  </a:lnTo>
                  <a:lnTo>
                    <a:pt x="1314" y="2283"/>
                  </a:lnTo>
                  <a:lnTo>
                    <a:pt x="1351" y="2248"/>
                  </a:lnTo>
                  <a:lnTo>
                    <a:pt x="1357" y="2223"/>
                  </a:lnTo>
                  <a:lnTo>
                    <a:pt x="1379" y="2181"/>
                  </a:lnTo>
                  <a:lnTo>
                    <a:pt x="1364" y="2173"/>
                  </a:lnTo>
                  <a:lnTo>
                    <a:pt x="1319" y="2220"/>
                  </a:lnTo>
                  <a:lnTo>
                    <a:pt x="1306" y="2248"/>
                  </a:lnTo>
                  <a:lnTo>
                    <a:pt x="1281" y="2285"/>
                  </a:lnTo>
                  <a:lnTo>
                    <a:pt x="1297" y="2311"/>
                  </a:lnTo>
                  <a:lnTo>
                    <a:pt x="1297" y="2330"/>
                  </a:lnTo>
                  <a:lnTo>
                    <a:pt x="1236" y="2391"/>
                  </a:lnTo>
                  <a:lnTo>
                    <a:pt x="1229" y="2361"/>
                  </a:lnTo>
                  <a:lnTo>
                    <a:pt x="1191" y="2328"/>
                  </a:lnTo>
                  <a:lnTo>
                    <a:pt x="1171" y="2296"/>
                  </a:lnTo>
                  <a:lnTo>
                    <a:pt x="1131" y="2280"/>
                  </a:lnTo>
                  <a:lnTo>
                    <a:pt x="1118" y="2246"/>
                  </a:lnTo>
                  <a:lnTo>
                    <a:pt x="1096" y="2235"/>
                  </a:lnTo>
                  <a:lnTo>
                    <a:pt x="1019" y="2226"/>
                  </a:lnTo>
                  <a:lnTo>
                    <a:pt x="1003" y="2190"/>
                  </a:lnTo>
                  <a:lnTo>
                    <a:pt x="971" y="2173"/>
                  </a:lnTo>
                  <a:lnTo>
                    <a:pt x="1011" y="2130"/>
                  </a:lnTo>
                  <a:lnTo>
                    <a:pt x="1019" y="2115"/>
                  </a:lnTo>
                  <a:lnTo>
                    <a:pt x="1070" y="2063"/>
                  </a:lnTo>
                  <a:lnTo>
                    <a:pt x="1109" y="2030"/>
                  </a:lnTo>
                  <a:lnTo>
                    <a:pt x="1182" y="1965"/>
                  </a:lnTo>
                  <a:lnTo>
                    <a:pt x="1194" y="1948"/>
                  </a:lnTo>
                  <a:lnTo>
                    <a:pt x="1162" y="1881"/>
                  </a:lnTo>
                  <a:lnTo>
                    <a:pt x="1137" y="1879"/>
                  </a:lnTo>
                  <a:lnTo>
                    <a:pt x="1139" y="1836"/>
                  </a:lnTo>
                  <a:lnTo>
                    <a:pt x="1153" y="1811"/>
                  </a:lnTo>
                  <a:lnTo>
                    <a:pt x="1150" y="1761"/>
                  </a:lnTo>
                  <a:lnTo>
                    <a:pt x="1114" y="1746"/>
                  </a:lnTo>
                  <a:lnTo>
                    <a:pt x="1080" y="1761"/>
                  </a:lnTo>
                  <a:lnTo>
                    <a:pt x="1077" y="1701"/>
                  </a:lnTo>
                  <a:lnTo>
                    <a:pt x="999" y="1668"/>
                  </a:lnTo>
                  <a:lnTo>
                    <a:pt x="954" y="1646"/>
                  </a:lnTo>
                  <a:lnTo>
                    <a:pt x="945" y="1503"/>
                  </a:lnTo>
                  <a:lnTo>
                    <a:pt x="947" y="1424"/>
                  </a:lnTo>
                  <a:lnTo>
                    <a:pt x="922" y="1387"/>
                  </a:lnTo>
                  <a:lnTo>
                    <a:pt x="929" y="1340"/>
                  </a:lnTo>
                  <a:lnTo>
                    <a:pt x="903" y="1325"/>
                  </a:lnTo>
                  <a:lnTo>
                    <a:pt x="900" y="1277"/>
                  </a:lnTo>
                  <a:lnTo>
                    <a:pt x="771" y="1259"/>
                  </a:lnTo>
                  <a:lnTo>
                    <a:pt x="766" y="1116"/>
                  </a:lnTo>
                  <a:lnTo>
                    <a:pt x="706" y="1104"/>
                  </a:lnTo>
                  <a:lnTo>
                    <a:pt x="586" y="1034"/>
                  </a:lnTo>
                  <a:lnTo>
                    <a:pt x="543" y="1028"/>
                  </a:lnTo>
                  <a:lnTo>
                    <a:pt x="513" y="1011"/>
                  </a:lnTo>
                  <a:lnTo>
                    <a:pt x="507" y="913"/>
                  </a:lnTo>
                  <a:lnTo>
                    <a:pt x="460" y="883"/>
                  </a:lnTo>
                  <a:lnTo>
                    <a:pt x="392" y="904"/>
                  </a:lnTo>
                  <a:lnTo>
                    <a:pt x="360" y="958"/>
                  </a:lnTo>
                  <a:lnTo>
                    <a:pt x="252" y="975"/>
                  </a:lnTo>
                  <a:lnTo>
                    <a:pt x="203" y="961"/>
                  </a:lnTo>
                  <a:lnTo>
                    <a:pt x="196" y="891"/>
                  </a:lnTo>
                  <a:lnTo>
                    <a:pt x="183" y="876"/>
                  </a:lnTo>
                  <a:lnTo>
                    <a:pt x="73" y="884"/>
                  </a:lnTo>
                  <a:lnTo>
                    <a:pt x="40" y="848"/>
                  </a:lnTo>
                  <a:lnTo>
                    <a:pt x="33" y="815"/>
                  </a:lnTo>
                  <a:lnTo>
                    <a:pt x="0" y="738"/>
                  </a:lnTo>
                  <a:lnTo>
                    <a:pt x="30" y="688"/>
                  </a:lnTo>
                  <a:lnTo>
                    <a:pt x="23" y="640"/>
                  </a:lnTo>
                  <a:lnTo>
                    <a:pt x="113" y="590"/>
                  </a:lnTo>
                  <a:lnTo>
                    <a:pt x="189" y="569"/>
                  </a:lnTo>
                  <a:lnTo>
                    <a:pt x="231" y="559"/>
                  </a:lnTo>
                  <a:lnTo>
                    <a:pt x="233" y="522"/>
                  </a:lnTo>
                  <a:lnTo>
                    <a:pt x="261" y="371"/>
                  </a:lnTo>
                  <a:lnTo>
                    <a:pt x="238" y="351"/>
                  </a:lnTo>
                  <a:lnTo>
                    <a:pt x="231" y="287"/>
                  </a:lnTo>
                  <a:lnTo>
                    <a:pt x="256" y="289"/>
                  </a:lnTo>
                  <a:lnTo>
                    <a:pt x="273" y="264"/>
                  </a:lnTo>
                  <a:lnTo>
                    <a:pt x="228" y="228"/>
                  </a:lnTo>
                  <a:lnTo>
                    <a:pt x="233" y="208"/>
                  </a:lnTo>
                  <a:lnTo>
                    <a:pt x="331" y="197"/>
                  </a:lnTo>
                  <a:lnTo>
                    <a:pt x="368" y="231"/>
                  </a:lnTo>
                  <a:lnTo>
                    <a:pt x="404" y="246"/>
                  </a:lnTo>
                  <a:lnTo>
                    <a:pt x="461" y="271"/>
                  </a:lnTo>
                  <a:lnTo>
                    <a:pt x="505" y="256"/>
                  </a:lnTo>
                  <a:lnTo>
                    <a:pt x="617" y="203"/>
                  </a:lnTo>
                  <a:lnTo>
                    <a:pt x="624" y="178"/>
                  </a:lnTo>
                  <a:lnTo>
                    <a:pt x="612" y="163"/>
                  </a:lnTo>
                  <a:lnTo>
                    <a:pt x="570" y="169"/>
                  </a:lnTo>
                  <a:lnTo>
                    <a:pt x="572" y="96"/>
                  </a:lnTo>
                  <a:lnTo>
                    <a:pt x="554" y="85"/>
                  </a:lnTo>
                  <a:lnTo>
                    <a:pt x="559" y="53"/>
                  </a:lnTo>
                  <a:lnTo>
                    <a:pt x="597" y="51"/>
                  </a:lnTo>
                  <a:lnTo>
                    <a:pt x="665" y="91"/>
                  </a:lnTo>
                  <a:lnTo>
                    <a:pt x="758" y="57"/>
                  </a:lnTo>
                  <a:lnTo>
                    <a:pt x="772" y="0"/>
                  </a:lnTo>
                  <a:lnTo>
                    <a:pt x="791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 393"/>
            <p:cNvSpPr>
              <a:spLocks/>
            </p:cNvSpPr>
            <p:nvPr/>
          </p:nvSpPr>
          <p:spPr bwMode="auto">
            <a:xfrm>
              <a:off x="2700752" y="5883038"/>
              <a:ext cx="47022" cy="21078"/>
            </a:xfrm>
            <a:custGeom>
              <a:avLst/>
              <a:gdLst/>
              <a:ahLst/>
              <a:cxnLst>
                <a:cxn ang="0">
                  <a:pos x="89" y="50"/>
                </a:cxn>
                <a:cxn ang="0">
                  <a:pos x="108" y="50"/>
                </a:cxn>
                <a:cxn ang="0">
                  <a:pos x="115" y="38"/>
                </a:cxn>
                <a:cxn ang="0">
                  <a:pos x="86" y="9"/>
                </a:cxn>
                <a:cxn ang="0">
                  <a:pos x="45" y="0"/>
                </a:cxn>
                <a:cxn ang="0">
                  <a:pos x="3" y="8"/>
                </a:cxn>
                <a:cxn ang="0">
                  <a:pos x="0" y="17"/>
                </a:cxn>
                <a:cxn ang="0">
                  <a:pos x="16" y="26"/>
                </a:cxn>
                <a:cxn ang="0">
                  <a:pos x="50" y="26"/>
                </a:cxn>
                <a:cxn ang="0">
                  <a:pos x="73" y="38"/>
                </a:cxn>
                <a:cxn ang="0">
                  <a:pos x="89" y="50"/>
                </a:cxn>
              </a:cxnLst>
              <a:rect l="0" t="0" r="r" b="b"/>
              <a:pathLst>
                <a:path w="115" h="50">
                  <a:moveTo>
                    <a:pt x="89" y="50"/>
                  </a:moveTo>
                  <a:lnTo>
                    <a:pt x="108" y="50"/>
                  </a:lnTo>
                  <a:lnTo>
                    <a:pt x="115" y="38"/>
                  </a:lnTo>
                  <a:lnTo>
                    <a:pt x="86" y="9"/>
                  </a:lnTo>
                  <a:lnTo>
                    <a:pt x="45" y="0"/>
                  </a:lnTo>
                  <a:lnTo>
                    <a:pt x="3" y="8"/>
                  </a:lnTo>
                  <a:lnTo>
                    <a:pt x="0" y="17"/>
                  </a:lnTo>
                  <a:lnTo>
                    <a:pt x="16" y="26"/>
                  </a:lnTo>
                  <a:lnTo>
                    <a:pt x="50" y="26"/>
                  </a:lnTo>
                  <a:lnTo>
                    <a:pt x="73" y="38"/>
                  </a:lnTo>
                  <a:lnTo>
                    <a:pt x="89" y="5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 394"/>
            <p:cNvSpPr>
              <a:spLocks/>
            </p:cNvSpPr>
            <p:nvPr/>
          </p:nvSpPr>
          <p:spPr bwMode="auto">
            <a:xfrm>
              <a:off x="2609950" y="5832772"/>
              <a:ext cx="34050" cy="24322"/>
            </a:xfrm>
            <a:custGeom>
              <a:avLst/>
              <a:gdLst/>
              <a:ahLst/>
              <a:cxnLst>
                <a:cxn ang="0">
                  <a:pos x="82" y="26"/>
                </a:cxn>
                <a:cxn ang="0">
                  <a:pos x="73" y="38"/>
                </a:cxn>
                <a:cxn ang="0">
                  <a:pos x="63" y="59"/>
                </a:cxn>
                <a:cxn ang="0">
                  <a:pos x="28" y="38"/>
                </a:cxn>
                <a:cxn ang="0">
                  <a:pos x="8" y="21"/>
                </a:cxn>
                <a:cxn ang="0">
                  <a:pos x="0" y="0"/>
                </a:cxn>
                <a:cxn ang="0">
                  <a:pos x="48" y="2"/>
                </a:cxn>
                <a:cxn ang="0">
                  <a:pos x="82" y="26"/>
                </a:cxn>
              </a:cxnLst>
              <a:rect l="0" t="0" r="r" b="b"/>
              <a:pathLst>
                <a:path w="82" h="59">
                  <a:moveTo>
                    <a:pt x="82" y="26"/>
                  </a:moveTo>
                  <a:lnTo>
                    <a:pt x="73" y="38"/>
                  </a:lnTo>
                  <a:lnTo>
                    <a:pt x="63" y="59"/>
                  </a:lnTo>
                  <a:lnTo>
                    <a:pt x="28" y="38"/>
                  </a:lnTo>
                  <a:lnTo>
                    <a:pt x="8" y="21"/>
                  </a:lnTo>
                  <a:lnTo>
                    <a:pt x="0" y="0"/>
                  </a:lnTo>
                  <a:lnTo>
                    <a:pt x="48" y="2"/>
                  </a:lnTo>
                  <a:lnTo>
                    <a:pt x="82" y="2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 395"/>
            <p:cNvSpPr>
              <a:spLocks/>
            </p:cNvSpPr>
            <p:nvPr/>
          </p:nvSpPr>
          <p:spPr bwMode="auto">
            <a:xfrm>
              <a:off x="2629409" y="5803586"/>
              <a:ext cx="21078" cy="1945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3" y="24"/>
                </a:cxn>
                <a:cxn ang="0">
                  <a:pos x="51" y="25"/>
                </a:cxn>
                <a:cxn ang="0">
                  <a:pos x="56" y="4"/>
                </a:cxn>
                <a:cxn ang="0">
                  <a:pos x="26" y="0"/>
                </a:cxn>
                <a:cxn ang="0">
                  <a:pos x="3" y="15"/>
                </a:cxn>
                <a:cxn ang="0">
                  <a:pos x="0" y="48"/>
                </a:cxn>
              </a:cxnLst>
              <a:rect l="0" t="0" r="r" b="b"/>
              <a:pathLst>
                <a:path w="56" h="48">
                  <a:moveTo>
                    <a:pt x="0" y="48"/>
                  </a:moveTo>
                  <a:lnTo>
                    <a:pt x="23" y="24"/>
                  </a:lnTo>
                  <a:lnTo>
                    <a:pt x="51" y="25"/>
                  </a:lnTo>
                  <a:lnTo>
                    <a:pt x="56" y="4"/>
                  </a:lnTo>
                  <a:lnTo>
                    <a:pt x="26" y="0"/>
                  </a:lnTo>
                  <a:lnTo>
                    <a:pt x="3" y="15"/>
                  </a:lnTo>
                  <a:lnTo>
                    <a:pt x="0" y="4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 396"/>
            <p:cNvSpPr>
              <a:spLocks/>
            </p:cNvSpPr>
            <p:nvPr/>
          </p:nvSpPr>
          <p:spPr bwMode="auto">
            <a:xfrm>
              <a:off x="2593736" y="5459839"/>
              <a:ext cx="22700" cy="48644"/>
            </a:xfrm>
            <a:custGeom>
              <a:avLst/>
              <a:gdLst/>
              <a:ahLst/>
              <a:cxnLst>
                <a:cxn ang="0">
                  <a:pos x="6" y="25"/>
                </a:cxn>
                <a:cxn ang="0">
                  <a:pos x="6" y="8"/>
                </a:cxn>
                <a:cxn ang="0">
                  <a:pos x="19" y="0"/>
                </a:cxn>
                <a:cxn ang="0">
                  <a:pos x="54" y="19"/>
                </a:cxn>
                <a:cxn ang="0">
                  <a:pos x="54" y="58"/>
                </a:cxn>
                <a:cxn ang="0">
                  <a:pos x="31" y="100"/>
                </a:cxn>
                <a:cxn ang="0">
                  <a:pos x="26" y="117"/>
                </a:cxn>
                <a:cxn ang="0">
                  <a:pos x="0" y="112"/>
                </a:cxn>
                <a:cxn ang="0">
                  <a:pos x="6" y="25"/>
                </a:cxn>
              </a:cxnLst>
              <a:rect l="0" t="0" r="r" b="b"/>
              <a:pathLst>
                <a:path w="54" h="117">
                  <a:moveTo>
                    <a:pt x="6" y="25"/>
                  </a:moveTo>
                  <a:lnTo>
                    <a:pt x="6" y="8"/>
                  </a:lnTo>
                  <a:lnTo>
                    <a:pt x="19" y="0"/>
                  </a:lnTo>
                  <a:lnTo>
                    <a:pt x="54" y="19"/>
                  </a:lnTo>
                  <a:lnTo>
                    <a:pt x="54" y="58"/>
                  </a:lnTo>
                  <a:lnTo>
                    <a:pt x="31" y="100"/>
                  </a:lnTo>
                  <a:lnTo>
                    <a:pt x="26" y="117"/>
                  </a:lnTo>
                  <a:lnTo>
                    <a:pt x="0" y="112"/>
                  </a:lnTo>
                  <a:lnTo>
                    <a:pt x="6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 397"/>
            <p:cNvSpPr>
              <a:spLocks/>
            </p:cNvSpPr>
            <p:nvPr/>
          </p:nvSpPr>
          <p:spPr bwMode="auto">
            <a:xfrm>
              <a:off x="2686158" y="5798722"/>
              <a:ext cx="42158" cy="61615"/>
            </a:xfrm>
            <a:custGeom>
              <a:avLst/>
              <a:gdLst/>
              <a:ahLst/>
              <a:cxnLst>
                <a:cxn ang="0">
                  <a:pos x="100" y="3"/>
                </a:cxn>
                <a:cxn ang="0">
                  <a:pos x="81" y="4"/>
                </a:cxn>
                <a:cxn ang="0">
                  <a:pos x="59" y="0"/>
                </a:cxn>
                <a:cxn ang="0">
                  <a:pos x="42" y="15"/>
                </a:cxn>
                <a:cxn ang="0">
                  <a:pos x="0" y="39"/>
                </a:cxn>
                <a:cxn ang="0">
                  <a:pos x="5" y="55"/>
                </a:cxn>
                <a:cxn ang="0">
                  <a:pos x="5" y="79"/>
                </a:cxn>
                <a:cxn ang="0">
                  <a:pos x="28" y="67"/>
                </a:cxn>
                <a:cxn ang="0">
                  <a:pos x="47" y="60"/>
                </a:cxn>
                <a:cxn ang="0">
                  <a:pos x="65" y="69"/>
                </a:cxn>
                <a:cxn ang="0">
                  <a:pos x="50" y="86"/>
                </a:cxn>
                <a:cxn ang="0">
                  <a:pos x="22" y="108"/>
                </a:cxn>
                <a:cxn ang="0">
                  <a:pos x="42" y="132"/>
                </a:cxn>
                <a:cxn ang="0">
                  <a:pos x="70" y="146"/>
                </a:cxn>
                <a:cxn ang="0">
                  <a:pos x="103" y="151"/>
                </a:cxn>
                <a:cxn ang="0">
                  <a:pos x="100" y="3"/>
                </a:cxn>
              </a:cxnLst>
              <a:rect l="0" t="0" r="r" b="b"/>
              <a:pathLst>
                <a:path w="103" h="151">
                  <a:moveTo>
                    <a:pt x="100" y="3"/>
                  </a:moveTo>
                  <a:lnTo>
                    <a:pt x="81" y="4"/>
                  </a:lnTo>
                  <a:lnTo>
                    <a:pt x="59" y="0"/>
                  </a:lnTo>
                  <a:lnTo>
                    <a:pt x="42" y="15"/>
                  </a:lnTo>
                  <a:lnTo>
                    <a:pt x="0" y="39"/>
                  </a:lnTo>
                  <a:lnTo>
                    <a:pt x="5" y="55"/>
                  </a:lnTo>
                  <a:lnTo>
                    <a:pt x="5" y="79"/>
                  </a:lnTo>
                  <a:lnTo>
                    <a:pt x="28" y="67"/>
                  </a:lnTo>
                  <a:lnTo>
                    <a:pt x="47" y="60"/>
                  </a:lnTo>
                  <a:lnTo>
                    <a:pt x="65" y="69"/>
                  </a:lnTo>
                  <a:lnTo>
                    <a:pt x="50" y="86"/>
                  </a:lnTo>
                  <a:lnTo>
                    <a:pt x="22" y="108"/>
                  </a:lnTo>
                  <a:lnTo>
                    <a:pt x="42" y="132"/>
                  </a:lnTo>
                  <a:lnTo>
                    <a:pt x="70" y="146"/>
                  </a:lnTo>
                  <a:lnTo>
                    <a:pt x="103" y="151"/>
                  </a:lnTo>
                  <a:lnTo>
                    <a:pt x="100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 398"/>
            <p:cNvSpPr>
              <a:spLocks/>
            </p:cNvSpPr>
            <p:nvPr/>
          </p:nvSpPr>
          <p:spPr bwMode="auto">
            <a:xfrm>
              <a:off x="2656972" y="5861959"/>
              <a:ext cx="71344" cy="11350"/>
            </a:xfrm>
            <a:custGeom>
              <a:avLst/>
              <a:gdLst/>
              <a:ahLst/>
              <a:cxnLst>
                <a:cxn ang="0">
                  <a:pos x="173" y="11"/>
                </a:cxn>
                <a:cxn ang="0">
                  <a:pos x="100" y="0"/>
                </a:cxn>
                <a:cxn ang="0">
                  <a:pos x="59" y="3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22" y="24"/>
                </a:cxn>
                <a:cxn ang="0">
                  <a:pos x="67" y="31"/>
                </a:cxn>
                <a:cxn ang="0">
                  <a:pos x="165" y="31"/>
                </a:cxn>
                <a:cxn ang="0">
                  <a:pos x="173" y="11"/>
                </a:cxn>
              </a:cxnLst>
              <a:rect l="0" t="0" r="r" b="b"/>
              <a:pathLst>
                <a:path w="173" h="31">
                  <a:moveTo>
                    <a:pt x="173" y="11"/>
                  </a:moveTo>
                  <a:lnTo>
                    <a:pt x="100" y="0"/>
                  </a:lnTo>
                  <a:lnTo>
                    <a:pt x="59" y="3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22" y="24"/>
                  </a:lnTo>
                  <a:lnTo>
                    <a:pt x="67" y="31"/>
                  </a:lnTo>
                  <a:lnTo>
                    <a:pt x="165" y="31"/>
                  </a:lnTo>
                  <a:lnTo>
                    <a:pt x="173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 399"/>
            <p:cNvSpPr>
              <a:spLocks/>
            </p:cNvSpPr>
            <p:nvPr/>
          </p:nvSpPr>
          <p:spPr bwMode="auto">
            <a:xfrm>
              <a:off x="2725073" y="5800343"/>
              <a:ext cx="89180" cy="81074"/>
            </a:xfrm>
            <a:custGeom>
              <a:avLst/>
              <a:gdLst/>
              <a:ahLst/>
              <a:cxnLst>
                <a:cxn ang="0">
                  <a:pos x="0" y="183"/>
                </a:cxn>
                <a:cxn ang="0">
                  <a:pos x="37" y="185"/>
                </a:cxn>
                <a:cxn ang="0">
                  <a:pos x="88" y="195"/>
                </a:cxn>
                <a:cxn ang="0">
                  <a:pos x="135" y="197"/>
                </a:cxn>
                <a:cxn ang="0">
                  <a:pos x="155" y="200"/>
                </a:cxn>
                <a:cxn ang="0">
                  <a:pos x="203" y="195"/>
                </a:cxn>
                <a:cxn ang="0">
                  <a:pos x="219" y="188"/>
                </a:cxn>
                <a:cxn ang="0">
                  <a:pos x="223" y="176"/>
                </a:cxn>
                <a:cxn ang="0">
                  <a:pos x="158" y="164"/>
                </a:cxn>
                <a:cxn ang="0">
                  <a:pos x="123" y="150"/>
                </a:cxn>
                <a:cxn ang="0">
                  <a:pos x="73" y="117"/>
                </a:cxn>
                <a:cxn ang="0">
                  <a:pos x="62" y="87"/>
                </a:cxn>
                <a:cxn ang="0">
                  <a:pos x="31" y="16"/>
                </a:cxn>
                <a:cxn ang="0">
                  <a:pos x="5" y="0"/>
                </a:cxn>
                <a:cxn ang="0">
                  <a:pos x="8" y="148"/>
                </a:cxn>
                <a:cxn ang="0">
                  <a:pos x="45" y="156"/>
                </a:cxn>
                <a:cxn ang="0">
                  <a:pos x="40" y="167"/>
                </a:cxn>
                <a:cxn ang="0">
                  <a:pos x="8" y="163"/>
                </a:cxn>
                <a:cxn ang="0">
                  <a:pos x="0" y="183"/>
                </a:cxn>
              </a:cxnLst>
              <a:rect l="0" t="0" r="r" b="b"/>
              <a:pathLst>
                <a:path w="223" h="200">
                  <a:moveTo>
                    <a:pt x="0" y="183"/>
                  </a:moveTo>
                  <a:lnTo>
                    <a:pt x="37" y="185"/>
                  </a:lnTo>
                  <a:lnTo>
                    <a:pt x="88" y="195"/>
                  </a:lnTo>
                  <a:lnTo>
                    <a:pt x="135" y="197"/>
                  </a:lnTo>
                  <a:lnTo>
                    <a:pt x="155" y="200"/>
                  </a:lnTo>
                  <a:lnTo>
                    <a:pt x="203" y="195"/>
                  </a:lnTo>
                  <a:lnTo>
                    <a:pt x="219" y="188"/>
                  </a:lnTo>
                  <a:lnTo>
                    <a:pt x="223" y="176"/>
                  </a:lnTo>
                  <a:lnTo>
                    <a:pt x="158" y="164"/>
                  </a:lnTo>
                  <a:lnTo>
                    <a:pt x="123" y="150"/>
                  </a:lnTo>
                  <a:lnTo>
                    <a:pt x="73" y="117"/>
                  </a:lnTo>
                  <a:lnTo>
                    <a:pt x="62" y="87"/>
                  </a:lnTo>
                  <a:lnTo>
                    <a:pt x="31" y="16"/>
                  </a:lnTo>
                  <a:lnTo>
                    <a:pt x="5" y="0"/>
                  </a:lnTo>
                  <a:lnTo>
                    <a:pt x="8" y="148"/>
                  </a:lnTo>
                  <a:lnTo>
                    <a:pt x="45" y="156"/>
                  </a:lnTo>
                  <a:lnTo>
                    <a:pt x="40" y="167"/>
                  </a:lnTo>
                  <a:lnTo>
                    <a:pt x="8" y="163"/>
                  </a:lnTo>
                  <a:lnTo>
                    <a:pt x="0" y="18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 400"/>
            <p:cNvSpPr>
              <a:spLocks/>
            </p:cNvSpPr>
            <p:nvPr/>
          </p:nvSpPr>
          <p:spPr bwMode="auto">
            <a:xfrm>
              <a:off x="2608329" y="4897195"/>
              <a:ext cx="483193" cy="890177"/>
            </a:xfrm>
            <a:custGeom>
              <a:avLst/>
              <a:gdLst/>
              <a:ahLst/>
              <a:cxnLst>
                <a:cxn ang="0">
                  <a:pos x="301" y="2181"/>
                </a:cxn>
                <a:cxn ang="0">
                  <a:pos x="266" y="2119"/>
                </a:cxn>
                <a:cxn ang="0">
                  <a:pos x="301" y="2036"/>
                </a:cxn>
                <a:cxn ang="0">
                  <a:pos x="356" y="2000"/>
                </a:cxn>
                <a:cxn ang="0">
                  <a:pos x="384" y="1928"/>
                </a:cxn>
                <a:cxn ang="0">
                  <a:pos x="441" y="1866"/>
                </a:cxn>
                <a:cxn ang="0">
                  <a:pos x="466" y="1788"/>
                </a:cxn>
                <a:cxn ang="0">
                  <a:pos x="362" y="1723"/>
                </a:cxn>
                <a:cxn ang="0">
                  <a:pos x="404" y="1669"/>
                </a:cxn>
                <a:cxn ang="0">
                  <a:pos x="494" y="1636"/>
                </a:cxn>
                <a:cxn ang="0">
                  <a:pos x="494" y="1535"/>
                </a:cxn>
                <a:cxn ang="0">
                  <a:pos x="542" y="1459"/>
                </a:cxn>
                <a:cxn ang="0">
                  <a:pos x="587" y="1417"/>
                </a:cxn>
                <a:cxn ang="0">
                  <a:pos x="519" y="1412"/>
                </a:cxn>
                <a:cxn ang="0">
                  <a:pos x="542" y="1299"/>
                </a:cxn>
                <a:cxn ang="0">
                  <a:pos x="677" y="1314"/>
                </a:cxn>
                <a:cxn ang="0">
                  <a:pos x="710" y="1168"/>
                </a:cxn>
                <a:cxn ang="0">
                  <a:pos x="890" y="1139"/>
                </a:cxn>
                <a:cxn ang="0">
                  <a:pos x="991" y="1043"/>
                </a:cxn>
                <a:cxn ang="0">
                  <a:pos x="980" y="948"/>
                </a:cxn>
                <a:cxn ang="0">
                  <a:pos x="946" y="862"/>
                </a:cxn>
                <a:cxn ang="0">
                  <a:pos x="913" y="767"/>
                </a:cxn>
                <a:cxn ang="0">
                  <a:pos x="946" y="584"/>
                </a:cxn>
                <a:cxn ang="0">
                  <a:pos x="1019" y="481"/>
                </a:cxn>
                <a:cxn ang="0">
                  <a:pos x="1182" y="331"/>
                </a:cxn>
                <a:cxn ang="0">
                  <a:pos x="1137" y="245"/>
                </a:cxn>
                <a:cxn ang="0">
                  <a:pos x="1005" y="345"/>
                </a:cxn>
                <a:cxn ang="0">
                  <a:pos x="974" y="239"/>
                </a:cxn>
                <a:cxn ang="0">
                  <a:pos x="849" y="157"/>
                </a:cxn>
                <a:cxn ang="0">
                  <a:pos x="723" y="82"/>
                </a:cxn>
                <a:cxn ang="0">
                  <a:pos x="613" y="26"/>
                </a:cxn>
                <a:cxn ang="0">
                  <a:pos x="560" y="45"/>
                </a:cxn>
                <a:cxn ang="0">
                  <a:pos x="498" y="26"/>
                </a:cxn>
                <a:cxn ang="0">
                  <a:pos x="368" y="57"/>
                </a:cxn>
                <a:cxn ang="0">
                  <a:pos x="339" y="155"/>
                </a:cxn>
                <a:cxn ang="0">
                  <a:pos x="323" y="326"/>
                </a:cxn>
                <a:cxn ang="0">
                  <a:pos x="216" y="519"/>
                </a:cxn>
                <a:cxn ang="0">
                  <a:pos x="221" y="837"/>
                </a:cxn>
                <a:cxn ang="0">
                  <a:pos x="154" y="1028"/>
                </a:cxn>
                <a:cxn ang="0">
                  <a:pos x="103" y="1296"/>
                </a:cxn>
                <a:cxn ang="0">
                  <a:pos x="101" y="1518"/>
                </a:cxn>
                <a:cxn ang="0">
                  <a:pos x="106" y="1657"/>
                </a:cxn>
                <a:cxn ang="0">
                  <a:pos x="103" y="1795"/>
                </a:cxn>
                <a:cxn ang="0">
                  <a:pos x="76" y="1904"/>
                </a:cxn>
                <a:cxn ang="0">
                  <a:pos x="23" y="2067"/>
                </a:cxn>
                <a:cxn ang="0">
                  <a:pos x="78" y="2146"/>
                </a:cxn>
                <a:cxn ang="0">
                  <a:pos x="250" y="2189"/>
                </a:cxn>
              </a:cxnLst>
              <a:rect l="0" t="0" r="r" b="b"/>
              <a:pathLst>
                <a:path w="1194" h="2196">
                  <a:moveTo>
                    <a:pt x="250" y="2189"/>
                  </a:moveTo>
                  <a:lnTo>
                    <a:pt x="298" y="2196"/>
                  </a:lnTo>
                  <a:lnTo>
                    <a:pt x="301" y="2181"/>
                  </a:lnTo>
                  <a:lnTo>
                    <a:pt x="286" y="2163"/>
                  </a:lnTo>
                  <a:lnTo>
                    <a:pt x="273" y="2140"/>
                  </a:lnTo>
                  <a:lnTo>
                    <a:pt x="266" y="2119"/>
                  </a:lnTo>
                  <a:lnTo>
                    <a:pt x="281" y="2091"/>
                  </a:lnTo>
                  <a:lnTo>
                    <a:pt x="276" y="2059"/>
                  </a:lnTo>
                  <a:lnTo>
                    <a:pt x="301" y="2036"/>
                  </a:lnTo>
                  <a:lnTo>
                    <a:pt x="306" y="2008"/>
                  </a:lnTo>
                  <a:lnTo>
                    <a:pt x="331" y="2014"/>
                  </a:lnTo>
                  <a:lnTo>
                    <a:pt x="356" y="2000"/>
                  </a:lnTo>
                  <a:lnTo>
                    <a:pt x="356" y="1976"/>
                  </a:lnTo>
                  <a:lnTo>
                    <a:pt x="356" y="1940"/>
                  </a:lnTo>
                  <a:lnTo>
                    <a:pt x="384" y="1928"/>
                  </a:lnTo>
                  <a:lnTo>
                    <a:pt x="401" y="1907"/>
                  </a:lnTo>
                  <a:lnTo>
                    <a:pt x="413" y="1893"/>
                  </a:lnTo>
                  <a:lnTo>
                    <a:pt x="441" y="1866"/>
                  </a:lnTo>
                  <a:lnTo>
                    <a:pt x="464" y="1854"/>
                  </a:lnTo>
                  <a:lnTo>
                    <a:pt x="474" y="1842"/>
                  </a:lnTo>
                  <a:lnTo>
                    <a:pt x="466" y="1788"/>
                  </a:lnTo>
                  <a:lnTo>
                    <a:pt x="413" y="1785"/>
                  </a:lnTo>
                  <a:lnTo>
                    <a:pt x="387" y="1773"/>
                  </a:lnTo>
                  <a:lnTo>
                    <a:pt x="362" y="1723"/>
                  </a:lnTo>
                  <a:lnTo>
                    <a:pt x="364" y="1699"/>
                  </a:lnTo>
                  <a:lnTo>
                    <a:pt x="384" y="1674"/>
                  </a:lnTo>
                  <a:lnTo>
                    <a:pt x="404" y="1669"/>
                  </a:lnTo>
                  <a:lnTo>
                    <a:pt x="419" y="1650"/>
                  </a:lnTo>
                  <a:lnTo>
                    <a:pt x="477" y="1645"/>
                  </a:lnTo>
                  <a:lnTo>
                    <a:pt x="494" y="1636"/>
                  </a:lnTo>
                  <a:lnTo>
                    <a:pt x="494" y="1608"/>
                  </a:lnTo>
                  <a:lnTo>
                    <a:pt x="502" y="1580"/>
                  </a:lnTo>
                  <a:lnTo>
                    <a:pt x="494" y="1535"/>
                  </a:lnTo>
                  <a:lnTo>
                    <a:pt x="550" y="1493"/>
                  </a:lnTo>
                  <a:lnTo>
                    <a:pt x="531" y="1477"/>
                  </a:lnTo>
                  <a:lnTo>
                    <a:pt x="542" y="1459"/>
                  </a:lnTo>
                  <a:lnTo>
                    <a:pt x="570" y="1465"/>
                  </a:lnTo>
                  <a:lnTo>
                    <a:pt x="590" y="1462"/>
                  </a:lnTo>
                  <a:lnTo>
                    <a:pt x="587" y="1417"/>
                  </a:lnTo>
                  <a:lnTo>
                    <a:pt x="567" y="1414"/>
                  </a:lnTo>
                  <a:lnTo>
                    <a:pt x="542" y="1432"/>
                  </a:lnTo>
                  <a:lnTo>
                    <a:pt x="519" y="1412"/>
                  </a:lnTo>
                  <a:lnTo>
                    <a:pt x="509" y="1314"/>
                  </a:lnTo>
                  <a:lnTo>
                    <a:pt x="525" y="1299"/>
                  </a:lnTo>
                  <a:lnTo>
                    <a:pt x="542" y="1299"/>
                  </a:lnTo>
                  <a:lnTo>
                    <a:pt x="607" y="1334"/>
                  </a:lnTo>
                  <a:lnTo>
                    <a:pt x="652" y="1330"/>
                  </a:lnTo>
                  <a:lnTo>
                    <a:pt x="677" y="1314"/>
                  </a:lnTo>
                  <a:lnTo>
                    <a:pt x="677" y="1224"/>
                  </a:lnTo>
                  <a:lnTo>
                    <a:pt x="705" y="1196"/>
                  </a:lnTo>
                  <a:lnTo>
                    <a:pt x="710" y="1168"/>
                  </a:lnTo>
                  <a:lnTo>
                    <a:pt x="786" y="1168"/>
                  </a:lnTo>
                  <a:lnTo>
                    <a:pt x="835" y="1145"/>
                  </a:lnTo>
                  <a:lnTo>
                    <a:pt x="890" y="1139"/>
                  </a:lnTo>
                  <a:lnTo>
                    <a:pt x="933" y="1106"/>
                  </a:lnTo>
                  <a:lnTo>
                    <a:pt x="952" y="1103"/>
                  </a:lnTo>
                  <a:lnTo>
                    <a:pt x="991" y="1043"/>
                  </a:lnTo>
                  <a:lnTo>
                    <a:pt x="1019" y="998"/>
                  </a:lnTo>
                  <a:lnTo>
                    <a:pt x="983" y="968"/>
                  </a:lnTo>
                  <a:lnTo>
                    <a:pt x="980" y="948"/>
                  </a:lnTo>
                  <a:lnTo>
                    <a:pt x="1003" y="912"/>
                  </a:lnTo>
                  <a:lnTo>
                    <a:pt x="968" y="865"/>
                  </a:lnTo>
                  <a:lnTo>
                    <a:pt x="946" y="862"/>
                  </a:lnTo>
                  <a:lnTo>
                    <a:pt x="918" y="833"/>
                  </a:lnTo>
                  <a:lnTo>
                    <a:pt x="915" y="817"/>
                  </a:lnTo>
                  <a:lnTo>
                    <a:pt x="913" y="767"/>
                  </a:lnTo>
                  <a:lnTo>
                    <a:pt x="935" y="741"/>
                  </a:lnTo>
                  <a:lnTo>
                    <a:pt x="943" y="614"/>
                  </a:lnTo>
                  <a:lnTo>
                    <a:pt x="946" y="584"/>
                  </a:lnTo>
                  <a:lnTo>
                    <a:pt x="971" y="539"/>
                  </a:lnTo>
                  <a:lnTo>
                    <a:pt x="1011" y="496"/>
                  </a:lnTo>
                  <a:lnTo>
                    <a:pt x="1019" y="481"/>
                  </a:lnTo>
                  <a:lnTo>
                    <a:pt x="1070" y="429"/>
                  </a:lnTo>
                  <a:lnTo>
                    <a:pt x="1109" y="396"/>
                  </a:lnTo>
                  <a:lnTo>
                    <a:pt x="1182" y="331"/>
                  </a:lnTo>
                  <a:lnTo>
                    <a:pt x="1194" y="314"/>
                  </a:lnTo>
                  <a:lnTo>
                    <a:pt x="1162" y="247"/>
                  </a:lnTo>
                  <a:lnTo>
                    <a:pt x="1137" y="245"/>
                  </a:lnTo>
                  <a:lnTo>
                    <a:pt x="1123" y="300"/>
                  </a:lnTo>
                  <a:lnTo>
                    <a:pt x="1084" y="333"/>
                  </a:lnTo>
                  <a:lnTo>
                    <a:pt x="1005" y="345"/>
                  </a:lnTo>
                  <a:lnTo>
                    <a:pt x="941" y="343"/>
                  </a:lnTo>
                  <a:lnTo>
                    <a:pt x="911" y="332"/>
                  </a:lnTo>
                  <a:lnTo>
                    <a:pt x="974" y="239"/>
                  </a:lnTo>
                  <a:lnTo>
                    <a:pt x="976" y="214"/>
                  </a:lnTo>
                  <a:lnTo>
                    <a:pt x="941" y="182"/>
                  </a:lnTo>
                  <a:lnTo>
                    <a:pt x="849" y="157"/>
                  </a:lnTo>
                  <a:lnTo>
                    <a:pt x="801" y="122"/>
                  </a:lnTo>
                  <a:lnTo>
                    <a:pt x="756" y="127"/>
                  </a:lnTo>
                  <a:lnTo>
                    <a:pt x="723" y="82"/>
                  </a:lnTo>
                  <a:lnTo>
                    <a:pt x="686" y="39"/>
                  </a:lnTo>
                  <a:lnTo>
                    <a:pt x="656" y="22"/>
                  </a:lnTo>
                  <a:lnTo>
                    <a:pt x="613" y="26"/>
                  </a:lnTo>
                  <a:lnTo>
                    <a:pt x="580" y="14"/>
                  </a:lnTo>
                  <a:lnTo>
                    <a:pt x="560" y="22"/>
                  </a:lnTo>
                  <a:lnTo>
                    <a:pt x="560" y="45"/>
                  </a:lnTo>
                  <a:lnTo>
                    <a:pt x="552" y="62"/>
                  </a:lnTo>
                  <a:lnTo>
                    <a:pt x="521" y="62"/>
                  </a:lnTo>
                  <a:lnTo>
                    <a:pt x="498" y="26"/>
                  </a:lnTo>
                  <a:lnTo>
                    <a:pt x="449" y="2"/>
                  </a:lnTo>
                  <a:lnTo>
                    <a:pt x="421" y="0"/>
                  </a:lnTo>
                  <a:lnTo>
                    <a:pt x="368" y="57"/>
                  </a:lnTo>
                  <a:lnTo>
                    <a:pt x="384" y="104"/>
                  </a:lnTo>
                  <a:lnTo>
                    <a:pt x="371" y="143"/>
                  </a:lnTo>
                  <a:lnTo>
                    <a:pt x="339" y="155"/>
                  </a:lnTo>
                  <a:lnTo>
                    <a:pt x="311" y="177"/>
                  </a:lnTo>
                  <a:lnTo>
                    <a:pt x="317" y="300"/>
                  </a:lnTo>
                  <a:lnTo>
                    <a:pt x="323" y="326"/>
                  </a:lnTo>
                  <a:lnTo>
                    <a:pt x="269" y="381"/>
                  </a:lnTo>
                  <a:lnTo>
                    <a:pt x="224" y="483"/>
                  </a:lnTo>
                  <a:lnTo>
                    <a:pt x="216" y="519"/>
                  </a:lnTo>
                  <a:lnTo>
                    <a:pt x="196" y="629"/>
                  </a:lnTo>
                  <a:lnTo>
                    <a:pt x="228" y="747"/>
                  </a:lnTo>
                  <a:lnTo>
                    <a:pt x="221" y="837"/>
                  </a:lnTo>
                  <a:lnTo>
                    <a:pt x="183" y="890"/>
                  </a:lnTo>
                  <a:lnTo>
                    <a:pt x="188" y="948"/>
                  </a:lnTo>
                  <a:lnTo>
                    <a:pt x="154" y="1028"/>
                  </a:lnTo>
                  <a:lnTo>
                    <a:pt x="163" y="1139"/>
                  </a:lnTo>
                  <a:lnTo>
                    <a:pt x="138" y="1193"/>
                  </a:lnTo>
                  <a:lnTo>
                    <a:pt x="103" y="1296"/>
                  </a:lnTo>
                  <a:lnTo>
                    <a:pt x="113" y="1429"/>
                  </a:lnTo>
                  <a:lnTo>
                    <a:pt x="95" y="1451"/>
                  </a:lnTo>
                  <a:lnTo>
                    <a:pt x="101" y="1518"/>
                  </a:lnTo>
                  <a:lnTo>
                    <a:pt x="129" y="1605"/>
                  </a:lnTo>
                  <a:lnTo>
                    <a:pt x="98" y="1628"/>
                  </a:lnTo>
                  <a:lnTo>
                    <a:pt x="106" y="1657"/>
                  </a:lnTo>
                  <a:lnTo>
                    <a:pt x="118" y="1659"/>
                  </a:lnTo>
                  <a:lnTo>
                    <a:pt x="129" y="1771"/>
                  </a:lnTo>
                  <a:lnTo>
                    <a:pt x="103" y="1795"/>
                  </a:lnTo>
                  <a:lnTo>
                    <a:pt x="106" y="1818"/>
                  </a:lnTo>
                  <a:lnTo>
                    <a:pt x="70" y="1838"/>
                  </a:lnTo>
                  <a:lnTo>
                    <a:pt x="76" y="1904"/>
                  </a:lnTo>
                  <a:lnTo>
                    <a:pt x="15" y="1961"/>
                  </a:lnTo>
                  <a:lnTo>
                    <a:pt x="0" y="2005"/>
                  </a:lnTo>
                  <a:lnTo>
                    <a:pt x="23" y="2067"/>
                  </a:lnTo>
                  <a:lnTo>
                    <a:pt x="53" y="2067"/>
                  </a:lnTo>
                  <a:lnTo>
                    <a:pt x="70" y="2079"/>
                  </a:lnTo>
                  <a:lnTo>
                    <a:pt x="78" y="2146"/>
                  </a:lnTo>
                  <a:lnTo>
                    <a:pt x="113" y="2172"/>
                  </a:lnTo>
                  <a:lnTo>
                    <a:pt x="241" y="2175"/>
                  </a:lnTo>
                  <a:lnTo>
                    <a:pt x="250" y="218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 401"/>
            <p:cNvSpPr>
              <a:spLocks/>
            </p:cNvSpPr>
            <p:nvPr/>
          </p:nvSpPr>
          <p:spPr bwMode="auto">
            <a:xfrm>
              <a:off x="2564549" y="4791800"/>
              <a:ext cx="199439" cy="1047459"/>
            </a:xfrm>
            <a:custGeom>
              <a:avLst/>
              <a:gdLst/>
              <a:ahLst/>
              <a:cxnLst>
                <a:cxn ang="0">
                  <a:pos x="331" y="2484"/>
                </a:cxn>
                <a:cxn ang="0">
                  <a:pos x="283" y="2526"/>
                </a:cxn>
                <a:cxn ang="0">
                  <a:pos x="213" y="2586"/>
                </a:cxn>
                <a:cxn ang="0">
                  <a:pos x="233" y="2549"/>
                </a:cxn>
                <a:cxn ang="0">
                  <a:pos x="208" y="2481"/>
                </a:cxn>
                <a:cxn ang="0">
                  <a:pos x="120" y="2517"/>
                </a:cxn>
                <a:cxn ang="0">
                  <a:pos x="165" y="2451"/>
                </a:cxn>
                <a:cxn ang="0">
                  <a:pos x="130" y="2441"/>
                </a:cxn>
                <a:cxn ang="0">
                  <a:pos x="82" y="2359"/>
                </a:cxn>
                <a:cxn ang="0">
                  <a:pos x="62" y="2314"/>
                </a:cxn>
                <a:cxn ang="0">
                  <a:pos x="67" y="2195"/>
                </a:cxn>
                <a:cxn ang="0">
                  <a:pos x="62" y="2134"/>
                </a:cxn>
                <a:cxn ang="0">
                  <a:pos x="67" y="2129"/>
                </a:cxn>
                <a:cxn ang="0">
                  <a:pos x="87" y="2138"/>
                </a:cxn>
                <a:cxn ang="0">
                  <a:pos x="112" y="2112"/>
                </a:cxn>
                <a:cxn ang="0">
                  <a:pos x="62" y="2112"/>
                </a:cxn>
                <a:cxn ang="0">
                  <a:pos x="79" y="2061"/>
                </a:cxn>
                <a:cxn ang="0">
                  <a:pos x="34" y="2028"/>
                </a:cxn>
                <a:cxn ang="0">
                  <a:pos x="31" y="1998"/>
                </a:cxn>
                <a:cxn ang="0">
                  <a:pos x="77" y="2007"/>
                </a:cxn>
                <a:cxn ang="0">
                  <a:pos x="115" y="1990"/>
                </a:cxn>
                <a:cxn ang="0">
                  <a:pos x="147" y="1935"/>
                </a:cxn>
                <a:cxn ang="0">
                  <a:pos x="165" y="1866"/>
                </a:cxn>
                <a:cxn ang="0">
                  <a:pos x="163" y="1774"/>
                </a:cxn>
                <a:cxn ang="0">
                  <a:pos x="165" y="1659"/>
                </a:cxn>
                <a:cxn ang="0">
                  <a:pos x="127" y="1648"/>
                </a:cxn>
                <a:cxn ang="0">
                  <a:pos x="110" y="1502"/>
                </a:cxn>
                <a:cxn ang="0">
                  <a:pos x="112" y="1350"/>
                </a:cxn>
                <a:cxn ang="0">
                  <a:pos x="140" y="1224"/>
                </a:cxn>
                <a:cxn ang="0">
                  <a:pos x="196" y="1102"/>
                </a:cxn>
                <a:cxn ang="0">
                  <a:pos x="246" y="900"/>
                </a:cxn>
                <a:cxn ang="0">
                  <a:pos x="250" y="727"/>
                </a:cxn>
                <a:cxn ang="0">
                  <a:pos x="300" y="482"/>
                </a:cxn>
                <a:cxn ang="0">
                  <a:pos x="326" y="163"/>
                </a:cxn>
                <a:cxn ang="0">
                  <a:pos x="357" y="0"/>
                </a:cxn>
                <a:cxn ang="0">
                  <a:pos x="412" y="168"/>
                </a:cxn>
                <a:cxn ang="0">
                  <a:pos x="491" y="368"/>
                </a:cxn>
                <a:cxn ang="0">
                  <a:pos x="418" y="441"/>
                </a:cxn>
                <a:cxn ang="0">
                  <a:pos x="376" y="645"/>
                </a:cxn>
                <a:cxn ang="0">
                  <a:pos x="303" y="893"/>
                </a:cxn>
                <a:cxn ang="0">
                  <a:pos x="290" y="1154"/>
                </a:cxn>
                <a:cxn ang="0">
                  <a:pos x="270" y="1403"/>
                </a:cxn>
                <a:cxn ang="0">
                  <a:pos x="220" y="1693"/>
                </a:cxn>
                <a:cxn ang="0">
                  <a:pos x="236" y="1869"/>
                </a:cxn>
                <a:cxn ang="0">
                  <a:pos x="225" y="1923"/>
                </a:cxn>
                <a:cxn ang="0">
                  <a:pos x="213" y="2082"/>
                </a:cxn>
                <a:cxn ang="0">
                  <a:pos x="122" y="2225"/>
                </a:cxn>
                <a:cxn ang="0">
                  <a:pos x="160" y="2331"/>
                </a:cxn>
                <a:cxn ang="0">
                  <a:pos x="220" y="2436"/>
                </a:cxn>
              </a:cxnLst>
              <a:rect l="0" t="0" r="r" b="b"/>
              <a:pathLst>
                <a:path w="491" h="2586">
                  <a:moveTo>
                    <a:pt x="357" y="2453"/>
                  </a:moveTo>
                  <a:lnTo>
                    <a:pt x="348" y="2472"/>
                  </a:lnTo>
                  <a:lnTo>
                    <a:pt x="331" y="2484"/>
                  </a:lnTo>
                  <a:lnTo>
                    <a:pt x="300" y="2484"/>
                  </a:lnTo>
                  <a:lnTo>
                    <a:pt x="273" y="2501"/>
                  </a:lnTo>
                  <a:lnTo>
                    <a:pt x="283" y="2526"/>
                  </a:lnTo>
                  <a:lnTo>
                    <a:pt x="267" y="2550"/>
                  </a:lnTo>
                  <a:lnTo>
                    <a:pt x="267" y="2584"/>
                  </a:lnTo>
                  <a:lnTo>
                    <a:pt x="213" y="2586"/>
                  </a:lnTo>
                  <a:lnTo>
                    <a:pt x="185" y="2565"/>
                  </a:lnTo>
                  <a:lnTo>
                    <a:pt x="185" y="2550"/>
                  </a:lnTo>
                  <a:lnTo>
                    <a:pt x="233" y="2549"/>
                  </a:lnTo>
                  <a:lnTo>
                    <a:pt x="245" y="2531"/>
                  </a:lnTo>
                  <a:lnTo>
                    <a:pt x="242" y="2501"/>
                  </a:lnTo>
                  <a:lnTo>
                    <a:pt x="208" y="2481"/>
                  </a:lnTo>
                  <a:lnTo>
                    <a:pt x="165" y="2484"/>
                  </a:lnTo>
                  <a:lnTo>
                    <a:pt x="137" y="2514"/>
                  </a:lnTo>
                  <a:lnTo>
                    <a:pt x="120" y="2517"/>
                  </a:lnTo>
                  <a:lnTo>
                    <a:pt x="115" y="2465"/>
                  </a:lnTo>
                  <a:lnTo>
                    <a:pt x="140" y="2457"/>
                  </a:lnTo>
                  <a:lnTo>
                    <a:pt x="165" y="2451"/>
                  </a:lnTo>
                  <a:lnTo>
                    <a:pt x="160" y="2428"/>
                  </a:lnTo>
                  <a:lnTo>
                    <a:pt x="143" y="2427"/>
                  </a:lnTo>
                  <a:lnTo>
                    <a:pt x="130" y="2441"/>
                  </a:lnTo>
                  <a:lnTo>
                    <a:pt x="104" y="2428"/>
                  </a:lnTo>
                  <a:lnTo>
                    <a:pt x="104" y="2383"/>
                  </a:lnTo>
                  <a:lnTo>
                    <a:pt x="82" y="2359"/>
                  </a:lnTo>
                  <a:lnTo>
                    <a:pt x="102" y="2347"/>
                  </a:lnTo>
                  <a:lnTo>
                    <a:pt x="90" y="2321"/>
                  </a:lnTo>
                  <a:lnTo>
                    <a:pt x="62" y="2314"/>
                  </a:lnTo>
                  <a:lnTo>
                    <a:pt x="73" y="2290"/>
                  </a:lnTo>
                  <a:lnTo>
                    <a:pt x="65" y="2240"/>
                  </a:lnTo>
                  <a:lnTo>
                    <a:pt x="67" y="2195"/>
                  </a:lnTo>
                  <a:lnTo>
                    <a:pt x="73" y="2164"/>
                  </a:lnTo>
                  <a:lnTo>
                    <a:pt x="62" y="2135"/>
                  </a:lnTo>
                  <a:lnTo>
                    <a:pt x="62" y="2134"/>
                  </a:lnTo>
                  <a:lnTo>
                    <a:pt x="65" y="2131"/>
                  </a:lnTo>
                  <a:lnTo>
                    <a:pt x="66" y="2130"/>
                  </a:lnTo>
                  <a:lnTo>
                    <a:pt x="67" y="2129"/>
                  </a:lnTo>
                  <a:lnTo>
                    <a:pt x="70" y="2127"/>
                  </a:lnTo>
                  <a:lnTo>
                    <a:pt x="73" y="2129"/>
                  </a:lnTo>
                  <a:lnTo>
                    <a:pt x="87" y="2138"/>
                  </a:lnTo>
                  <a:lnTo>
                    <a:pt x="95" y="2147"/>
                  </a:lnTo>
                  <a:lnTo>
                    <a:pt x="115" y="2141"/>
                  </a:lnTo>
                  <a:lnTo>
                    <a:pt x="112" y="2112"/>
                  </a:lnTo>
                  <a:lnTo>
                    <a:pt x="99" y="2093"/>
                  </a:lnTo>
                  <a:lnTo>
                    <a:pt x="79" y="2106"/>
                  </a:lnTo>
                  <a:lnTo>
                    <a:pt x="62" y="2112"/>
                  </a:lnTo>
                  <a:lnTo>
                    <a:pt x="51" y="2102"/>
                  </a:lnTo>
                  <a:lnTo>
                    <a:pt x="59" y="2088"/>
                  </a:lnTo>
                  <a:lnTo>
                    <a:pt x="79" y="2061"/>
                  </a:lnTo>
                  <a:lnTo>
                    <a:pt x="77" y="2045"/>
                  </a:lnTo>
                  <a:lnTo>
                    <a:pt x="45" y="2037"/>
                  </a:lnTo>
                  <a:lnTo>
                    <a:pt x="34" y="2028"/>
                  </a:lnTo>
                  <a:lnTo>
                    <a:pt x="0" y="2033"/>
                  </a:lnTo>
                  <a:lnTo>
                    <a:pt x="0" y="2023"/>
                  </a:lnTo>
                  <a:lnTo>
                    <a:pt x="31" y="1998"/>
                  </a:lnTo>
                  <a:lnTo>
                    <a:pt x="37" y="1966"/>
                  </a:lnTo>
                  <a:lnTo>
                    <a:pt x="77" y="1975"/>
                  </a:lnTo>
                  <a:lnTo>
                    <a:pt x="77" y="2007"/>
                  </a:lnTo>
                  <a:lnTo>
                    <a:pt x="82" y="2025"/>
                  </a:lnTo>
                  <a:lnTo>
                    <a:pt x="99" y="2021"/>
                  </a:lnTo>
                  <a:lnTo>
                    <a:pt x="115" y="1990"/>
                  </a:lnTo>
                  <a:lnTo>
                    <a:pt x="112" y="1957"/>
                  </a:lnTo>
                  <a:lnTo>
                    <a:pt x="127" y="1942"/>
                  </a:lnTo>
                  <a:lnTo>
                    <a:pt x="147" y="1935"/>
                  </a:lnTo>
                  <a:lnTo>
                    <a:pt x="147" y="1902"/>
                  </a:lnTo>
                  <a:lnTo>
                    <a:pt x="169" y="1885"/>
                  </a:lnTo>
                  <a:lnTo>
                    <a:pt x="165" y="1866"/>
                  </a:lnTo>
                  <a:lnTo>
                    <a:pt x="143" y="1855"/>
                  </a:lnTo>
                  <a:lnTo>
                    <a:pt x="135" y="1821"/>
                  </a:lnTo>
                  <a:lnTo>
                    <a:pt x="163" y="1774"/>
                  </a:lnTo>
                  <a:lnTo>
                    <a:pt x="157" y="1711"/>
                  </a:lnTo>
                  <a:lnTo>
                    <a:pt x="175" y="1693"/>
                  </a:lnTo>
                  <a:lnTo>
                    <a:pt x="165" y="1659"/>
                  </a:lnTo>
                  <a:lnTo>
                    <a:pt x="172" y="1636"/>
                  </a:lnTo>
                  <a:lnTo>
                    <a:pt x="155" y="1631"/>
                  </a:lnTo>
                  <a:lnTo>
                    <a:pt x="127" y="1648"/>
                  </a:lnTo>
                  <a:lnTo>
                    <a:pt x="84" y="1606"/>
                  </a:lnTo>
                  <a:lnTo>
                    <a:pt x="102" y="1563"/>
                  </a:lnTo>
                  <a:lnTo>
                    <a:pt x="110" y="1502"/>
                  </a:lnTo>
                  <a:lnTo>
                    <a:pt x="130" y="1476"/>
                  </a:lnTo>
                  <a:lnTo>
                    <a:pt x="132" y="1412"/>
                  </a:lnTo>
                  <a:lnTo>
                    <a:pt x="112" y="1350"/>
                  </a:lnTo>
                  <a:lnTo>
                    <a:pt x="112" y="1282"/>
                  </a:lnTo>
                  <a:lnTo>
                    <a:pt x="135" y="1272"/>
                  </a:lnTo>
                  <a:lnTo>
                    <a:pt x="140" y="1224"/>
                  </a:lnTo>
                  <a:lnTo>
                    <a:pt x="163" y="1190"/>
                  </a:lnTo>
                  <a:lnTo>
                    <a:pt x="183" y="1151"/>
                  </a:lnTo>
                  <a:lnTo>
                    <a:pt x="196" y="1102"/>
                  </a:lnTo>
                  <a:lnTo>
                    <a:pt x="217" y="1043"/>
                  </a:lnTo>
                  <a:lnTo>
                    <a:pt x="246" y="996"/>
                  </a:lnTo>
                  <a:lnTo>
                    <a:pt x="246" y="900"/>
                  </a:lnTo>
                  <a:lnTo>
                    <a:pt x="229" y="807"/>
                  </a:lnTo>
                  <a:lnTo>
                    <a:pt x="254" y="786"/>
                  </a:lnTo>
                  <a:lnTo>
                    <a:pt x="250" y="727"/>
                  </a:lnTo>
                  <a:lnTo>
                    <a:pt x="242" y="706"/>
                  </a:lnTo>
                  <a:lnTo>
                    <a:pt x="288" y="546"/>
                  </a:lnTo>
                  <a:lnTo>
                    <a:pt x="300" y="482"/>
                  </a:lnTo>
                  <a:lnTo>
                    <a:pt x="292" y="339"/>
                  </a:lnTo>
                  <a:lnTo>
                    <a:pt x="314" y="323"/>
                  </a:lnTo>
                  <a:lnTo>
                    <a:pt x="326" y="163"/>
                  </a:lnTo>
                  <a:lnTo>
                    <a:pt x="310" y="146"/>
                  </a:lnTo>
                  <a:lnTo>
                    <a:pt x="314" y="49"/>
                  </a:lnTo>
                  <a:lnTo>
                    <a:pt x="357" y="0"/>
                  </a:lnTo>
                  <a:lnTo>
                    <a:pt x="379" y="12"/>
                  </a:lnTo>
                  <a:lnTo>
                    <a:pt x="404" y="82"/>
                  </a:lnTo>
                  <a:lnTo>
                    <a:pt x="412" y="168"/>
                  </a:lnTo>
                  <a:lnTo>
                    <a:pt x="455" y="305"/>
                  </a:lnTo>
                  <a:lnTo>
                    <a:pt x="475" y="321"/>
                  </a:lnTo>
                  <a:lnTo>
                    <a:pt x="491" y="368"/>
                  </a:lnTo>
                  <a:lnTo>
                    <a:pt x="478" y="407"/>
                  </a:lnTo>
                  <a:lnTo>
                    <a:pt x="446" y="419"/>
                  </a:lnTo>
                  <a:lnTo>
                    <a:pt x="418" y="441"/>
                  </a:lnTo>
                  <a:lnTo>
                    <a:pt x="424" y="564"/>
                  </a:lnTo>
                  <a:lnTo>
                    <a:pt x="430" y="590"/>
                  </a:lnTo>
                  <a:lnTo>
                    <a:pt x="376" y="645"/>
                  </a:lnTo>
                  <a:lnTo>
                    <a:pt x="331" y="747"/>
                  </a:lnTo>
                  <a:lnTo>
                    <a:pt x="323" y="783"/>
                  </a:lnTo>
                  <a:lnTo>
                    <a:pt x="303" y="893"/>
                  </a:lnTo>
                  <a:lnTo>
                    <a:pt x="335" y="1011"/>
                  </a:lnTo>
                  <a:lnTo>
                    <a:pt x="328" y="1101"/>
                  </a:lnTo>
                  <a:lnTo>
                    <a:pt x="290" y="1154"/>
                  </a:lnTo>
                  <a:lnTo>
                    <a:pt x="295" y="1212"/>
                  </a:lnTo>
                  <a:lnTo>
                    <a:pt x="261" y="1292"/>
                  </a:lnTo>
                  <a:lnTo>
                    <a:pt x="270" y="1403"/>
                  </a:lnTo>
                  <a:lnTo>
                    <a:pt x="245" y="1457"/>
                  </a:lnTo>
                  <a:lnTo>
                    <a:pt x="210" y="1560"/>
                  </a:lnTo>
                  <a:lnTo>
                    <a:pt x="220" y="1693"/>
                  </a:lnTo>
                  <a:lnTo>
                    <a:pt x="202" y="1715"/>
                  </a:lnTo>
                  <a:lnTo>
                    <a:pt x="208" y="1782"/>
                  </a:lnTo>
                  <a:lnTo>
                    <a:pt x="236" y="1869"/>
                  </a:lnTo>
                  <a:lnTo>
                    <a:pt x="205" y="1892"/>
                  </a:lnTo>
                  <a:lnTo>
                    <a:pt x="213" y="1921"/>
                  </a:lnTo>
                  <a:lnTo>
                    <a:pt x="225" y="1923"/>
                  </a:lnTo>
                  <a:lnTo>
                    <a:pt x="236" y="2035"/>
                  </a:lnTo>
                  <a:lnTo>
                    <a:pt x="210" y="2059"/>
                  </a:lnTo>
                  <a:lnTo>
                    <a:pt x="213" y="2082"/>
                  </a:lnTo>
                  <a:lnTo>
                    <a:pt x="177" y="2102"/>
                  </a:lnTo>
                  <a:lnTo>
                    <a:pt x="183" y="2168"/>
                  </a:lnTo>
                  <a:lnTo>
                    <a:pt x="122" y="2225"/>
                  </a:lnTo>
                  <a:lnTo>
                    <a:pt x="107" y="2269"/>
                  </a:lnTo>
                  <a:lnTo>
                    <a:pt x="130" y="2331"/>
                  </a:lnTo>
                  <a:lnTo>
                    <a:pt x="160" y="2331"/>
                  </a:lnTo>
                  <a:lnTo>
                    <a:pt x="177" y="2343"/>
                  </a:lnTo>
                  <a:lnTo>
                    <a:pt x="185" y="2410"/>
                  </a:lnTo>
                  <a:lnTo>
                    <a:pt x="220" y="2436"/>
                  </a:lnTo>
                  <a:lnTo>
                    <a:pt x="348" y="2439"/>
                  </a:lnTo>
                  <a:lnTo>
                    <a:pt x="357" y="245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 402"/>
            <p:cNvSpPr>
              <a:spLocks/>
            </p:cNvSpPr>
            <p:nvPr/>
          </p:nvSpPr>
          <p:spPr bwMode="auto">
            <a:xfrm>
              <a:off x="2488341" y="4065390"/>
              <a:ext cx="285375" cy="382662"/>
            </a:xfrm>
            <a:custGeom>
              <a:avLst/>
              <a:gdLst/>
              <a:ahLst/>
              <a:cxnLst>
                <a:cxn ang="0">
                  <a:pos x="491" y="943"/>
                </a:cxn>
                <a:cxn ang="0">
                  <a:pos x="453" y="860"/>
                </a:cxn>
                <a:cxn ang="0">
                  <a:pos x="233" y="735"/>
                </a:cxn>
                <a:cxn ang="0">
                  <a:pos x="160" y="745"/>
                </a:cxn>
                <a:cxn ang="0">
                  <a:pos x="84" y="727"/>
                </a:cxn>
                <a:cxn ang="0">
                  <a:pos x="42" y="722"/>
                </a:cxn>
                <a:cxn ang="0">
                  <a:pos x="0" y="663"/>
                </a:cxn>
                <a:cxn ang="0">
                  <a:pos x="31" y="570"/>
                </a:cxn>
                <a:cxn ang="0">
                  <a:pos x="79" y="549"/>
                </a:cxn>
                <a:cxn ang="0">
                  <a:pos x="104" y="497"/>
                </a:cxn>
                <a:cxn ang="0">
                  <a:pos x="87" y="402"/>
                </a:cxn>
                <a:cxn ang="0">
                  <a:pos x="76" y="293"/>
                </a:cxn>
                <a:cxn ang="0">
                  <a:pos x="131" y="257"/>
                </a:cxn>
                <a:cxn ang="0">
                  <a:pos x="139" y="211"/>
                </a:cxn>
                <a:cxn ang="0">
                  <a:pos x="177" y="149"/>
                </a:cxn>
                <a:cxn ang="0">
                  <a:pos x="210" y="98"/>
                </a:cxn>
                <a:cxn ang="0">
                  <a:pos x="261" y="85"/>
                </a:cxn>
                <a:cxn ang="0">
                  <a:pos x="388" y="31"/>
                </a:cxn>
                <a:cxn ang="0">
                  <a:pos x="434" y="0"/>
                </a:cxn>
                <a:cxn ang="0">
                  <a:pos x="455" y="28"/>
                </a:cxn>
                <a:cxn ang="0">
                  <a:pos x="357" y="100"/>
                </a:cxn>
                <a:cxn ang="0">
                  <a:pos x="348" y="203"/>
                </a:cxn>
                <a:cxn ang="0">
                  <a:pos x="368" y="270"/>
                </a:cxn>
                <a:cxn ang="0">
                  <a:pos x="531" y="331"/>
                </a:cxn>
                <a:cxn ang="0">
                  <a:pos x="629" y="363"/>
                </a:cxn>
                <a:cxn ang="0">
                  <a:pos x="651" y="447"/>
                </a:cxn>
                <a:cxn ang="0">
                  <a:pos x="669" y="529"/>
                </a:cxn>
                <a:cxn ang="0">
                  <a:pos x="682" y="579"/>
                </a:cxn>
                <a:cxn ang="0">
                  <a:pos x="699" y="667"/>
                </a:cxn>
                <a:cxn ang="0">
                  <a:pos x="626" y="618"/>
                </a:cxn>
                <a:cxn ang="0">
                  <a:pos x="523" y="649"/>
                </a:cxn>
                <a:cxn ang="0">
                  <a:pos x="551" y="710"/>
                </a:cxn>
                <a:cxn ang="0">
                  <a:pos x="533" y="772"/>
                </a:cxn>
                <a:cxn ang="0">
                  <a:pos x="528" y="943"/>
                </a:cxn>
              </a:cxnLst>
              <a:rect l="0" t="0" r="r" b="b"/>
              <a:pathLst>
                <a:path w="702" h="943">
                  <a:moveTo>
                    <a:pt x="528" y="943"/>
                  </a:moveTo>
                  <a:lnTo>
                    <a:pt x="491" y="943"/>
                  </a:lnTo>
                  <a:lnTo>
                    <a:pt x="506" y="885"/>
                  </a:lnTo>
                  <a:lnTo>
                    <a:pt x="453" y="860"/>
                  </a:lnTo>
                  <a:lnTo>
                    <a:pt x="328" y="868"/>
                  </a:lnTo>
                  <a:lnTo>
                    <a:pt x="233" y="735"/>
                  </a:lnTo>
                  <a:lnTo>
                    <a:pt x="177" y="730"/>
                  </a:lnTo>
                  <a:lnTo>
                    <a:pt x="160" y="745"/>
                  </a:lnTo>
                  <a:lnTo>
                    <a:pt x="129" y="727"/>
                  </a:lnTo>
                  <a:lnTo>
                    <a:pt x="84" y="727"/>
                  </a:lnTo>
                  <a:lnTo>
                    <a:pt x="64" y="735"/>
                  </a:lnTo>
                  <a:lnTo>
                    <a:pt x="42" y="722"/>
                  </a:lnTo>
                  <a:lnTo>
                    <a:pt x="45" y="694"/>
                  </a:lnTo>
                  <a:lnTo>
                    <a:pt x="0" y="663"/>
                  </a:lnTo>
                  <a:lnTo>
                    <a:pt x="2" y="610"/>
                  </a:lnTo>
                  <a:lnTo>
                    <a:pt x="31" y="570"/>
                  </a:lnTo>
                  <a:lnTo>
                    <a:pt x="62" y="565"/>
                  </a:lnTo>
                  <a:lnTo>
                    <a:pt x="79" y="549"/>
                  </a:lnTo>
                  <a:lnTo>
                    <a:pt x="79" y="529"/>
                  </a:lnTo>
                  <a:lnTo>
                    <a:pt x="104" y="497"/>
                  </a:lnTo>
                  <a:lnTo>
                    <a:pt x="95" y="459"/>
                  </a:lnTo>
                  <a:lnTo>
                    <a:pt x="87" y="402"/>
                  </a:lnTo>
                  <a:lnTo>
                    <a:pt x="87" y="335"/>
                  </a:lnTo>
                  <a:lnTo>
                    <a:pt x="76" y="293"/>
                  </a:lnTo>
                  <a:lnTo>
                    <a:pt x="110" y="289"/>
                  </a:lnTo>
                  <a:lnTo>
                    <a:pt x="131" y="257"/>
                  </a:lnTo>
                  <a:lnTo>
                    <a:pt x="148" y="241"/>
                  </a:lnTo>
                  <a:lnTo>
                    <a:pt x="139" y="211"/>
                  </a:lnTo>
                  <a:lnTo>
                    <a:pt x="177" y="178"/>
                  </a:lnTo>
                  <a:lnTo>
                    <a:pt x="177" y="149"/>
                  </a:lnTo>
                  <a:lnTo>
                    <a:pt x="206" y="135"/>
                  </a:lnTo>
                  <a:lnTo>
                    <a:pt x="210" y="98"/>
                  </a:lnTo>
                  <a:lnTo>
                    <a:pt x="231" y="72"/>
                  </a:lnTo>
                  <a:lnTo>
                    <a:pt x="261" y="85"/>
                  </a:lnTo>
                  <a:lnTo>
                    <a:pt x="278" y="68"/>
                  </a:lnTo>
                  <a:lnTo>
                    <a:pt x="388" y="31"/>
                  </a:lnTo>
                  <a:lnTo>
                    <a:pt x="396" y="0"/>
                  </a:lnTo>
                  <a:lnTo>
                    <a:pt x="434" y="0"/>
                  </a:lnTo>
                  <a:lnTo>
                    <a:pt x="459" y="10"/>
                  </a:lnTo>
                  <a:lnTo>
                    <a:pt x="455" y="28"/>
                  </a:lnTo>
                  <a:lnTo>
                    <a:pt x="416" y="35"/>
                  </a:lnTo>
                  <a:lnTo>
                    <a:pt x="357" y="100"/>
                  </a:lnTo>
                  <a:lnTo>
                    <a:pt x="325" y="183"/>
                  </a:lnTo>
                  <a:lnTo>
                    <a:pt x="348" y="203"/>
                  </a:lnTo>
                  <a:lnTo>
                    <a:pt x="378" y="243"/>
                  </a:lnTo>
                  <a:lnTo>
                    <a:pt x="368" y="270"/>
                  </a:lnTo>
                  <a:lnTo>
                    <a:pt x="396" y="309"/>
                  </a:lnTo>
                  <a:lnTo>
                    <a:pt x="531" y="331"/>
                  </a:lnTo>
                  <a:lnTo>
                    <a:pt x="553" y="354"/>
                  </a:lnTo>
                  <a:lnTo>
                    <a:pt x="629" y="363"/>
                  </a:lnTo>
                  <a:lnTo>
                    <a:pt x="657" y="388"/>
                  </a:lnTo>
                  <a:lnTo>
                    <a:pt x="651" y="447"/>
                  </a:lnTo>
                  <a:lnTo>
                    <a:pt x="641" y="474"/>
                  </a:lnTo>
                  <a:lnTo>
                    <a:pt x="669" y="529"/>
                  </a:lnTo>
                  <a:lnTo>
                    <a:pt x="654" y="565"/>
                  </a:lnTo>
                  <a:lnTo>
                    <a:pt x="682" y="579"/>
                  </a:lnTo>
                  <a:lnTo>
                    <a:pt x="702" y="612"/>
                  </a:lnTo>
                  <a:lnTo>
                    <a:pt x="699" y="667"/>
                  </a:lnTo>
                  <a:lnTo>
                    <a:pt x="663" y="652"/>
                  </a:lnTo>
                  <a:lnTo>
                    <a:pt x="626" y="618"/>
                  </a:lnTo>
                  <a:lnTo>
                    <a:pt x="528" y="629"/>
                  </a:lnTo>
                  <a:lnTo>
                    <a:pt x="523" y="649"/>
                  </a:lnTo>
                  <a:lnTo>
                    <a:pt x="568" y="685"/>
                  </a:lnTo>
                  <a:lnTo>
                    <a:pt x="551" y="710"/>
                  </a:lnTo>
                  <a:lnTo>
                    <a:pt x="526" y="708"/>
                  </a:lnTo>
                  <a:lnTo>
                    <a:pt x="533" y="772"/>
                  </a:lnTo>
                  <a:lnTo>
                    <a:pt x="556" y="792"/>
                  </a:lnTo>
                  <a:lnTo>
                    <a:pt x="528" y="94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 403"/>
            <p:cNvSpPr>
              <a:spLocks/>
            </p:cNvSpPr>
            <p:nvPr/>
          </p:nvSpPr>
          <p:spPr bwMode="auto">
            <a:xfrm>
              <a:off x="2332683" y="4096198"/>
              <a:ext cx="82694" cy="63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9" y="4"/>
                </a:cxn>
                <a:cxn ang="0">
                  <a:pos x="103" y="8"/>
                </a:cxn>
                <a:cxn ang="0">
                  <a:pos x="135" y="21"/>
                </a:cxn>
                <a:cxn ang="0">
                  <a:pos x="202" y="76"/>
                </a:cxn>
                <a:cxn ang="0">
                  <a:pos x="202" y="97"/>
                </a:cxn>
                <a:cxn ang="0">
                  <a:pos x="181" y="123"/>
                </a:cxn>
                <a:cxn ang="0">
                  <a:pos x="185" y="151"/>
                </a:cxn>
                <a:cxn ang="0">
                  <a:pos x="161" y="156"/>
                </a:cxn>
                <a:cxn ang="0">
                  <a:pos x="116" y="114"/>
                </a:cxn>
                <a:cxn ang="0">
                  <a:pos x="94" y="76"/>
                </a:cxn>
                <a:cxn ang="0">
                  <a:pos x="66" y="58"/>
                </a:cxn>
                <a:cxn ang="0">
                  <a:pos x="49" y="66"/>
                </a:cxn>
                <a:cxn ang="0">
                  <a:pos x="6" y="41"/>
                </a:cxn>
                <a:cxn ang="0">
                  <a:pos x="4" y="3"/>
                </a:cxn>
                <a:cxn ang="0">
                  <a:pos x="0" y="0"/>
                </a:cxn>
              </a:cxnLst>
              <a:rect l="0" t="0" r="r" b="b"/>
              <a:pathLst>
                <a:path w="202" h="156">
                  <a:moveTo>
                    <a:pt x="0" y="0"/>
                  </a:moveTo>
                  <a:lnTo>
                    <a:pt x="59" y="4"/>
                  </a:lnTo>
                  <a:lnTo>
                    <a:pt x="103" y="8"/>
                  </a:lnTo>
                  <a:lnTo>
                    <a:pt x="135" y="21"/>
                  </a:lnTo>
                  <a:lnTo>
                    <a:pt x="202" y="76"/>
                  </a:lnTo>
                  <a:lnTo>
                    <a:pt x="202" y="97"/>
                  </a:lnTo>
                  <a:lnTo>
                    <a:pt x="181" y="123"/>
                  </a:lnTo>
                  <a:lnTo>
                    <a:pt x="185" y="151"/>
                  </a:lnTo>
                  <a:lnTo>
                    <a:pt x="161" y="156"/>
                  </a:lnTo>
                  <a:lnTo>
                    <a:pt x="116" y="114"/>
                  </a:lnTo>
                  <a:lnTo>
                    <a:pt x="94" y="76"/>
                  </a:lnTo>
                  <a:lnTo>
                    <a:pt x="66" y="58"/>
                  </a:lnTo>
                  <a:lnTo>
                    <a:pt x="49" y="66"/>
                  </a:lnTo>
                  <a:lnTo>
                    <a:pt x="6" y="41"/>
                  </a:lnTo>
                  <a:lnTo>
                    <a:pt x="4" y="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 404"/>
            <p:cNvSpPr>
              <a:spLocks/>
            </p:cNvSpPr>
            <p:nvPr/>
          </p:nvSpPr>
          <p:spPr bwMode="auto">
            <a:xfrm>
              <a:off x="2407269" y="4135114"/>
              <a:ext cx="134581" cy="53508"/>
            </a:xfrm>
            <a:custGeom>
              <a:avLst/>
              <a:gdLst/>
              <a:ahLst/>
              <a:cxnLst>
                <a:cxn ang="0">
                  <a:pos x="333" y="83"/>
                </a:cxn>
                <a:cxn ang="0">
                  <a:pos x="312" y="115"/>
                </a:cxn>
                <a:cxn ang="0">
                  <a:pos x="278" y="119"/>
                </a:cxn>
                <a:cxn ang="0">
                  <a:pos x="252" y="96"/>
                </a:cxn>
                <a:cxn ang="0">
                  <a:pos x="239" y="51"/>
                </a:cxn>
                <a:cxn ang="0">
                  <a:pos x="204" y="34"/>
                </a:cxn>
                <a:cxn ang="0">
                  <a:pos x="174" y="46"/>
                </a:cxn>
                <a:cxn ang="0">
                  <a:pos x="149" y="54"/>
                </a:cxn>
                <a:cxn ang="0">
                  <a:pos x="141" y="74"/>
                </a:cxn>
                <a:cxn ang="0">
                  <a:pos x="151" y="102"/>
                </a:cxn>
                <a:cxn ang="0">
                  <a:pos x="109" y="132"/>
                </a:cxn>
                <a:cxn ang="0">
                  <a:pos x="90" y="114"/>
                </a:cxn>
                <a:cxn ang="0">
                  <a:pos x="56" y="99"/>
                </a:cxn>
                <a:cxn ang="0">
                  <a:pos x="53" y="79"/>
                </a:cxn>
                <a:cxn ang="0">
                  <a:pos x="4" y="54"/>
                </a:cxn>
                <a:cxn ang="0">
                  <a:pos x="0" y="26"/>
                </a:cxn>
                <a:cxn ang="0">
                  <a:pos x="21" y="0"/>
                </a:cxn>
                <a:cxn ang="0">
                  <a:pos x="68" y="37"/>
                </a:cxn>
                <a:cxn ang="0">
                  <a:pos x="93" y="41"/>
                </a:cxn>
                <a:cxn ang="0">
                  <a:pos x="143" y="16"/>
                </a:cxn>
                <a:cxn ang="0">
                  <a:pos x="176" y="4"/>
                </a:cxn>
                <a:cxn ang="0">
                  <a:pos x="223" y="8"/>
                </a:cxn>
                <a:cxn ang="0">
                  <a:pos x="265" y="37"/>
                </a:cxn>
                <a:cxn ang="0">
                  <a:pos x="300" y="71"/>
                </a:cxn>
                <a:cxn ang="0">
                  <a:pos x="333" y="83"/>
                </a:cxn>
              </a:cxnLst>
              <a:rect l="0" t="0" r="r" b="b"/>
              <a:pathLst>
                <a:path w="333" h="132">
                  <a:moveTo>
                    <a:pt x="333" y="83"/>
                  </a:moveTo>
                  <a:lnTo>
                    <a:pt x="312" y="115"/>
                  </a:lnTo>
                  <a:lnTo>
                    <a:pt x="278" y="119"/>
                  </a:lnTo>
                  <a:lnTo>
                    <a:pt x="252" y="96"/>
                  </a:lnTo>
                  <a:lnTo>
                    <a:pt x="239" y="51"/>
                  </a:lnTo>
                  <a:lnTo>
                    <a:pt x="204" y="34"/>
                  </a:lnTo>
                  <a:lnTo>
                    <a:pt x="174" y="46"/>
                  </a:lnTo>
                  <a:lnTo>
                    <a:pt x="149" y="54"/>
                  </a:lnTo>
                  <a:lnTo>
                    <a:pt x="141" y="74"/>
                  </a:lnTo>
                  <a:lnTo>
                    <a:pt x="151" y="102"/>
                  </a:lnTo>
                  <a:lnTo>
                    <a:pt x="109" y="132"/>
                  </a:lnTo>
                  <a:lnTo>
                    <a:pt x="90" y="114"/>
                  </a:lnTo>
                  <a:lnTo>
                    <a:pt x="56" y="99"/>
                  </a:lnTo>
                  <a:lnTo>
                    <a:pt x="53" y="79"/>
                  </a:lnTo>
                  <a:lnTo>
                    <a:pt x="4" y="54"/>
                  </a:lnTo>
                  <a:lnTo>
                    <a:pt x="0" y="26"/>
                  </a:lnTo>
                  <a:lnTo>
                    <a:pt x="21" y="0"/>
                  </a:lnTo>
                  <a:lnTo>
                    <a:pt x="68" y="37"/>
                  </a:lnTo>
                  <a:lnTo>
                    <a:pt x="93" y="41"/>
                  </a:lnTo>
                  <a:lnTo>
                    <a:pt x="143" y="16"/>
                  </a:lnTo>
                  <a:lnTo>
                    <a:pt x="176" y="4"/>
                  </a:lnTo>
                  <a:lnTo>
                    <a:pt x="223" y="8"/>
                  </a:lnTo>
                  <a:lnTo>
                    <a:pt x="265" y="37"/>
                  </a:lnTo>
                  <a:lnTo>
                    <a:pt x="300" y="71"/>
                  </a:lnTo>
                  <a:lnTo>
                    <a:pt x="333" y="8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 405"/>
            <p:cNvSpPr>
              <a:spLocks/>
            </p:cNvSpPr>
            <p:nvPr/>
          </p:nvSpPr>
          <p:spPr bwMode="auto">
            <a:xfrm>
              <a:off x="2978020" y="5116091"/>
              <a:ext cx="131337" cy="136203"/>
            </a:xfrm>
            <a:custGeom>
              <a:avLst/>
              <a:gdLst/>
              <a:ahLst/>
              <a:cxnLst>
                <a:cxn ang="0">
                  <a:pos x="323" y="218"/>
                </a:cxn>
                <a:cxn ang="0">
                  <a:pos x="319" y="233"/>
                </a:cxn>
                <a:cxn ang="0">
                  <a:pos x="283" y="275"/>
                </a:cxn>
                <a:cxn ang="0">
                  <a:pos x="283" y="289"/>
                </a:cxn>
                <a:cxn ang="0">
                  <a:pos x="244" y="334"/>
                </a:cxn>
                <a:cxn ang="0">
                  <a:pos x="193" y="336"/>
                </a:cxn>
                <a:cxn ang="0">
                  <a:pos x="148" y="326"/>
                </a:cxn>
                <a:cxn ang="0">
                  <a:pos x="98" y="303"/>
                </a:cxn>
                <a:cxn ang="0">
                  <a:pos x="61" y="306"/>
                </a:cxn>
                <a:cxn ang="0">
                  <a:pos x="30" y="269"/>
                </a:cxn>
                <a:cxn ang="0">
                  <a:pos x="2" y="278"/>
                </a:cxn>
                <a:cxn ang="0">
                  <a:pos x="0" y="228"/>
                </a:cxn>
                <a:cxn ang="0">
                  <a:pos x="22" y="202"/>
                </a:cxn>
                <a:cxn ang="0">
                  <a:pos x="30" y="75"/>
                </a:cxn>
                <a:cxn ang="0">
                  <a:pos x="33" y="45"/>
                </a:cxn>
                <a:cxn ang="0">
                  <a:pos x="58" y="0"/>
                </a:cxn>
                <a:cxn ang="0">
                  <a:pos x="90" y="17"/>
                </a:cxn>
                <a:cxn ang="0">
                  <a:pos x="106" y="53"/>
                </a:cxn>
                <a:cxn ang="0">
                  <a:pos x="183" y="62"/>
                </a:cxn>
                <a:cxn ang="0">
                  <a:pos x="205" y="73"/>
                </a:cxn>
                <a:cxn ang="0">
                  <a:pos x="218" y="107"/>
                </a:cxn>
                <a:cxn ang="0">
                  <a:pos x="258" y="123"/>
                </a:cxn>
                <a:cxn ang="0">
                  <a:pos x="278" y="155"/>
                </a:cxn>
                <a:cxn ang="0">
                  <a:pos x="316" y="188"/>
                </a:cxn>
                <a:cxn ang="0">
                  <a:pos x="323" y="218"/>
                </a:cxn>
              </a:cxnLst>
              <a:rect l="0" t="0" r="r" b="b"/>
              <a:pathLst>
                <a:path w="323" h="336">
                  <a:moveTo>
                    <a:pt x="323" y="218"/>
                  </a:moveTo>
                  <a:lnTo>
                    <a:pt x="319" y="233"/>
                  </a:lnTo>
                  <a:lnTo>
                    <a:pt x="283" y="275"/>
                  </a:lnTo>
                  <a:lnTo>
                    <a:pt x="283" y="289"/>
                  </a:lnTo>
                  <a:lnTo>
                    <a:pt x="244" y="334"/>
                  </a:lnTo>
                  <a:lnTo>
                    <a:pt x="193" y="336"/>
                  </a:lnTo>
                  <a:lnTo>
                    <a:pt x="148" y="326"/>
                  </a:lnTo>
                  <a:lnTo>
                    <a:pt x="98" y="303"/>
                  </a:lnTo>
                  <a:lnTo>
                    <a:pt x="61" y="306"/>
                  </a:lnTo>
                  <a:lnTo>
                    <a:pt x="30" y="269"/>
                  </a:lnTo>
                  <a:lnTo>
                    <a:pt x="2" y="278"/>
                  </a:lnTo>
                  <a:lnTo>
                    <a:pt x="0" y="228"/>
                  </a:lnTo>
                  <a:lnTo>
                    <a:pt x="22" y="202"/>
                  </a:lnTo>
                  <a:lnTo>
                    <a:pt x="30" y="75"/>
                  </a:lnTo>
                  <a:lnTo>
                    <a:pt x="33" y="45"/>
                  </a:lnTo>
                  <a:lnTo>
                    <a:pt x="58" y="0"/>
                  </a:lnTo>
                  <a:lnTo>
                    <a:pt x="90" y="17"/>
                  </a:lnTo>
                  <a:lnTo>
                    <a:pt x="106" y="53"/>
                  </a:lnTo>
                  <a:lnTo>
                    <a:pt x="183" y="62"/>
                  </a:lnTo>
                  <a:lnTo>
                    <a:pt x="205" y="73"/>
                  </a:lnTo>
                  <a:lnTo>
                    <a:pt x="218" y="107"/>
                  </a:lnTo>
                  <a:lnTo>
                    <a:pt x="258" y="123"/>
                  </a:lnTo>
                  <a:lnTo>
                    <a:pt x="278" y="155"/>
                  </a:lnTo>
                  <a:lnTo>
                    <a:pt x="316" y="188"/>
                  </a:lnTo>
                  <a:lnTo>
                    <a:pt x="323" y="21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 406"/>
            <p:cNvSpPr>
              <a:spLocks/>
            </p:cNvSpPr>
            <p:nvPr/>
          </p:nvSpPr>
          <p:spPr bwMode="auto">
            <a:xfrm>
              <a:off x="2621300" y="4070255"/>
              <a:ext cx="321047" cy="275647"/>
            </a:xfrm>
            <a:custGeom>
              <a:avLst/>
              <a:gdLst/>
              <a:ahLst/>
              <a:cxnLst>
                <a:cxn ang="0">
                  <a:pos x="377" y="599"/>
                </a:cxn>
                <a:cxn ang="0">
                  <a:pos x="329" y="552"/>
                </a:cxn>
                <a:cxn ang="0">
                  <a:pos x="316" y="461"/>
                </a:cxn>
                <a:cxn ang="0">
                  <a:pos x="332" y="375"/>
                </a:cxn>
                <a:cxn ang="0">
                  <a:pos x="228" y="341"/>
                </a:cxn>
                <a:cxn ang="0">
                  <a:pos x="71" y="296"/>
                </a:cxn>
                <a:cxn ang="0">
                  <a:pos x="53" y="230"/>
                </a:cxn>
                <a:cxn ang="0">
                  <a:pos x="0" y="170"/>
                </a:cxn>
                <a:cxn ang="0">
                  <a:pos x="91" y="22"/>
                </a:cxn>
                <a:cxn ang="0">
                  <a:pos x="92" y="43"/>
                </a:cxn>
                <a:cxn ang="0">
                  <a:pos x="92" y="93"/>
                </a:cxn>
                <a:cxn ang="0">
                  <a:pos x="92" y="182"/>
                </a:cxn>
                <a:cxn ang="0">
                  <a:pos x="130" y="126"/>
                </a:cxn>
                <a:cxn ang="0">
                  <a:pos x="126" y="59"/>
                </a:cxn>
                <a:cxn ang="0">
                  <a:pos x="185" y="0"/>
                </a:cxn>
                <a:cxn ang="0">
                  <a:pos x="223" y="26"/>
                </a:cxn>
                <a:cxn ang="0">
                  <a:pos x="291" y="47"/>
                </a:cxn>
                <a:cxn ang="0">
                  <a:pos x="430" y="93"/>
                </a:cxn>
                <a:cxn ang="0">
                  <a:pos x="492" y="118"/>
                </a:cxn>
                <a:cxn ang="0">
                  <a:pos x="560" y="80"/>
                </a:cxn>
                <a:cxn ang="0">
                  <a:pos x="623" y="85"/>
                </a:cxn>
                <a:cxn ang="0">
                  <a:pos x="699" y="130"/>
                </a:cxn>
                <a:cxn ang="0">
                  <a:pos x="766" y="190"/>
                </a:cxn>
                <a:cxn ang="0">
                  <a:pos x="791" y="255"/>
                </a:cxn>
                <a:cxn ang="0">
                  <a:pos x="753" y="299"/>
                </a:cxn>
                <a:cxn ang="0">
                  <a:pos x="766" y="322"/>
                </a:cxn>
                <a:cxn ang="0">
                  <a:pos x="732" y="362"/>
                </a:cxn>
                <a:cxn ang="0">
                  <a:pos x="742" y="408"/>
                </a:cxn>
                <a:cxn ang="0">
                  <a:pos x="635" y="499"/>
                </a:cxn>
                <a:cxn ang="0">
                  <a:pos x="529" y="461"/>
                </a:cxn>
                <a:cxn ang="0">
                  <a:pos x="542" y="504"/>
                </a:cxn>
                <a:cxn ang="0">
                  <a:pos x="582" y="571"/>
                </a:cxn>
                <a:cxn ang="0">
                  <a:pos x="587" y="611"/>
                </a:cxn>
                <a:cxn ang="0">
                  <a:pos x="431" y="679"/>
                </a:cxn>
              </a:cxnLst>
              <a:rect l="0" t="0" r="r" b="b"/>
              <a:pathLst>
                <a:path w="795" h="679">
                  <a:moveTo>
                    <a:pt x="374" y="654"/>
                  </a:moveTo>
                  <a:lnTo>
                    <a:pt x="377" y="599"/>
                  </a:lnTo>
                  <a:lnTo>
                    <a:pt x="357" y="566"/>
                  </a:lnTo>
                  <a:lnTo>
                    <a:pt x="329" y="552"/>
                  </a:lnTo>
                  <a:lnTo>
                    <a:pt x="344" y="516"/>
                  </a:lnTo>
                  <a:lnTo>
                    <a:pt x="316" y="461"/>
                  </a:lnTo>
                  <a:lnTo>
                    <a:pt x="326" y="434"/>
                  </a:lnTo>
                  <a:lnTo>
                    <a:pt x="332" y="375"/>
                  </a:lnTo>
                  <a:lnTo>
                    <a:pt x="304" y="350"/>
                  </a:lnTo>
                  <a:lnTo>
                    <a:pt x="228" y="341"/>
                  </a:lnTo>
                  <a:lnTo>
                    <a:pt x="206" y="318"/>
                  </a:lnTo>
                  <a:lnTo>
                    <a:pt x="71" y="296"/>
                  </a:lnTo>
                  <a:lnTo>
                    <a:pt x="43" y="257"/>
                  </a:lnTo>
                  <a:lnTo>
                    <a:pt x="53" y="230"/>
                  </a:lnTo>
                  <a:lnTo>
                    <a:pt x="23" y="190"/>
                  </a:lnTo>
                  <a:lnTo>
                    <a:pt x="0" y="170"/>
                  </a:lnTo>
                  <a:lnTo>
                    <a:pt x="32" y="87"/>
                  </a:lnTo>
                  <a:lnTo>
                    <a:pt x="91" y="22"/>
                  </a:lnTo>
                  <a:lnTo>
                    <a:pt x="130" y="15"/>
                  </a:lnTo>
                  <a:lnTo>
                    <a:pt x="92" y="43"/>
                  </a:lnTo>
                  <a:lnTo>
                    <a:pt x="84" y="72"/>
                  </a:lnTo>
                  <a:lnTo>
                    <a:pt x="92" y="93"/>
                  </a:lnTo>
                  <a:lnTo>
                    <a:pt x="75" y="136"/>
                  </a:lnTo>
                  <a:lnTo>
                    <a:pt x="92" y="182"/>
                  </a:lnTo>
                  <a:lnTo>
                    <a:pt x="130" y="169"/>
                  </a:lnTo>
                  <a:lnTo>
                    <a:pt x="130" y="126"/>
                  </a:lnTo>
                  <a:lnTo>
                    <a:pt x="113" y="89"/>
                  </a:lnTo>
                  <a:lnTo>
                    <a:pt x="126" y="59"/>
                  </a:lnTo>
                  <a:lnTo>
                    <a:pt x="193" y="43"/>
                  </a:lnTo>
                  <a:lnTo>
                    <a:pt x="185" y="0"/>
                  </a:lnTo>
                  <a:lnTo>
                    <a:pt x="206" y="4"/>
                  </a:lnTo>
                  <a:lnTo>
                    <a:pt x="223" y="26"/>
                  </a:lnTo>
                  <a:lnTo>
                    <a:pt x="248" y="26"/>
                  </a:lnTo>
                  <a:lnTo>
                    <a:pt x="291" y="47"/>
                  </a:lnTo>
                  <a:lnTo>
                    <a:pt x="291" y="80"/>
                  </a:lnTo>
                  <a:lnTo>
                    <a:pt x="430" y="93"/>
                  </a:lnTo>
                  <a:lnTo>
                    <a:pt x="455" y="110"/>
                  </a:lnTo>
                  <a:lnTo>
                    <a:pt x="492" y="118"/>
                  </a:lnTo>
                  <a:lnTo>
                    <a:pt x="522" y="110"/>
                  </a:lnTo>
                  <a:lnTo>
                    <a:pt x="560" y="80"/>
                  </a:lnTo>
                  <a:lnTo>
                    <a:pt x="585" y="76"/>
                  </a:lnTo>
                  <a:lnTo>
                    <a:pt x="623" y="85"/>
                  </a:lnTo>
                  <a:lnTo>
                    <a:pt x="656" y="136"/>
                  </a:lnTo>
                  <a:lnTo>
                    <a:pt x="699" y="130"/>
                  </a:lnTo>
                  <a:lnTo>
                    <a:pt x="745" y="161"/>
                  </a:lnTo>
                  <a:lnTo>
                    <a:pt x="766" y="190"/>
                  </a:lnTo>
                  <a:lnTo>
                    <a:pt x="795" y="212"/>
                  </a:lnTo>
                  <a:lnTo>
                    <a:pt x="791" y="255"/>
                  </a:lnTo>
                  <a:lnTo>
                    <a:pt x="756" y="269"/>
                  </a:lnTo>
                  <a:lnTo>
                    <a:pt x="753" y="299"/>
                  </a:lnTo>
                  <a:lnTo>
                    <a:pt x="770" y="306"/>
                  </a:lnTo>
                  <a:lnTo>
                    <a:pt x="766" y="322"/>
                  </a:lnTo>
                  <a:lnTo>
                    <a:pt x="732" y="332"/>
                  </a:lnTo>
                  <a:lnTo>
                    <a:pt x="732" y="362"/>
                  </a:lnTo>
                  <a:lnTo>
                    <a:pt x="730" y="398"/>
                  </a:lnTo>
                  <a:lnTo>
                    <a:pt x="742" y="408"/>
                  </a:lnTo>
                  <a:lnTo>
                    <a:pt x="728" y="465"/>
                  </a:lnTo>
                  <a:lnTo>
                    <a:pt x="635" y="499"/>
                  </a:lnTo>
                  <a:lnTo>
                    <a:pt x="567" y="459"/>
                  </a:lnTo>
                  <a:lnTo>
                    <a:pt x="529" y="461"/>
                  </a:lnTo>
                  <a:lnTo>
                    <a:pt x="524" y="493"/>
                  </a:lnTo>
                  <a:lnTo>
                    <a:pt x="542" y="504"/>
                  </a:lnTo>
                  <a:lnTo>
                    <a:pt x="540" y="577"/>
                  </a:lnTo>
                  <a:lnTo>
                    <a:pt x="582" y="571"/>
                  </a:lnTo>
                  <a:lnTo>
                    <a:pt x="594" y="586"/>
                  </a:lnTo>
                  <a:lnTo>
                    <a:pt x="587" y="611"/>
                  </a:lnTo>
                  <a:lnTo>
                    <a:pt x="475" y="664"/>
                  </a:lnTo>
                  <a:lnTo>
                    <a:pt x="431" y="679"/>
                  </a:lnTo>
                  <a:lnTo>
                    <a:pt x="374" y="6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 408"/>
            <p:cNvSpPr>
              <a:spLocks/>
            </p:cNvSpPr>
            <p:nvPr/>
          </p:nvSpPr>
          <p:spPr bwMode="auto">
            <a:xfrm>
              <a:off x="7693206" y="4516152"/>
              <a:ext cx="29185" cy="27564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68" y="22"/>
                </a:cxn>
                <a:cxn ang="0">
                  <a:pos x="70" y="61"/>
                </a:cxn>
                <a:cxn ang="0">
                  <a:pos x="3" y="67"/>
                </a:cxn>
                <a:cxn ang="0">
                  <a:pos x="0" y="50"/>
                </a:cxn>
                <a:cxn ang="0">
                  <a:pos x="25" y="5"/>
                </a:cxn>
                <a:cxn ang="0">
                  <a:pos x="57" y="0"/>
                </a:cxn>
              </a:cxnLst>
              <a:rect l="0" t="0" r="r" b="b"/>
              <a:pathLst>
                <a:path w="70" h="67">
                  <a:moveTo>
                    <a:pt x="57" y="0"/>
                  </a:moveTo>
                  <a:lnTo>
                    <a:pt x="68" y="22"/>
                  </a:lnTo>
                  <a:lnTo>
                    <a:pt x="70" y="61"/>
                  </a:lnTo>
                  <a:lnTo>
                    <a:pt x="3" y="67"/>
                  </a:lnTo>
                  <a:lnTo>
                    <a:pt x="0" y="50"/>
                  </a:lnTo>
                  <a:lnTo>
                    <a:pt x="25" y="5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 409"/>
            <p:cNvSpPr>
              <a:spLocks/>
            </p:cNvSpPr>
            <p:nvPr/>
          </p:nvSpPr>
          <p:spPr bwMode="auto">
            <a:xfrm>
              <a:off x="7986690" y="4397788"/>
              <a:ext cx="74586" cy="5512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47" y="12"/>
                </a:cxn>
                <a:cxn ang="0">
                  <a:pos x="82" y="17"/>
                </a:cxn>
                <a:cxn ang="0">
                  <a:pos x="118" y="40"/>
                </a:cxn>
                <a:cxn ang="0">
                  <a:pos x="149" y="74"/>
                </a:cxn>
                <a:cxn ang="0">
                  <a:pos x="177" y="90"/>
                </a:cxn>
                <a:cxn ang="0">
                  <a:pos x="183" y="127"/>
                </a:cxn>
                <a:cxn ang="0">
                  <a:pos x="163" y="138"/>
                </a:cxn>
                <a:cxn ang="0">
                  <a:pos x="137" y="82"/>
                </a:cxn>
                <a:cxn ang="0">
                  <a:pos x="118" y="77"/>
                </a:cxn>
                <a:cxn ang="0">
                  <a:pos x="95" y="45"/>
                </a:cxn>
                <a:cxn ang="0">
                  <a:pos x="47" y="32"/>
                </a:cxn>
                <a:cxn ang="0">
                  <a:pos x="2" y="17"/>
                </a:cxn>
                <a:cxn ang="0">
                  <a:pos x="0" y="0"/>
                </a:cxn>
                <a:cxn ang="0">
                  <a:pos x="22" y="0"/>
                </a:cxn>
              </a:cxnLst>
              <a:rect l="0" t="0" r="r" b="b"/>
              <a:pathLst>
                <a:path w="183" h="138">
                  <a:moveTo>
                    <a:pt x="22" y="0"/>
                  </a:moveTo>
                  <a:lnTo>
                    <a:pt x="47" y="12"/>
                  </a:lnTo>
                  <a:lnTo>
                    <a:pt x="82" y="17"/>
                  </a:lnTo>
                  <a:lnTo>
                    <a:pt x="118" y="40"/>
                  </a:lnTo>
                  <a:lnTo>
                    <a:pt x="149" y="74"/>
                  </a:lnTo>
                  <a:lnTo>
                    <a:pt x="177" y="90"/>
                  </a:lnTo>
                  <a:lnTo>
                    <a:pt x="183" y="127"/>
                  </a:lnTo>
                  <a:lnTo>
                    <a:pt x="163" y="138"/>
                  </a:lnTo>
                  <a:lnTo>
                    <a:pt x="137" y="82"/>
                  </a:lnTo>
                  <a:lnTo>
                    <a:pt x="118" y="77"/>
                  </a:lnTo>
                  <a:lnTo>
                    <a:pt x="95" y="45"/>
                  </a:lnTo>
                  <a:lnTo>
                    <a:pt x="47" y="32"/>
                  </a:lnTo>
                  <a:lnTo>
                    <a:pt x="2" y="17"/>
                  </a:lnTo>
                  <a:lnTo>
                    <a:pt x="0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 410"/>
            <p:cNvSpPr>
              <a:spLocks/>
            </p:cNvSpPr>
            <p:nvPr/>
          </p:nvSpPr>
          <p:spPr bwMode="auto">
            <a:xfrm>
              <a:off x="7537547" y="4355631"/>
              <a:ext cx="241595" cy="207546"/>
            </a:xfrm>
            <a:custGeom>
              <a:avLst/>
              <a:gdLst/>
              <a:ahLst/>
              <a:cxnLst>
                <a:cxn ang="0">
                  <a:pos x="595" y="514"/>
                </a:cxn>
                <a:cxn ang="0">
                  <a:pos x="587" y="393"/>
                </a:cxn>
                <a:cxn ang="0">
                  <a:pos x="570" y="368"/>
                </a:cxn>
                <a:cxn ang="0">
                  <a:pos x="567" y="346"/>
                </a:cxn>
                <a:cxn ang="0">
                  <a:pos x="587" y="320"/>
                </a:cxn>
                <a:cxn ang="0">
                  <a:pos x="576" y="119"/>
                </a:cxn>
                <a:cxn ang="0">
                  <a:pos x="572" y="118"/>
                </a:cxn>
                <a:cxn ang="0">
                  <a:pos x="527" y="115"/>
                </a:cxn>
                <a:cxn ang="0">
                  <a:pos x="469" y="73"/>
                </a:cxn>
                <a:cxn ang="0">
                  <a:pos x="368" y="59"/>
                </a:cxn>
                <a:cxn ang="0">
                  <a:pos x="334" y="73"/>
                </a:cxn>
                <a:cxn ang="0">
                  <a:pos x="331" y="93"/>
                </a:cxn>
                <a:cxn ang="0">
                  <a:pos x="244" y="171"/>
                </a:cxn>
                <a:cxn ang="0">
                  <a:pos x="216" y="148"/>
                </a:cxn>
                <a:cxn ang="0">
                  <a:pos x="208" y="118"/>
                </a:cxn>
                <a:cxn ang="0">
                  <a:pos x="180" y="98"/>
                </a:cxn>
                <a:cxn ang="0">
                  <a:pos x="180" y="50"/>
                </a:cxn>
                <a:cxn ang="0">
                  <a:pos x="165" y="20"/>
                </a:cxn>
                <a:cxn ang="0">
                  <a:pos x="118" y="20"/>
                </a:cxn>
                <a:cxn ang="0">
                  <a:pos x="85" y="0"/>
                </a:cxn>
                <a:cxn ang="0">
                  <a:pos x="62" y="0"/>
                </a:cxn>
                <a:cxn ang="0">
                  <a:pos x="36" y="17"/>
                </a:cxn>
                <a:cxn ang="0">
                  <a:pos x="17" y="17"/>
                </a:cxn>
                <a:cxn ang="0">
                  <a:pos x="0" y="53"/>
                </a:cxn>
                <a:cxn ang="0">
                  <a:pos x="36" y="62"/>
                </a:cxn>
                <a:cxn ang="0">
                  <a:pos x="62" y="98"/>
                </a:cxn>
                <a:cxn ang="0">
                  <a:pos x="81" y="107"/>
                </a:cxn>
                <a:cxn ang="0">
                  <a:pos x="138" y="107"/>
                </a:cxn>
                <a:cxn ang="0">
                  <a:pos x="151" y="115"/>
                </a:cxn>
                <a:cxn ang="0">
                  <a:pos x="138" y="138"/>
                </a:cxn>
                <a:cxn ang="0">
                  <a:pos x="50" y="130"/>
                </a:cxn>
                <a:cxn ang="0">
                  <a:pos x="53" y="140"/>
                </a:cxn>
                <a:cxn ang="0">
                  <a:pos x="78" y="163"/>
                </a:cxn>
                <a:cxn ang="0">
                  <a:pos x="93" y="208"/>
                </a:cxn>
                <a:cxn ang="0">
                  <a:pos x="126" y="225"/>
                </a:cxn>
                <a:cxn ang="0">
                  <a:pos x="138" y="203"/>
                </a:cxn>
                <a:cxn ang="0">
                  <a:pos x="160" y="196"/>
                </a:cxn>
                <a:cxn ang="0">
                  <a:pos x="213" y="221"/>
                </a:cxn>
                <a:cxn ang="0">
                  <a:pos x="269" y="244"/>
                </a:cxn>
                <a:cxn ang="0">
                  <a:pos x="316" y="253"/>
                </a:cxn>
                <a:cxn ang="0">
                  <a:pos x="362" y="266"/>
                </a:cxn>
                <a:cxn ang="0">
                  <a:pos x="421" y="314"/>
                </a:cxn>
                <a:cxn ang="0">
                  <a:pos x="429" y="364"/>
                </a:cxn>
                <a:cxn ang="0">
                  <a:pos x="452" y="384"/>
                </a:cxn>
                <a:cxn ang="0">
                  <a:pos x="464" y="413"/>
                </a:cxn>
                <a:cxn ang="0">
                  <a:pos x="469" y="457"/>
                </a:cxn>
                <a:cxn ang="0">
                  <a:pos x="522" y="454"/>
                </a:cxn>
                <a:cxn ang="0">
                  <a:pos x="554" y="486"/>
                </a:cxn>
                <a:cxn ang="0">
                  <a:pos x="595" y="514"/>
                </a:cxn>
              </a:cxnLst>
              <a:rect l="0" t="0" r="r" b="b"/>
              <a:pathLst>
                <a:path w="595" h="514">
                  <a:moveTo>
                    <a:pt x="595" y="514"/>
                  </a:moveTo>
                  <a:lnTo>
                    <a:pt x="587" y="393"/>
                  </a:lnTo>
                  <a:lnTo>
                    <a:pt x="570" y="368"/>
                  </a:lnTo>
                  <a:lnTo>
                    <a:pt x="567" y="346"/>
                  </a:lnTo>
                  <a:lnTo>
                    <a:pt x="587" y="320"/>
                  </a:lnTo>
                  <a:lnTo>
                    <a:pt x="576" y="119"/>
                  </a:lnTo>
                  <a:lnTo>
                    <a:pt x="572" y="118"/>
                  </a:lnTo>
                  <a:lnTo>
                    <a:pt x="527" y="115"/>
                  </a:lnTo>
                  <a:lnTo>
                    <a:pt x="469" y="73"/>
                  </a:lnTo>
                  <a:lnTo>
                    <a:pt x="368" y="59"/>
                  </a:lnTo>
                  <a:lnTo>
                    <a:pt x="334" y="73"/>
                  </a:lnTo>
                  <a:lnTo>
                    <a:pt x="331" y="93"/>
                  </a:lnTo>
                  <a:lnTo>
                    <a:pt x="244" y="171"/>
                  </a:lnTo>
                  <a:lnTo>
                    <a:pt x="216" y="148"/>
                  </a:lnTo>
                  <a:lnTo>
                    <a:pt x="208" y="118"/>
                  </a:lnTo>
                  <a:lnTo>
                    <a:pt x="180" y="98"/>
                  </a:lnTo>
                  <a:lnTo>
                    <a:pt x="180" y="50"/>
                  </a:lnTo>
                  <a:lnTo>
                    <a:pt x="165" y="20"/>
                  </a:lnTo>
                  <a:lnTo>
                    <a:pt x="118" y="20"/>
                  </a:lnTo>
                  <a:lnTo>
                    <a:pt x="85" y="0"/>
                  </a:lnTo>
                  <a:lnTo>
                    <a:pt x="62" y="0"/>
                  </a:lnTo>
                  <a:lnTo>
                    <a:pt x="36" y="17"/>
                  </a:lnTo>
                  <a:lnTo>
                    <a:pt x="17" y="17"/>
                  </a:lnTo>
                  <a:lnTo>
                    <a:pt x="0" y="53"/>
                  </a:lnTo>
                  <a:lnTo>
                    <a:pt x="36" y="62"/>
                  </a:lnTo>
                  <a:lnTo>
                    <a:pt x="62" y="98"/>
                  </a:lnTo>
                  <a:lnTo>
                    <a:pt x="81" y="107"/>
                  </a:lnTo>
                  <a:lnTo>
                    <a:pt x="138" y="107"/>
                  </a:lnTo>
                  <a:lnTo>
                    <a:pt x="151" y="115"/>
                  </a:lnTo>
                  <a:lnTo>
                    <a:pt x="138" y="138"/>
                  </a:lnTo>
                  <a:lnTo>
                    <a:pt x="50" y="130"/>
                  </a:lnTo>
                  <a:lnTo>
                    <a:pt x="53" y="140"/>
                  </a:lnTo>
                  <a:lnTo>
                    <a:pt x="78" y="163"/>
                  </a:lnTo>
                  <a:lnTo>
                    <a:pt x="93" y="208"/>
                  </a:lnTo>
                  <a:lnTo>
                    <a:pt x="126" y="225"/>
                  </a:lnTo>
                  <a:lnTo>
                    <a:pt x="138" y="203"/>
                  </a:lnTo>
                  <a:lnTo>
                    <a:pt x="160" y="196"/>
                  </a:lnTo>
                  <a:lnTo>
                    <a:pt x="213" y="221"/>
                  </a:lnTo>
                  <a:lnTo>
                    <a:pt x="269" y="244"/>
                  </a:lnTo>
                  <a:lnTo>
                    <a:pt x="316" y="253"/>
                  </a:lnTo>
                  <a:lnTo>
                    <a:pt x="362" y="266"/>
                  </a:lnTo>
                  <a:lnTo>
                    <a:pt x="421" y="314"/>
                  </a:lnTo>
                  <a:lnTo>
                    <a:pt x="429" y="364"/>
                  </a:lnTo>
                  <a:lnTo>
                    <a:pt x="452" y="384"/>
                  </a:lnTo>
                  <a:lnTo>
                    <a:pt x="464" y="413"/>
                  </a:lnTo>
                  <a:lnTo>
                    <a:pt x="469" y="457"/>
                  </a:lnTo>
                  <a:lnTo>
                    <a:pt x="522" y="454"/>
                  </a:lnTo>
                  <a:lnTo>
                    <a:pt x="554" y="486"/>
                  </a:lnTo>
                  <a:lnTo>
                    <a:pt x="595" y="51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 411"/>
            <p:cNvSpPr>
              <a:spLocks/>
            </p:cNvSpPr>
            <p:nvPr/>
          </p:nvSpPr>
          <p:spPr bwMode="auto">
            <a:xfrm>
              <a:off x="7240823" y="4305365"/>
              <a:ext cx="147552" cy="173495"/>
            </a:xfrm>
            <a:custGeom>
              <a:avLst/>
              <a:gdLst/>
              <a:ahLst/>
              <a:cxnLst>
                <a:cxn ang="0">
                  <a:pos x="337" y="0"/>
                </a:cxn>
                <a:cxn ang="0">
                  <a:pos x="320" y="33"/>
                </a:cxn>
                <a:cxn ang="0">
                  <a:pos x="278" y="45"/>
                </a:cxn>
                <a:cxn ang="0">
                  <a:pos x="204" y="48"/>
                </a:cxn>
                <a:cxn ang="0">
                  <a:pos x="141" y="20"/>
                </a:cxn>
                <a:cxn ang="0">
                  <a:pos x="123" y="20"/>
                </a:cxn>
                <a:cxn ang="0">
                  <a:pos x="104" y="50"/>
                </a:cxn>
                <a:cxn ang="0">
                  <a:pos x="86" y="48"/>
                </a:cxn>
                <a:cxn ang="0">
                  <a:pos x="68" y="56"/>
                </a:cxn>
                <a:cxn ang="0">
                  <a:pos x="53" y="106"/>
                </a:cxn>
                <a:cxn ang="0">
                  <a:pos x="36" y="138"/>
                </a:cxn>
                <a:cxn ang="0">
                  <a:pos x="28" y="168"/>
                </a:cxn>
                <a:cxn ang="0">
                  <a:pos x="33" y="216"/>
                </a:cxn>
                <a:cxn ang="0">
                  <a:pos x="20" y="246"/>
                </a:cxn>
                <a:cxn ang="0">
                  <a:pos x="8" y="249"/>
                </a:cxn>
                <a:cxn ang="0">
                  <a:pos x="0" y="299"/>
                </a:cxn>
                <a:cxn ang="0">
                  <a:pos x="33" y="303"/>
                </a:cxn>
                <a:cxn ang="0">
                  <a:pos x="48" y="322"/>
                </a:cxn>
                <a:cxn ang="0">
                  <a:pos x="53" y="376"/>
                </a:cxn>
                <a:cxn ang="0">
                  <a:pos x="33" y="415"/>
                </a:cxn>
                <a:cxn ang="0">
                  <a:pos x="33" y="432"/>
                </a:cxn>
                <a:cxn ang="0">
                  <a:pos x="61" y="429"/>
                </a:cxn>
                <a:cxn ang="0">
                  <a:pos x="78" y="381"/>
                </a:cxn>
                <a:cxn ang="0">
                  <a:pos x="84" y="289"/>
                </a:cxn>
                <a:cxn ang="0">
                  <a:pos x="71" y="272"/>
                </a:cxn>
                <a:cxn ang="0">
                  <a:pos x="81" y="261"/>
                </a:cxn>
                <a:cxn ang="0">
                  <a:pos x="101" y="264"/>
                </a:cxn>
                <a:cxn ang="0">
                  <a:pos x="106" y="244"/>
                </a:cxn>
                <a:cxn ang="0">
                  <a:pos x="131" y="258"/>
                </a:cxn>
                <a:cxn ang="0">
                  <a:pos x="129" y="314"/>
                </a:cxn>
                <a:cxn ang="0">
                  <a:pos x="161" y="347"/>
                </a:cxn>
                <a:cxn ang="0">
                  <a:pos x="154" y="387"/>
                </a:cxn>
                <a:cxn ang="0">
                  <a:pos x="179" y="392"/>
                </a:cxn>
                <a:cxn ang="0">
                  <a:pos x="194" y="351"/>
                </a:cxn>
                <a:cxn ang="0">
                  <a:pos x="216" y="347"/>
                </a:cxn>
                <a:cxn ang="0">
                  <a:pos x="214" y="331"/>
                </a:cxn>
                <a:cxn ang="0">
                  <a:pos x="196" y="294"/>
                </a:cxn>
                <a:cxn ang="0">
                  <a:pos x="196" y="244"/>
                </a:cxn>
                <a:cxn ang="0">
                  <a:pos x="149" y="227"/>
                </a:cxn>
                <a:cxn ang="0">
                  <a:pos x="141" y="207"/>
                </a:cxn>
                <a:cxn ang="0">
                  <a:pos x="151" y="199"/>
                </a:cxn>
                <a:cxn ang="0">
                  <a:pos x="186" y="204"/>
                </a:cxn>
                <a:cxn ang="0">
                  <a:pos x="227" y="163"/>
                </a:cxn>
                <a:cxn ang="0">
                  <a:pos x="264" y="159"/>
                </a:cxn>
                <a:cxn ang="0">
                  <a:pos x="281" y="146"/>
                </a:cxn>
                <a:cxn ang="0">
                  <a:pos x="249" y="128"/>
                </a:cxn>
                <a:cxn ang="0">
                  <a:pos x="196" y="134"/>
                </a:cxn>
                <a:cxn ang="0">
                  <a:pos x="143" y="154"/>
                </a:cxn>
                <a:cxn ang="0">
                  <a:pos x="121" y="181"/>
                </a:cxn>
                <a:cxn ang="0">
                  <a:pos x="68" y="134"/>
                </a:cxn>
                <a:cxn ang="0">
                  <a:pos x="73" y="101"/>
                </a:cxn>
                <a:cxn ang="0">
                  <a:pos x="96" y="76"/>
                </a:cxn>
                <a:cxn ang="0">
                  <a:pos x="249" y="76"/>
                </a:cxn>
                <a:cxn ang="0">
                  <a:pos x="286" y="86"/>
                </a:cxn>
                <a:cxn ang="0">
                  <a:pos x="339" y="64"/>
                </a:cxn>
                <a:cxn ang="0">
                  <a:pos x="365" y="0"/>
                </a:cxn>
                <a:cxn ang="0">
                  <a:pos x="337" y="0"/>
                </a:cxn>
              </a:cxnLst>
              <a:rect l="0" t="0" r="r" b="b"/>
              <a:pathLst>
                <a:path w="365" h="432">
                  <a:moveTo>
                    <a:pt x="337" y="0"/>
                  </a:moveTo>
                  <a:lnTo>
                    <a:pt x="320" y="33"/>
                  </a:lnTo>
                  <a:lnTo>
                    <a:pt x="278" y="45"/>
                  </a:lnTo>
                  <a:lnTo>
                    <a:pt x="204" y="48"/>
                  </a:lnTo>
                  <a:lnTo>
                    <a:pt x="141" y="20"/>
                  </a:lnTo>
                  <a:lnTo>
                    <a:pt x="123" y="20"/>
                  </a:lnTo>
                  <a:lnTo>
                    <a:pt x="104" y="50"/>
                  </a:lnTo>
                  <a:lnTo>
                    <a:pt x="86" y="48"/>
                  </a:lnTo>
                  <a:lnTo>
                    <a:pt x="68" y="56"/>
                  </a:lnTo>
                  <a:lnTo>
                    <a:pt x="53" y="106"/>
                  </a:lnTo>
                  <a:lnTo>
                    <a:pt x="36" y="138"/>
                  </a:lnTo>
                  <a:lnTo>
                    <a:pt x="28" y="168"/>
                  </a:lnTo>
                  <a:lnTo>
                    <a:pt x="33" y="216"/>
                  </a:lnTo>
                  <a:lnTo>
                    <a:pt x="20" y="246"/>
                  </a:lnTo>
                  <a:lnTo>
                    <a:pt x="8" y="249"/>
                  </a:lnTo>
                  <a:lnTo>
                    <a:pt x="0" y="299"/>
                  </a:lnTo>
                  <a:lnTo>
                    <a:pt x="33" y="303"/>
                  </a:lnTo>
                  <a:lnTo>
                    <a:pt x="48" y="322"/>
                  </a:lnTo>
                  <a:lnTo>
                    <a:pt x="53" y="376"/>
                  </a:lnTo>
                  <a:lnTo>
                    <a:pt x="33" y="415"/>
                  </a:lnTo>
                  <a:lnTo>
                    <a:pt x="33" y="432"/>
                  </a:lnTo>
                  <a:lnTo>
                    <a:pt x="61" y="429"/>
                  </a:lnTo>
                  <a:lnTo>
                    <a:pt x="78" y="381"/>
                  </a:lnTo>
                  <a:lnTo>
                    <a:pt x="84" y="289"/>
                  </a:lnTo>
                  <a:lnTo>
                    <a:pt x="71" y="272"/>
                  </a:lnTo>
                  <a:lnTo>
                    <a:pt x="81" y="261"/>
                  </a:lnTo>
                  <a:lnTo>
                    <a:pt x="101" y="264"/>
                  </a:lnTo>
                  <a:lnTo>
                    <a:pt x="106" y="244"/>
                  </a:lnTo>
                  <a:lnTo>
                    <a:pt x="131" y="258"/>
                  </a:lnTo>
                  <a:lnTo>
                    <a:pt x="129" y="314"/>
                  </a:lnTo>
                  <a:lnTo>
                    <a:pt x="161" y="347"/>
                  </a:lnTo>
                  <a:lnTo>
                    <a:pt x="154" y="387"/>
                  </a:lnTo>
                  <a:lnTo>
                    <a:pt x="179" y="392"/>
                  </a:lnTo>
                  <a:lnTo>
                    <a:pt x="194" y="351"/>
                  </a:lnTo>
                  <a:lnTo>
                    <a:pt x="216" y="347"/>
                  </a:lnTo>
                  <a:lnTo>
                    <a:pt x="214" y="331"/>
                  </a:lnTo>
                  <a:lnTo>
                    <a:pt x="196" y="294"/>
                  </a:lnTo>
                  <a:lnTo>
                    <a:pt x="196" y="244"/>
                  </a:lnTo>
                  <a:lnTo>
                    <a:pt x="149" y="227"/>
                  </a:lnTo>
                  <a:lnTo>
                    <a:pt x="141" y="207"/>
                  </a:lnTo>
                  <a:lnTo>
                    <a:pt x="151" y="199"/>
                  </a:lnTo>
                  <a:lnTo>
                    <a:pt x="186" y="204"/>
                  </a:lnTo>
                  <a:lnTo>
                    <a:pt x="227" y="163"/>
                  </a:lnTo>
                  <a:lnTo>
                    <a:pt x="264" y="159"/>
                  </a:lnTo>
                  <a:lnTo>
                    <a:pt x="281" y="146"/>
                  </a:lnTo>
                  <a:lnTo>
                    <a:pt x="249" y="128"/>
                  </a:lnTo>
                  <a:lnTo>
                    <a:pt x="196" y="134"/>
                  </a:lnTo>
                  <a:lnTo>
                    <a:pt x="143" y="154"/>
                  </a:lnTo>
                  <a:lnTo>
                    <a:pt x="121" y="181"/>
                  </a:lnTo>
                  <a:lnTo>
                    <a:pt x="68" y="134"/>
                  </a:lnTo>
                  <a:lnTo>
                    <a:pt x="73" y="101"/>
                  </a:lnTo>
                  <a:lnTo>
                    <a:pt x="96" y="76"/>
                  </a:lnTo>
                  <a:lnTo>
                    <a:pt x="249" y="76"/>
                  </a:lnTo>
                  <a:lnTo>
                    <a:pt x="286" y="86"/>
                  </a:lnTo>
                  <a:lnTo>
                    <a:pt x="339" y="64"/>
                  </a:lnTo>
                  <a:lnTo>
                    <a:pt x="365" y="0"/>
                  </a:lnTo>
                  <a:lnTo>
                    <a:pt x="33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 412"/>
            <p:cNvSpPr>
              <a:spLocks/>
            </p:cNvSpPr>
            <p:nvPr/>
          </p:nvSpPr>
          <p:spPr bwMode="auto">
            <a:xfrm>
              <a:off x="7451611" y="4310230"/>
              <a:ext cx="30806" cy="43780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8" y="82"/>
                </a:cxn>
                <a:cxn ang="0">
                  <a:pos x="25" y="110"/>
                </a:cxn>
                <a:cxn ang="0">
                  <a:pos x="42" y="110"/>
                </a:cxn>
                <a:cxn ang="0">
                  <a:pos x="27" y="82"/>
                </a:cxn>
                <a:cxn ang="0">
                  <a:pos x="22" y="57"/>
                </a:cxn>
                <a:cxn ang="0">
                  <a:pos x="75" y="57"/>
                </a:cxn>
                <a:cxn ang="0">
                  <a:pos x="61" y="37"/>
                </a:cxn>
                <a:cxn ang="0">
                  <a:pos x="42" y="37"/>
                </a:cxn>
                <a:cxn ang="0">
                  <a:pos x="47" y="25"/>
                </a:cxn>
                <a:cxn ang="0">
                  <a:pos x="75" y="17"/>
                </a:cxn>
                <a:cxn ang="0">
                  <a:pos x="78" y="0"/>
                </a:cxn>
                <a:cxn ang="0">
                  <a:pos x="50" y="0"/>
                </a:cxn>
                <a:cxn ang="0">
                  <a:pos x="25" y="23"/>
                </a:cxn>
                <a:cxn ang="0">
                  <a:pos x="0" y="45"/>
                </a:cxn>
              </a:cxnLst>
              <a:rect l="0" t="0" r="r" b="b"/>
              <a:pathLst>
                <a:path w="78" h="110">
                  <a:moveTo>
                    <a:pt x="0" y="45"/>
                  </a:moveTo>
                  <a:lnTo>
                    <a:pt x="8" y="82"/>
                  </a:lnTo>
                  <a:lnTo>
                    <a:pt x="25" y="110"/>
                  </a:lnTo>
                  <a:lnTo>
                    <a:pt x="42" y="110"/>
                  </a:lnTo>
                  <a:lnTo>
                    <a:pt x="27" y="82"/>
                  </a:lnTo>
                  <a:lnTo>
                    <a:pt x="22" y="57"/>
                  </a:lnTo>
                  <a:lnTo>
                    <a:pt x="75" y="57"/>
                  </a:lnTo>
                  <a:lnTo>
                    <a:pt x="61" y="37"/>
                  </a:lnTo>
                  <a:lnTo>
                    <a:pt x="42" y="37"/>
                  </a:lnTo>
                  <a:lnTo>
                    <a:pt x="47" y="25"/>
                  </a:lnTo>
                  <a:lnTo>
                    <a:pt x="75" y="17"/>
                  </a:lnTo>
                  <a:lnTo>
                    <a:pt x="78" y="0"/>
                  </a:lnTo>
                  <a:lnTo>
                    <a:pt x="50" y="0"/>
                  </a:lnTo>
                  <a:lnTo>
                    <a:pt x="25" y="23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 413"/>
            <p:cNvSpPr>
              <a:spLocks/>
            </p:cNvSpPr>
            <p:nvPr/>
          </p:nvSpPr>
          <p:spPr bwMode="auto">
            <a:xfrm>
              <a:off x="7448367" y="4300501"/>
              <a:ext cx="8106" cy="17836"/>
            </a:xfrm>
            <a:custGeom>
              <a:avLst/>
              <a:gdLst/>
              <a:ahLst/>
              <a:cxnLst>
                <a:cxn ang="0">
                  <a:pos x="6" y="48"/>
                </a:cxn>
                <a:cxn ang="0">
                  <a:pos x="19" y="28"/>
                </a:cxn>
                <a:cxn ang="0">
                  <a:pos x="14" y="0"/>
                </a:cxn>
                <a:cxn ang="0">
                  <a:pos x="0" y="3"/>
                </a:cxn>
                <a:cxn ang="0">
                  <a:pos x="6" y="48"/>
                </a:cxn>
              </a:cxnLst>
              <a:rect l="0" t="0" r="r" b="b"/>
              <a:pathLst>
                <a:path w="19" h="48">
                  <a:moveTo>
                    <a:pt x="6" y="48"/>
                  </a:moveTo>
                  <a:lnTo>
                    <a:pt x="19" y="28"/>
                  </a:lnTo>
                  <a:lnTo>
                    <a:pt x="14" y="0"/>
                  </a:lnTo>
                  <a:lnTo>
                    <a:pt x="0" y="3"/>
                  </a:lnTo>
                  <a:lnTo>
                    <a:pt x="6" y="4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 414"/>
            <p:cNvSpPr>
              <a:spLocks/>
            </p:cNvSpPr>
            <p:nvPr/>
          </p:nvSpPr>
          <p:spPr bwMode="auto">
            <a:xfrm>
              <a:off x="7443503" y="4349145"/>
              <a:ext cx="12972" cy="12972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14"/>
                </a:cxn>
                <a:cxn ang="0">
                  <a:pos x="31" y="22"/>
                </a:cxn>
                <a:cxn ang="0">
                  <a:pos x="23" y="34"/>
                </a:cxn>
                <a:cxn ang="0">
                  <a:pos x="6" y="22"/>
                </a:cxn>
                <a:cxn ang="0">
                  <a:pos x="0" y="9"/>
                </a:cxn>
                <a:cxn ang="0">
                  <a:pos x="12" y="0"/>
                </a:cxn>
              </a:cxnLst>
              <a:rect l="0" t="0" r="r" b="b"/>
              <a:pathLst>
                <a:path w="31" h="34">
                  <a:moveTo>
                    <a:pt x="12" y="0"/>
                  </a:moveTo>
                  <a:lnTo>
                    <a:pt x="23" y="14"/>
                  </a:lnTo>
                  <a:lnTo>
                    <a:pt x="31" y="22"/>
                  </a:lnTo>
                  <a:lnTo>
                    <a:pt x="23" y="34"/>
                  </a:lnTo>
                  <a:lnTo>
                    <a:pt x="6" y="22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 415"/>
            <p:cNvSpPr>
              <a:spLocks/>
            </p:cNvSpPr>
            <p:nvPr/>
          </p:nvSpPr>
          <p:spPr bwMode="auto">
            <a:xfrm>
              <a:off x="7419182" y="4410759"/>
              <a:ext cx="24321" cy="16214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9" y="0"/>
                </a:cxn>
                <a:cxn ang="0">
                  <a:pos x="45" y="2"/>
                </a:cxn>
                <a:cxn ang="0">
                  <a:pos x="60" y="22"/>
                </a:cxn>
                <a:cxn ang="0">
                  <a:pos x="52" y="39"/>
                </a:cxn>
                <a:cxn ang="0">
                  <a:pos x="20" y="35"/>
                </a:cxn>
                <a:cxn ang="0">
                  <a:pos x="0" y="19"/>
                </a:cxn>
              </a:cxnLst>
              <a:rect l="0" t="0" r="r" b="b"/>
              <a:pathLst>
                <a:path w="60" h="39">
                  <a:moveTo>
                    <a:pt x="0" y="19"/>
                  </a:moveTo>
                  <a:lnTo>
                    <a:pt x="9" y="0"/>
                  </a:lnTo>
                  <a:lnTo>
                    <a:pt x="45" y="2"/>
                  </a:lnTo>
                  <a:lnTo>
                    <a:pt x="60" y="22"/>
                  </a:lnTo>
                  <a:lnTo>
                    <a:pt x="52" y="39"/>
                  </a:lnTo>
                  <a:lnTo>
                    <a:pt x="20" y="35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 416"/>
            <p:cNvSpPr>
              <a:spLocks/>
            </p:cNvSpPr>
            <p:nvPr/>
          </p:nvSpPr>
          <p:spPr bwMode="auto">
            <a:xfrm>
              <a:off x="7459718" y="4409136"/>
              <a:ext cx="74586" cy="27564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48" y="3"/>
                </a:cxn>
                <a:cxn ang="0">
                  <a:pos x="113" y="0"/>
                </a:cxn>
                <a:cxn ang="0">
                  <a:pos x="138" y="16"/>
                </a:cxn>
                <a:cxn ang="0">
                  <a:pos x="166" y="19"/>
                </a:cxn>
                <a:cxn ang="0">
                  <a:pos x="183" y="33"/>
                </a:cxn>
                <a:cxn ang="0">
                  <a:pos x="183" y="61"/>
                </a:cxn>
                <a:cxn ang="0">
                  <a:pos x="171" y="68"/>
                </a:cxn>
                <a:cxn ang="0">
                  <a:pos x="121" y="33"/>
                </a:cxn>
                <a:cxn ang="0">
                  <a:pos x="76" y="28"/>
                </a:cxn>
                <a:cxn ang="0">
                  <a:pos x="36" y="31"/>
                </a:cxn>
                <a:cxn ang="0">
                  <a:pos x="13" y="45"/>
                </a:cxn>
                <a:cxn ang="0">
                  <a:pos x="0" y="23"/>
                </a:cxn>
              </a:cxnLst>
              <a:rect l="0" t="0" r="r" b="b"/>
              <a:pathLst>
                <a:path w="183" h="68">
                  <a:moveTo>
                    <a:pt x="0" y="23"/>
                  </a:moveTo>
                  <a:lnTo>
                    <a:pt x="48" y="3"/>
                  </a:lnTo>
                  <a:lnTo>
                    <a:pt x="113" y="0"/>
                  </a:lnTo>
                  <a:lnTo>
                    <a:pt x="138" y="16"/>
                  </a:lnTo>
                  <a:lnTo>
                    <a:pt x="166" y="19"/>
                  </a:lnTo>
                  <a:lnTo>
                    <a:pt x="183" y="33"/>
                  </a:lnTo>
                  <a:lnTo>
                    <a:pt x="183" y="61"/>
                  </a:lnTo>
                  <a:lnTo>
                    <a:pt x="171" y="68"/>
                  </a:lnTo>
                  <a:lnTo>
                    <a:pt x="121" y="33"/>
                  </a:lnTo>
                  <a:lnTo>
                    <a:pt x="76" y="28"/>
                  </a:lnTo>
                  <a:lnTo>
                    <a:pt x="36" y="31"/>
                  </a:lnTo>
                  <a:lnTo>
                    <a:pt x="13" y="45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 417"/>
            <p:cNvSpPr>
              <a:spLocks/>
            </p:cNvSpPr>
            <p:nvPr/>
          </p:nvSpPr>
          <p:spPr bwMode="auto">
            <a:xfrm>
              <a:off x="7328381" y="4448052"/>
              <a:ext cx="16214" cy="30808"/>
            </a:xfrm>
            <a:custGeom>
              <a:avLst/>
              <a:gdLst/>
              <a:ahLst/>
              <a:cxnLst>
                <a:cxn ang="0">
                  <a:pos x="40" y="13"/>
                </a:cxn>
                <a:cxn ang="0">
                  <a:pos x="28" y="0"/>
                </a:cxn>
                <a:cxn ang="0">
                  <a:pos x="15" y="10"/>
                </a:cxn>
                <a:cxn ang="0">
                  <a:pos x="25" y="30"/>
                </a:cxn>
                <a:cxn ang="0">
                  <a:pos x="11" y="58"/>
                </a:cxn>
                <a:cxn ang="0">
                  <a:pos x="0" y="73"/>
                </a:cxn>
                <a:cxn ang="0">
                  <a:pos x="11" y="78"/>
                </a:cxn>
                <a:cxn ang="0">
                  <a:pos x="31" y="55"/>
                </a:cxn>
                <a:cxn ang="0">
                  <a:pos x="40" y="13"/>
                </a:cxn>
              </a:cxnLst>
              <a:rect l="0" t="0" r="r" b="b"/>
              <a:pathLst>
                <a:path w="40" h="78">
                  <a:moveTo>
                    <a:pt x="40" y="13"/>
                  </a:moveTo>
                  <a:lnTo>
                    <a:pt x="28" y="0"/>
                  </a:lnTo>
                  <a:lnTo>
                    <a:pt x="15" y="10"/>
                  </a:lnTo>
                  <a:lnTo>
                    <a:pt x="25" y="30"/>
                  </a:lnTo>
                  <a:lnTo>
                    <a:pt x="11" y="58"/>
                  </a:lnTo>
                  <a:lnTo>
                    <a:pt x="0" y="73"/>
                  </a:lnTo>
                  <a:lnTo>
                    <a:pt x="11" y="78"/>
                  </a:lnTo>
                  <a:lnTo>
                    <a:pt x="31" y="55"/>
                  </a:lnTo>
                  <a:lnTo>
                    <a:pt x="40" y="1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 418"/>
            <p:cNvSpPr>
              <a:spLocks/>
            </p:cNvSpPr>
            <p:nvPr/>
          </p:nvSpPr>
          <p:spPr bwMode="auto">
            <a:xfrm>
              <a:off x="7505119" y="4376709"/>
              <a:ext cx="17835" cy="11350"/>
            </a:xfrm>
            <a:custGeom>
              <a:avLst/>
              <a:gdLst/>
              <a:ahLst/>
              <a:cxnLst>
                <a:cxn ang="0">
                  <a:pos x="2" y="28"/>
                </a:cxn>
                <a:cxn ang="0">
                  <a:pos x="0" y="17"/>
                </a:cxn>
                <a:cxn ang="0">
                  <a:pos x="8" y="0"/>
                </a:cxn>
                <a:cxn ang="0">
                  <a:pos x="41" y="3"/>
                </a:cxn>
                <a:cxn ang="0">
                  <a:pos x="41" y="17"/>
                </a:cxn>
                <a:cxn ang="0">
                  <a:pos x="25" y="32"/>
                </a:cxn>
                <a:cxn ang="0">
                  <a:pos x="2" y="28"/>
                </a:cxn>
              </a:cxnLst>
              <a:rect l="0" t="0" r="r" b="b"/>
              <a:pathLst>
                <a:path w="41" h="32">
                  <a:moveTo>
                    <a:pt x="2" y="28"/>
                  </a:moveTo>
                  <a:lnTo>
                    <a:pt x="0" y="17"/>
                  </a:lnTo>
                  <a:lnTo>
                    <a:pt x="8" y="0"/>
                  </a:lnTo>
                  <a:lnTo>
                    <a:pt x="41" y="3"/>
                  </a:lnTo>
                  <a:lnTo>
                    <a:pt x="41" y="17"/>
                  </a:lnTo>
                  <a:lnTo>
                    <a:pt x="25" y="32"/>
                  </a:lnTo>
                  <a:lnTo>
                    <a:pt x="2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 419"/>
            <p:cNvSpPr>
              <a:spLocks/>
            </p:cNvSpPr>
            <p:nvPr/>
          </p:nvSpPr>
          <p:spPr bwMode="auto">
            <a:xfrm>
              <a:off x="7004089" y="4242129"/>
              <a:ext cx="238352" cy="194575"/>
            </a:xfrm>
            <a:custGeom>
              <a:avLst/>
              <a:gdLst/>
              <a:ahLst/>
              <a:cxnLst>
                <a:cxn ang="0">
                  <a:pos x="502" y="17"/>
                </a:cxn>
                <a:cxn ang="0">
                  <a:pos x="502" y="62"/>
                </a:cxn>
                <a:cxn ang="0">
                  <a:pos x="534" y="92"/>
                </a:cxn>
                <a:cxn ang="0">
                  <a:pos x="530" y="149"/>
                </a:cxn>
                <a:cxn ang="0">
                  <a:pos x="575" y="165"/>
                </a:cxn>
                <a:cxn ang="0">
                  <a:pos x="590" y="197"/>
                </a:cxn>
                <a:cxn ang="0">
                  <a:pos x="547" y="200"/>
                </a:cxn>
                <a:cxn ang="0">
                  <a:pos x="537" y="182"/>
                </a:cxn>
                <a:cxn ang="0">
                  <a:pos x="500" y="220"/>
                </a:cxn>
                <a:cxn ang="0">
                  <a:pos x="511" y="273"/>
                </a:cxn>
                <a:cxn ang="0">
                  <a:pos x="464" y="333"/>
                </a:cxn>
                <a:cxn ang="0">
                  <a:pos x="432" y="345"/>
                </a:cxn>
                <a:cxn ang="0">
                  <a:pos x="437" y="404"/>
                </a:cxn>
                <a:cxn ang="0">
                  <a:pos x="384" y="461"/>
                </a:cxn>
                <a:cxn ang="0">
                  <a:pos x="339" y="478"/>
                </a:cxn>
                <a:cxn ang="0">
                  <a:pos x="337" y="463"/>
                </a:cxn>
                <a:cxn ang="0">
                  <a:pos x="303" y="438"/>
                </a:cxn>
                <a:cxn ang="0">
                  <a:pos x="276" y="446"/>
                </a:cxn>
                <a:cxn ang="0">
                  <a:pos x="261" y="433"/>
                </a:cxn>
                <a:cxn ang="0">
                  <a:pos x="227" y="426"/>
                </a:cxn>
                <a:cxn ang="0">
                  <a:pos x="186" y="449"/>
                </a:cxn>
                <a:cxn ang="0">
                  <a:pos x="160" y="424"/>
                </a:cxn>
                <a:cxn ang="0">
                  <a:pos x="81" y="410"/>
                </a:cxn>
                <a:cxn ang="0">
                  <a:pos x="53" y="315"/>
                </a:cxn>
                <a:cxn ang="0">
                  <a:pos x="13" y="280"/>
                </a:cxn>
                <a:cxn ang="0">
                  <a:pos x="0" y="163"/>
                </a:cxn>
                <a:cxn ang="0">
                  <a:pos x="28" y="143"/>
                </a:cxn>
                <a:cxn ang="0">
                  <a:pos x="48" y="152"/>
                </a:cxn>
                <a:cxn ang="0">
                  <a:pos x="42" y="149"/>
                </a:cxn>
                <a:cxn ang="0">
                  <a:pos x="53" y="168"/>
                </a:cxn>
                <a:cxn ang="0">
                  <a:pos x="73" y="202"/>
                </a:cxn>
                <a:cxn ang="0">
                  <a:pos x="154" y="202"/>
                </a:cxn>
                <a:cxn ang="0">
                  <a:pos x="196" y="177"/>
                </a:cxn>
                <a:cxn ang="0">
                  <a:pos x="227" y="172"/>
                </a:cxn>
                <a:cxn ang="0">
                  <a:pos x="256" y="185"/>
                </a:cxn>
                <a:cxn ang="0">
                  <a:pos x="309" y="172"/>
                </a:cxn>
                <a:cxn ang="0">
                  <a:pos x="362" y="107"/>
                </a:cxn>
                <a:cxn ang="0">
                  <a:pos x="391" y="29"/>
                </a:cxn>
                <a:cxn ang="0">
                  <a:pos x="409" y="2"/>
                </a:cxn>
                <a:cxn ang="0">
                  <a:pos x="482" y="0"/>
                </a:cxn>
                <a:cxn ang="0">
                  <a:pos x="502" y="17"/>
                </a:cxn>
              </a:cxnLst>
              <a:rect l="0" t="0" r="r" b="b"/>
              <a:pathLst>
                <a:path w="590" h="478">
                  <a:moveTo>
                    <a:pt x="502" y="17"/>
                  </a:moveTo>
                  <a:lnTo>
                    <a:pt x="502" y="62"/>
                  </a:lnTo>
                  <a:lnTo>
                    <a:pt x="534" y="92"/>
                  </a:lnTo>
                  <a:lnTo>
                    <a:pt x="530" y="149"/>
                  </a:lnTo>
                  <a:lnTo>
                    <a:pt x="575" y="165"/>
                  </a:lnTo>
                  <a:lnTo>
                    <a:pt x="590" y="197"/>
                  </a:lnTo>
                  <a:lnTo>
                    <a:pt x="547" y="200"/>
                  </a:lnTo>
                  <a:lnTo>
                    <a:pt x="537" y="182"/>
                  </a:lnTo>
                  <a:lnTo>
                    <a:pt x="500" y="220"/>
                  </a:lnTo>
                  <a:lnTo>
                    <a:pt x="511" y="273"/>
                  </a:lnTo>
                  <a:lnTo>
                    <a:pt x="464" y="333"/>
                  </a:lnTo>
                  <a:lnTo>
                    <a:pt x="432" y="345"/>
                  </a:lnTo>
                  <a:lnTo>
                    <a:pt x="437" y="404"/>
                  </a:lnTo>
                  <a:lnTo>
                    <a:pt x="384" y="461"/>
                  </a:lnTo>
                  <a:lnTo>
                    <a:pt x="339" y="478"/>
                  </a:lnTo>
                  <a:lnTo>
                    <a:pt x="337" y="463"/>
                  </a:lnTo>
                  <a:lnTo>
                    <a:pt x="303" y="438"/>
                  </a:lnTo>
                  <a:lnTo>
                    <a:pt x="276" y="446"/>
                  </a:lnTo>
                  <a:lnTo>
                    <a:pt x="261" y="433"/>
                  </a:lnTo>
                  <a:lnTo>
                    <a:pt x="227" y="426"/>
                  </a:lnTo>
                  <a:lnTo>
                    <a:pt x="186" y="449"/>
                  </a:lnTo>
                  <a:lnTo>
                    <a:pt x="160" y="424"/>
                  </a:lnTo>
                  <a:lnTo>
                    <a:pt x="81" y="410"/>
                  </a:lnTo>
                  <a:lnTo>
                    <a:pt x="53" y="315"/>
                  </a:lnTo>
                  <a:lnTo>
                    <a:pt x="13" y="280"/>
                  </a:lnTo>
                  <a:lnTo>
                    <a:pt x="0" y="163"/>
                  </a:lnTo>
                  <a:lnTo>
                    <a:pt x="28" y="143"/>
                  </a:lnTo>
                  <a:lnTo>
                    <a:pt x="48" y="152"/>
                  </a:lnTo>
                  <a:lnTo>
                    <a:pt x="42" y="149"/>
                  </a:lnTo>
                  <a:lnTo>
                    <a:pt x="53" y="168"/>
                  </a:lnTo>
                  <a:lnTo>
                    <a:pt x="73" y="202"/>
                  </a:lnTo>
                  <a:lnTo>
                    <a:pt x="154" y="202"/>
                  </a:lnTo>
                  <a:lnTo>
                    <a:pt x="196" y="177"/>
                  </a:lnTo>
                  <a:lnTo>
                    <a:pt x="227" y="172"/>
                  </a:lnTo>
                  <a:lnTo>
                    <a:pt x="256" y="185"/>
                  </a:lnTo>
                  <a:lnTo>
                    <a:pt x="309" y="172"/>
                  </a:lnTo>
                  <a:lnTo>
                    <a:pt x="362" y="107"/>
                  </a:lnTo>
                  <a:lnTo>
                    <a:pt x="391" y="29"/>
                  </a:lnTo>
                  <a:lnTo>
                    <a:pt x="409" y="2"/>
                  </a:lnTo>
                  <a:lnTo>
                    <a:pt x="482" y="0"/>
                  </a:lnTo>
                  <a:lnTo>
                    <a:pt x="502" y="1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 420"/>
            <p:cNvSpPr>
              <a:spLocks/>
            </p:cNvSpPr>
            <p:nvPr/>
          </p:nvSpPr>
          <p:spPr bwMode="auto">
            <a:xfrm>
              <a:off x="7020304" y="4170784"/>
              <a:ext cx="227003" cy="154039"/>
            </a:xfrm>
            <a:custGeom>
              <a:avLst/>
              <a:gdLst/>
              <a:ahLst/>
              <a:cxnLst>
                <a:cxn ang="0">
                  <a:pos x="6" y="331"/>
                </a:cxn>
                <a:cxn ang="0">
                  <a:pos x="84" y="328"/>
                </a:cxn>
                <a:cxn ang="0">
                  <a:pos x="92" y="266"/>
                </a:cxn>
                <a:cxn ang="0">
                  <a:pos x="137" y="263"/>
                </a:cxn>
                <a:cxn ang="0">
                  <a:pos x="163" y="244"/>
                </a:cxn>
                <a:cxn ang="0">
                  <a:pos x="224" y="221"/>
                </a:cxn>
                <a:cxn ang="0">
                  <a:pos x="256" y="165"/>
                </a:cxn>
                <a:cxn ang="0">
                  <a:pos x="284" y="154"/>
                </a:cxn>
                <a:cxn ang="0">
                  <a:pos x="281" y="191"/>
                </a:cxn>
                <a:cxn ang="0">
                  <a:pos x="297" y="193"/>
                </a:cxn>
                <a:cxn ang="0">
                  <a:pos x="304" y="171"/>
                </a:cxn>
                <a:cxn ang="0">
                  <a:pos x="329" y="188"/>
                </a:cxn>
                <a:cxn ang="0">
                  <a:pos x="337" y="173"/>
                </a:cxn>
                <a:cxn ang="0">
                  <a:pos x="342" y="148"/>
                </a:cxn>
                <a:cxn ang="0">
                  <a:pos x="352" y="93"/>
                </a:cxn>
                <a:cxn ang="0">
                  <a:pos x="447" y="0"/>
                </a:cxn>
                <a:cxn ang="0">
                  <a:pos x="469" y="63"/>
                </a:cxn>
                <a:cxn ang="0">
                  <a:pos x="522" y="73"/>
                </a:cxn>
                <a:cxn ang="0">
                  <a:pos x="558" y="115"/>
                </a:cxn>
                <a:cxn ang="0">
                  <a:pos x="505" y="131"/>
                </a:cxn>
                <a:cxn ang="0">
                  <a:pos x="520" y="159"/>
                </a:cxn>
                <a:cxn ang="0">
                  <a:pos x="488" y="171"/>
                </a:cxn>
                <a:cxn ang="0">
                  <a:pos x="460" y="196"/>
                </a:cxn>
                <a:cxn ang="0">
                  <a:pos x="440" y="179"/>
                </a:cxn>
                <a:cxn ang="0">
                  <a:pos x="367" y="181"/>
                </a:cxn>
                <a:cxn ang="0">
                  <a:pos x="349" y="208"/>
                </a:cxn>
                <a:cxn ang="0">
                  <a:pos x="320" y="286"/>
                </a:cxn>
                <a:cxn ang="0">
                  <a:pos x="267" y="351"/>
                </a:cxn>
                <a:cxn ang="0">
                  <a:pos x="214" y="364"/>
                </a:cxn>
                <a:cxn ang="0">
                  <a:pos x="186" y="351"/>
                </a:cxn>
                <a:cxn ang="0">
                  <a:pos x="154" y="356"/>
                </a:cxn>
                <a:cxn ang="0">
                  <a:pos x="112" y="381"/>
                </a:cxn>
                <a:cxn ang="0">
                  <a:pos x="31" y="381"/>
                </a:cxn>
                <a:cxn ang="0">
                  <a:pos x="11" y="347"/>
                </a:cxn>
                <a:cxn ang="0">
                  <a:pos x="0" y="328"/>
                </a:cxn>
                <a:cxn ang="0">
                  <a:pos x="6" y="331"/>
                </a:cxn>
              </a:cxnLst>
              <a:rect l="0" t="0" r="r" b="b"/>
              <a:pathLst>
                <a:path w="558" h="381">
                  <a:moveTo>
                    <a:pt x="6" y="331"/>
                  </a:moveTo>
                  <a:lnTo>
                    <a:pt x="84" y="328"/>
                  </a:lnTo>
                  <a:lnTo>
                    <a:pt x="92" y="266"/>
                  </a:lnTo>
                  <a:lnTo>
                    <a:pt x="137" y="263"/>
                  </a:lnTo>
                  <a:lnTo>
                    <a:pt x="163" y="244"/>
                  </a:lnTo>
                  <a:lnTo>
                    <a:pt x="224" y="221"/>
                  </a:lnTo>
                  <a:lnTo>
                    <a:pt x="256" y="165"/>
                  </a:lnTo>
                  <a:lnTo>
                    <a:pt x="284" y="154"/>
                  </a:lnTo>
                  <a:lnTo>
                    <a:pt x="281" y="191"/>
                  </a:lnTo>
                  <a:lnTo>
                    <a:pt x="297" y="193"/>
                  </a:lnTo>
                  <a:lnTo>
                    <a:pt x="304" y="171"/>
                  </a:lnTo>
                  <a:lnTo>
                    <a:pt x="329" y="188"/>
                  </a:lnTo>
                  <a:lnTo>
                    <a:pt x="337" y="173"/>
                  </a:lnTo>
                  <a:lnTo>
                    <a:pt x="342" y="148"/>
                  </a:lnTo>
                  <a:lnTo>
                    <a:pt x="352" y="93"/>
                  </a:lnTo>
                  <a:lnTo>
                    <a:pt x="447" y="0"/>
                  </a:lnTo>
                  <a:lnTo>
                    <a:pt x="469" y="63"/>
                  </a:lnTo>
                  <a:lnTo>
                    <a:pt x="522" y="73"/>
                  </a:lnTo>
                  <a:lnTo>
                    <a:pt x="558" y="115"/>
                  </a:lnTo>
                  <a:lnTo>
                    <a:pt x="505" y="131"/>
                  </a:lnTo>
                  <a:lnTo>
                    <a:pt x="520" y="159"/>
                  </a:lnTo>
                  <a:lnTo>
                    <a:pt x="488" y="171"/>
                  </a:lnTo>
                  <a:lnTo>
                    <a:pt x="460" y="196"/>
                  </a:lnTo>
                  <a:lnTo>
                    <a:pt x="440" y="179"/>
                  </a:lnTo>
                  <a:lnTo>
                    <a:pt x="367" y="181"/>
                  </a:lnTo>
                  <a:lnTo>
                    <a:pt x="349" y="208"/>
                  </a:lnTo>
                  <a:lnTo>
                    <a:pt x="320" y="286"/>
                  </a:lnTo>
                  <a:lnTo>
                    <a:pt x="267" y="351"/>
                  </a:lnTo>
                  <a:lnTo>
                    <a:pt x="214" y="364"/>
                  </a:lnTo>
                  <a:lnTo>
                    <a:pt x="186" y="351"/>
                  </a:lnTo>
                  <a:lnTo>
                    <a:pt x="154" y="356"/>
                  </a:lnTo>
                  <a:lnTo>
                    <a:pt x="112" y="381"/>
                  </a:lnTo>
                  <a:lnTo>
                    <a:pt x="31" y="381"/>
                  </a:lnTo>
                  <a:lnTo>
                    <a:pt x="11" y="347"/>
                  </a:lnTo>
                  <a:lnTo>
                    <a:pt x="0" y="328"/>
                  </a:lnTo>
                  <a:lnTo>
                    <a:pt x="6" y="33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 421"/>
            <p:cNvSpPr>
              <a:spLocks/>
            </p:cNvSpPr>
            <p:nvPr/>
          </p:nvSpPr>
          <p:spPr bwMode="auto">
            <a:xfrm>
              <a:off x="5092394" y="4370222"/>
              <a:ext cx="256191" cy="269162"/>
            </a:xfrm>
            <a:custGeom>
              <a:avLst/>
              <a:gdLst/>
              <a:ahLst/>
              <a:cxnLst>
                <a:cxn ang="0">
                  <a:pos x="574" y="221"/>
                </a:cxn>
                <a:cxn ang="0">
                  <a:pos x="461" y="166"/>
                </a:cxn>
                <a:cxn ang="0">
                  <a:pos x="467" y="131"/>
                </a:cxn>
                <a:cxn ang="0">
                  <a:pos x="464" y="109"/>
                </a:cxn>
                <a:cxn ang="0">
                  <a:pos x="338" y="61"/>
                </a:cxn>
                <a:cxn ang="0">
                  <a:pos x="251" y="3"/>
                </a:cxn>
                <a:cxn ang="0">
                  <a:pos x="82" y="0"/>
                </a:cxn>
                <a:cxn ang="0">
                  <a:pos x="57" y="11"/>
                </a:cxn>
                <a:cxn ang="0">
                  <a:pos x="80" y="36"/>
                </a:cxn>
                <a:cxn ang="0">
                  <a:pos x="71" y="58"/>
                </a:cxn>
                <a:cxn ang="0">
                  <a:pos x="52" y="66"/>
                </a:cxn>
                <a:cxn ang="0">
                  <a:pos x="45" y="95"/>
                </a:cxn>
                <a:cxn ang="0">
                  <a:pos x="68" y="118"/>
                </a:cxn>
                <a:cxn ang="0">
                  <a:pos x="63" y="154"/>
                </a:cxn>
                <a:cxn ang="0">
                  <a:pos x="37" y="166"/>
                </a:cxn>
                <a:cxn ang="0">
                  <a:pos x="32" y="191"/>
                </a:cxn>
                <a:cxn ang="0">
                  <a:pos x="10" y="207"/>
                </a:cxn>
                <a:cxn ang="0">
                  <a:pos x="0" y="241"/>
                </a:cxn>
                <a:cxn ang="0">
                  <a:pos x="0" y="249"/>
                </a:cxn>
                <a:cxn ang="0">
                  <a:pos x="7" y="319"/>
                </a:cxn>
                <a:cxn ang="0">
                  <a:pos x="57" y="389"/>
                </a:cxn>
                <a:cxn ang="0">
                  <a:pos x="71" y="437"/>
                </a:cxn>
                <a:cxn ang="0">
                  <a:pos x="122" y="482"/>
                </a:cxn>
                <a:cxn ang="0">
                  <a:pos x="180" y="507"/>
                </a:cxn>
                <a:cxn ang="0">
                  <a:pos x="228" y="507"/>
                </a:cxn>
                <a:cxn ang="0">
                  <a:pos x="268" y="518"/>
                </a:cxn>
                <a:cxn ang="0">
                  <a:pos x="293" y="572"/>
                </a:cxn>
                <a:cxn ang="0">
                  <a:pos x="301" y="645"/>
                </a:cxn>
                <a:cxn ang="0">
                  <a:pos x="386" y="650"/>
                </a:cxn>
                <a:cxn ang="0">
                  <a:pos x="426" y="665"/>
                </a:cxn>
                <a:cxn ang="0">
                  <a:pos x="464" y="653"/>
                </a:cxn>
                <a:cxn ang="0">
                  <a:pos x="514" y="645"/>
                </a:cxn>
                <a:cxn ang="0">
                  <a:pos x="546" y="620"/>
                </a:cxn>
                <a:cxn ang="0">
                  <a:pos x="582" y="603"/>
                </a:cxn>
                <a:cxn ang="0">
                  <a:pos x="599" y="580"/>
                </a:cxn>
                <a:cxn ang="0">
                  <a:pos x="632" y="567"/>
                </a:cxn>
                <a:cxn ang="0">
                  <a:pos x="566" y="495"/>
                </a:cxn>
                <a:cxn ang="0">
                  <a:pos x="561" y="419"/>
                </a:cxn>
                <a:cxn ang="0">
                  <a:pos x="574" y="356"/>
                </a:cxn>
                <a:cxn ang="0">
                  <a:pos x="535" y="322"/>
                </a:cxn>
                <a:cxn ang="0">
                  <a:pos x="532" y="293"/>
                </a:cxn>
                <a:cxn ang="0">
                  <a:pos x="574" y="221"/>
                </a:cxn>
              </a:cxnLst>
              <a:rect l="0" t="0" r="r" b="b"/>
              <a:pathLst>
                <a:path w="632" h="665">
                  <a:moveTo>
                    <a:pt x="574" y="221"/>
                  </a:moveTo>
                  <a:lnTo>
                    <a:pt x="461" y="166"/>
                  </a:lnTo>
                  <a:lnTo>
                    <a:pt x="467" y="131"/>
                  </a:lnTo>
                  <a:lnTo>
                    <a:pt x="464" y="109"/>
                  </a:lnTo>
                  <a:lnTo>
                    <a:pt x="338" y="61"/>
                  </a:lnTo>
                  <a:lnTo>
                    <a:pt x="251" y="3"/>
                  </a:lnTo>
                  <a:lnTo>
                    <a:pt x="82" y="0"/>
                  </a:lnTo>
                  <a:lnTo>
                    <a:pt x="57" y="11"/>
                  </a:lnTo>
                  <a:lnTo>
                    <a:pt x="80" y="36"/>
                  </a:lnTo>
                  <a:lnTo>
                    <a:pt x="71" y="58"/>
                  </a:lnTo>
                  <a:lnTo>
                    <a:pt x="52" y="66"/>
                  </a:lnTo>
                  <a:lnTo>
                    <a:pt x="45" y="95"/>
                  </a:lnTo>
                  <a:lnTo>
                    <a:pt x="68" y="118"/>
                  </a:lnTo>
                  <a:lnTo>
                    <a:pt x="63" y="154"/>
                  </a:lnTo>
                  <a:lnTo>
                    <a:pt x="37" y="166"/>
                  </a:lnTo>
                  <a:lnTo>
                    <a:pt x="32" y="191"/>
                  </a:lnTo>
                  <a:lnTo>
                    <a:pt x="10" y="207"/>
                  </a:lnTo>
                  <a:lnTo>
                    <a:pt x="0" y="241"/>
                  </a:lnTo>
                  <a:lnTo>
                    <a:pt x="0" y="249"/>
                  </a:lnTo>
                  <a:lnTo>
                    <a:pt x="7" y="319"/>
                  </a:lnTo>
                  <a:lnTo>
                    <a:pt x="57" y="389"/>
                  </a:lnTo>
                  <a:lnTo>
                    <a:pt x="71" y="437"/>
                  </a:lnTo>
                  <a:lnTo>
                    <a:pt x="122" y="482"/>
                  </a:lnTo>
                  <a:lnTo>
                    <a:pt x="180" y="507"/>
                  </a:lnTo>
                  <a:lnTo>
                    <a:pt x="228" y="507"/>
                  </a:lnTo>
                  <a:lnTo>
                    <a:pt x="268" y="518"/>
                  </a:lnTo>
                  <a:lnTo>
                    <a:pt x="293" y="572"/>
                  </a:lnTo>
                  <a:lnTo>
                    <a:pt x="301" y="645"/>
                  </a:lnTo>
                  <a:lnTo>
                    <a:pt x="386" y="650"/>
                  </a:lnTo>
                  <a:lnTo>
                    <a:pt x="426" y="665"/>
                  </a:lnTo>
                  <a:lnTo>
                    <a:pt x="464" y="653"/>
                  </a:lnTo>
                  <a:lnTo>
                    <a:pt x="514" y="645"/>
                  </a:lnTo>
                  <a:lnTo>
                    <a:pt x="546" y="620"/>
                  </a:lnTo>
                  <a:lnTo>
                    <a:pt x="582" y="603"/>
                  </a:lnTo>
                  <a:lnTo>
                    <a:pt x="599" y="580"/>
                  </a:lnTo>
                  <a:lnTo>
                    <a:pt x="632" y="567"/>
                  </a:lnTo>
                  <a:lnTo>
                    <a:pt x="566" y="495"/>
                  </a:lnTo>
                  <a:lnTo>
                    <a:pt x="561" y="419"/>
                  </a:lnTo>
                  <a:lnTo>
                    <a:pt x="574" y="356"/>
                  </a:lnTo>
                  <a:lnTo>
                    <a:pt x="535" y="322"/>
                  </a:lnTo>
                  <a:lnTo>
                    <a:pt x="532" y="293"/>
                  </a:lnTo>
                  <a:lnTo>
                    <a:pt x="574" y="22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 422"/>
            <p:cNvSpPr>
              <a:spLocks/>
            </p:cNvSpPr>
            <p:nvPr/>
          </p:nvSpPr>
          <p:spPr bwMode="auto">
            <a:xfrm>
              <a:off x="4829721" y="3110355"/>
              <a:ext cx="115122" cy="139443"/>
            </a:xfrm>
            <a:custGeom>
              <a:avLst/>
              <a:gdLst/>
              <a:ahLst/>
              <a:cxnLst>
                <a:cxn ang="0">
                  <a:pos x="156" y="122"/>
                </a:cxn>
                <a:cxn ang="0">
                  <a:pos x="237" y="135"/>
                </a:cxn>
                <a:cxn ang="0">
                  <a:pos x="270" y="172"/>
                </a:cxn>
                <a:cxn ang="0">
                  <a:pos x="249" y="214"/>
                </a:cxn>
                <a:cxn ang="0">
                  <a:pos x="284" y="247"/>
                </a:cxn>
                <a:cxn ang="0">
                  <a:pos x="258" y="299"/>
                </a:cxn>
                <a:cxn ang="0">
                  <a:pos x="195" y="319"/>
                </a:cxn>
                <a:cxn ang="0">
                  <a:pos x="145" y="347"/>
                </a:cxn>
                <a:cxn ang="0">
                  <a:pos x="123" y="308"/>
                </a:cxn>
                <a:cxn ang="0">
                  <a:pos x="81" y="296"/>
                </a:cxn>
                <a:cxn ang="0">
                  <a:pos x="60" y="312"/>
                </a:cxn>
                <a:cxn ang="0">
                  <a:pos x="44" y="343"/>
                </a:cxn>
                <a:cxn ang="0">
                  <a:pos x="0" y="316"/>
                </a:cxn>
                <a:cxn ang="0">
                  <a:pos x="1" y="303"/>
                </a:cxn>
                <a:cxn ang="0">
                  <a:pos x="17" y="278"/>
                </a:cxn>
                <a:cxn ang="0">
                  <a:pos x="64" y="218"/>
                </a:cxn>
                <a:cxn ang="0">
                  <a:pos x="60" y="143"/>
                </a:cxn>
                <a:cxn ang="0">
                  <a:pos x="48" y="96"/>
                </a:cxn>
                <a:cxn ang="0">
                  <a:pos x="31" y="38"/>
                </a:cxn>
                <a:cxn ang="0">
                  <a:pos x="39" y="21"/>
                </a:cxn>
                <a:cxn ang="0">
                  <a:pos x="106" y="0"/>
                </a:cxn>
                <a:cxn ang="0">
                  <a:pos x="123" y="4"/>
                </a:cxn>
                <a:cxn ang="0">
                  <a:pos x="153" y="54"/>
                </a:cxn>
                <a:cxn ang="0">
                  <a:pos x="156" y="122"/>
                </a:cxn>
              </a:cxnLst>
              <a:rect l="0" t="0" r="r" b="b"/>
              <a:pathLst>
                <a:path w="284" h="347">
                  <a:moveTo>
                    <a:pt x="156" y="122"/>
                  </a:moveTo>
                  <a:lnTo>
                    <a:pt x="237" y="135"/>
                  </a:lnTo>
                  <a:lnTo>
                    <a:pt x="270" y="172"/>
                  </a:lnTo>
                  <a:lnTo>
                    <a:pt x="249" y="214"/>
                  </a:lnTo>
                  <a:lnTo>
                    <a:pt x="284" y="247"/>
                  </a:lnTo>
                  <a:lnTo>
                    <a:pt x="258" y="299"/>
                  </a:lnTo>
                  <a:lnTo>
                    <a:pt x="195" y="319"/>
                  </a:lnTo>
                  <a:lnTo>
                    <a:pt x="145" y="347"/>
                  </a:lnTo>
                  <a:lnTo>
                    <a:pt x="123" y="308"/>
                  </a:lnTo>
                  <a:lnTo>
                    <a:pt x="81" y="296"/>
                  </a:lnTo>
                  <a:lnTo>
                    <a:pt x="60" y="312"/>
                  </a:lnTo>
                  <a:lnTo>
                    <a:pt x="44" y="343"/>
                  </a:lnTo>
                  <a:lnTo>
                    <a:pt x="0" y="316"/>
                  </a:lnTo>
                  <a:lnTo>
                    <a:pt x="1" y="303"/>
                  </a:lnTo>
                  <a:lnTo>
                    <a:pt x="17" y="278"/>
                  </a:lnTo>
                  <a:lnTo>
                    <a:pt x="64" y="218"/>
                  </a:lnTo>
                  <a:lnTo>
                    <a:pt x="60" y="143"/>
                  </a:lnTo>
                  <a:lnTo>
                    <a:pt x="48" y="96"/>
                  </a:lnTo>
                  <a:lnTo>
                    <a:pt x="31" y="38"/>
                  </a:lnTo>
                  <a:lnTo>
                    <a:pt x="39" y="21"/>
                  </a:lnTo>
                  <a:lnTo>
                    <a:pt x="106" y="0"/>
                  </a:lnTo>
                  <a:lnTo>
                    <a:pt x="123" y="4"/>
                  </a:lnTo>
                  <a:lnTo>
                    <a:pt x="153" y="54"/>
                  </a:lnTo>
                  <a:lnTo>
                    <a:pt x="156" y="12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 423"/>
            <p:cNvSpPr>
              <a:spLocks/>
            </p:cNvSpPr>
            <p:nvPr/>
          </p:nvSpPr>
          <p:spPr bwMode="auto">
            <a:xfrm>
              <a:off x="4982136" y="3567605"/>
              <a:ext cx="249704" cy="256191"/>
            </a:xfrm>
            <a:custGeom>
              <a:avLst/>
              <a:gdLst/>
              <a:ahLst/>
              <a:cxnLst>
                <a:cxn ang="0">
                  <a:pos x="31" y="16"/>
                </a:cxn>
                <a:cxn ang="0">
                  <a:pos x="56" y="6"/>
                </a:cxn>
                <a:cxn ang="0">
                  <a:pos x="104" y="8"/>
                </a:cxn>
                <a:cxn ang="0">
                  <a:pos x="166" y="23"/>
                </a:cxn>
                <a:cxn ang="0">
                  <a:pos x="234" y="41"/>
                </a:cxn>
                <a:cxn ang="0">
                  <a:pos x="272" y="39"/>
                </a:cxn>
                <a:cxn ang="0">
                  <a:pos x="297" y="19"/>
                </a:cxn>
                <a:cxn ang="0">
                  <a:pos x="314" y="16"/>
                </a:cxn>
                <a:cxn ang="0">
                  <a:pos x="337" y="0"/>
                </a:cxn>
                <a:cxn ang="0">
                  <a:pos x="374" y="3"/>
                </a:cxn>
                <a:cxn ang="0">
                  <a:pos x="412" y="31"/>
                </a:cxn>
                <a:cxn ang="0">
                  <a:pos x="427" y="27"/>
                </a:cxn>
                <a:cxn ang="0">
                  <a:pos x="431" y="29"/>
                </a:cxn>
                <a:cxn ang="0">
                  <a:pos x="434" y="25"/>
                </a:cxn>
                <a:cxn ang="0">
                  <a:pos x="447" y="23"/>
                </a:cxn>
                <a:cxn ang="0">
                  <a:pos x="475" y="28"/>
                </a:cxn>
                <a:cxn ang="0">
                  <a:pos x="540" y="16"/>
                </a:cxn>
                <a:cxn ang="0">
                  <a:pos x="546" y="33"/>
                </a:cxn>
                <a:cxn ang="0">
                  <a:pos x="557" y="71"/>
                </a:cxn>
                <a:cxn ang="0">
                  <a:pos x="573" y="121"/>
                </a:cxn>
                <a:cxn ang="0">
                  <a:pos x="555" y="196"/>
                </a:cxn>
                <a:cxn ang="0">
                  <a:pos x="555" y="229"/>
                </a:cxn>
                <a:cxn ang="0">
                  <a:pos x="530" y="240"/>
                </a:cxn>
                <a:cxn ang="0">
                  <a:pos x="493" y="198"/>
                </a:cxn>
                <a:cxn ang="0">
                  <a:pos x="463" y="155"/>
                </a:cxn>
                <a:cxn ang="0">
                  <a:pos x="459" y="101"/>
                </a:cxn>
                <a:cxn ang="0">
                  <a:pos x="444" y="86"/>
                </a:cxn>
                <a:cxn ang="0">
                  <a:pos x="442" y="86"/>
                </a:cxn>
                <a:cxn ang="0">
                  <a:pos x="434" y="109"/>
                </a:cxn>
                <a:cxn ang="0">
                  <a:pos x="443" y="180"/>
                </a:cxn>
                <a:cxn ang="0">
                  <a:pos x="493" y="227"/>
                </a:cxn>
                <a:cxn ang="0">
                  <a:pos x="501" y="261"/>
                </a:cxn>
                <a:cxn ang="0">
                  <a:pos x="536" y="316"/>
                </a:cxn>
                <a:cxn ang="0">
                  <a:pos x="565" y="387"/>
                </a:cxn>
                <a:cxn ang="0">
                  <a:pos x="606" y="472"/>
                </a:cxn>
                <a:cxn ang="0">
                  <a:pos x="615" y="545"/>
                </a:cxn>
                <a:cxn ang="0">
                  <a:pos x="577" y="578"/>
                </a:cxn>
                <a:cxn ang="0">
                  <a:pos x="524" y="592"/>
                </a:cxn>
                <a:cxn ang="0">
                  <a:pos x="524" y="632"/>
                </a:cxn>
                <a:cxn ang="0">
                  <a:pos x="491" y="623"/>
                </a:cxn>
                <a:cxn ang="0">
                  <a:pos x="471" y="603"/>
                </a:cxn>
                <a:cxn ang="0">
                  <a:pos x="192" y="618"/>
                </a:cxn>
                <a:cxn ang="0">
                  <a:pos x="22" y="603"/>
                </a:cxn>
                <a:cxn ang="0">
                  <a:pos x="28" y="460"/>
                </a:cxn>
                <a:cxn ang="0">
                  <a:pos x="31" y="199"/>
                </a:cxn>
                <a:cxn ang="0">
                  <a:pos x="0" y="78"/>
                </a:cxn>
                <a:cxn ang="0">
                  <a:pos x="26" y="59"/>
                </a:cxn>
                <a:cxn ang="0">
                  <a:pos x="31" y="16"/>
                </a:cxn>
              </a:cxnLst>
              <a:rect l="0" t="0" r="r" b="b"/>
              <a:pathLst>
                <a:path w="615" h="632">
                  <a:moveTo>
                    <a:pt x="31" y="16"/>
                  </a:moveTo>
                  <a:lnTo>
                    <a:pt x="56" y="6"/>
                  </a:lnTo>
                  <a:lnTo>
                    <a:pt x="104" y="8"/>
                  </a:lnTo>
                  <a:lnTo>
                    <a:pt x="166" y="23"/>
                  </a:lnTo>
                  <a:lnTo>
                    <a:pt x="234" y="41"/>
                  </a:lnTo>
                  <a:lnTo>
                    <a:pt x="272" y="39"/>
                  </a:lnTo>
                  <a:lnTo>
                    <a:pt x="297" y="19"/>
                  </a:lnTo>
                  <a:lnTo>
                    <a:pt x="314" y="16"/>
                  </a:lnTo>
                  <a:lnTo>
                    <a:pt x="337" y="0"/>
                  </a:lnTo>
                  <a:lnTo>
                    <a:pt x="374" y="3"/>
                  </a:lnTo>
                  <a:lnTo>
                    <a:pt x="412" y="31"/>
                  </a:lnTo>
                  <a:lnTo>
                    <a:pt x="427" y="27"/>
                  </a:lnTo>
                  <a:lnTo>
                    <a:pt x="431" y="29"/>
                  </a:lnTo>
                  <a:lnTo>
                    <a:pt x="434" y="25"/>
                  </a:lnTo>
                  <a:lnTo>
                    <a:pt x="447" y="23"/>
                  </a:lnTo>
                  <a:lnTo>
                    <a:pt x="475" y="28"/>
                  </a:lnTo>
                  <a:lnTo>
                    <a:pt x="540" y="16"/>
                  </a:lnTo>
                  <a:lnTo>
                    <a:pt x="546" y="33"/>
                  </a:lnTo>
                  <a:lnTo>
                    <a:pt x="557" y="71"/>
                  </a:lnTo>
                  <a:lnTo>
                    <a:pt x="573" y="121"/>
                  </a:lnTo>
                  <a:lnTo>
                    <a:pt x="555" y="196"/>
                  </a:lnTo>
                  <a:lnTo>
                    <a:pt x="555" y="229"/>
                  </a:lnTo>
                  <a:lnTo>
                    <a:pt x="530" y="240"/>
                  </a:lnTo>
                  <a:lnTo>
                    <a:pt x="493" y="198"/>
                  </a:lnTo>
                  <a:lnTo>
                    <a:pt x="463" y="155"/>
                  </a:lnTo>
                  <a:lnTo>
                    <a:pt x="459" y="101"/>
                  </a:lnTo>
                  <a:lnTo>
                    <a:pt x="444" y="86"/>
                  </a:lnTo>
                  <a:lnTo>
                    <a:pt x="442" y="86"/>
                  </a:lnTo>
                  <a:lnTo>
                    <a:pt x="434" y="109"/>
                  </a:lnTo>
                  <a:lnTo>
                    <a:pt x="443" y="180"/>
                  </a:lnTo>
                  <a:lnTo>
                    <a:pt x="493" y="227"/>
                  </a:lnTo>
                  <a:lnTo>
                    <a:pt x="501" y="261"/>
                  </a:lnTo>
                  <a:lnTo>
                    <a:pt x="536" y="316"/>
                  </a:lnTo>
                  <a:lnTo>
                    <a:pt x="565" y="387"/>
                  </a:lnTo>
                  <a:lnTo>
                    <a:pt x="606" y="472"/>
                  </a:lnTo>
                  <a:lnTo>
                    <a:pt x="615" y="545"/>
                  </a:lnTo>
                  <a:lnTo>
                    <a:pt x="577" y="578"/>
                  </a:lnTo>
                  <a:lnTo>
                    <a:pt x="524" y="592"/>
                  </a:lnTo>
                  <a:lnTo>
                    <a:pt x="524" y="632"/>
                  </a:lnTo>
                  <a:lnTo>
                    <a:pt x="491" y="623"/>
                  </a:lnTo>
                  <a:lnTo>
                    <a:pt x="471" y="603"/>
                  </a:lnTo>
                  <a:lnTo>
                    <a:pt x="192" y="618"/>
                  </a:lnTo>
                  <a:lnTo>
                    <a:pt x="22" y="603"/>
                  </a:lnTo>
                  <a:lnTo>
                    <a:pt x="28" y="460"/>
                  </a:lnTo>
                  <a:lnTo>
                    <a:pt x="31" y="199"/>
                  </a:lnTo>
                  <a:lnTo>
                    <a:pt x="0" y="78"/>
                  </a:lnTo>
                  <a:lnTo>
                    <a:pt x="26" y="59"/>
                  </a:lnTo>
                  <a:lnTo>
                    <a:pt x="31" y="1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 424"/>
            <p:cNvSpPr>
              <a:spLocks/>
            </p:cNvSpPr>
            <p:nvPr/>
          </p:nvSpPr>
          <p:spPr bwMode="auto">
            <a:xfrm>
              <a:off x="4781075" y="4889087"/>
              <a:ext cx="385905" cy="355099"/>
            </a:xfrm>
            <a:custGeom>
              <a:avLst/>
              <a:gdLst/>
              <a:ahLst/>
              <a:cxnLst>
                <a:cxn ang="0">
                  <a:pos x="0" y="440"/>
                </a:cxn>
                <a:cxn ang="0">
                  <a:pos x="16" y="473"/>
                </a:cxn>
                <a:cxn ang="0">
                  <a:pos x="45" y="537"/>
                </a:cxn>
                <a:cxn ang="0">
                  <a:pos x="95" y="608"/>
                </a:cxn>
                <a:cxn ang="0">
                  <a:pos x="125" y="693"/>
                </a:cxn>
                <a:cxn ang="0">
                  <a:pos x="121" y="739"/>
                </a:cxn>
                <a:cxn ang="0">
                  <a:pos x="108" y="759"/>
                </a:cxn>
                <a:cxn ang="0">
                  <a:pos x="112" y="790"/>
                </a:cxn>
                <a:cxn ang="0">
                  <a:pos x="209" y="877"/>
                </a:cxn>
                <a:cxn ang="0">
                  <a:pos x="247" y="869"/>
                </a:cxn>
                <a:cxn ang="0">
                  <a:pos x="276" y="844"/>
                </a:cxn>
                <a:cxn ang="0">
                  <a:pos x="348" y="831"/>
                </a:cxn>
                <a:cxn ang="0">
                  <a:pos x="408" y="823"/>
                </a:cxn>
                <a:cxn ang="0">
                  <a:pos x="522" y="827"/>
                </a:cxn>
                <a:cxn ang="0">
                  <a:pos x="543" y="815"/>
                </a:cxn>
                <a:cxn ang="0">
                  <a:pos x="589" y="806"/>
                </a:cxn>
                <a:cxn ang="0">
                  <a:pos x="651" y="759"/>
                </a:cxn>
                <a:cxn ang="0">
                  <a:pos x="732" y="701"/>
                </a:cxn>
                <a:cxn ang="0">
                  <a:pos x="761" y="662"/>
                </a:cxn>
                <a:cxn ang="0">
                  <a:pos x="820" y="595"/>
                </a:cxn>
                <a:cxn ang="0">
                  <a:pos x="833" y="545"/>
                </a:cxn>
                <a:cxn ang="0">
                  <a:pos x="896" y="461"/>
                </a:cxn>
                <a:cxn ang="0">
                  <a:pos x="938" y="415"/>
                </a:cxn>
                <a:cxn ang="0">
                  <a:pos x="938" y="372"/>
                </a:cxn>
                <a:cxn ang="0">
                  <a:pos x="955" y="343"/>
                </a:cxn>
                <a:cxn ang="0">
                  <a:pos x="952" y="315"/>
                </a:cxn>
                <a:cxn ang="0">
                  <a:pos x="904" y="313"/>
                </a:cxn>
                <a:cxn ang="0">
                  <a:pos x="891" y="233"/>
                </a:cxn>
                <a:cxn ang="0">
                  <a:pos x="899" y="170"/>
                </a:cxn>
                <a:cxn ang="0">
                  <a:pos x="874" y="20"/>
                </a:cxn>
                <a:cxn ang="0">
                  <a:pos x="787" y="0"/>
                </a:cxn>
                <a:cxn ang="0">
                  <a:pos x="752" y="16"/>
                </a:cxn>
                <a:cxn ang="0">
                  <a:pos x="710" y="16"/>
                </a:cxn>
                <a:cxn ang="0">
                  <a:pos x="647" y="78"/>
                </a:cxn>
                <a:cxn ang="0">
                  <a:pos x="630" y="103"/>
                </a:cxn>
                <a:cxn ang="0">
                  <a:pos x="572" y="125"/>
                </a:cxn>
                <a:cxn ang="0">
                  <a:pos x="564" y="196"/>
                </a:cxn>
                <a:cxn ang="0">
                  <a:pos x="522" y="243"/>
                </a:cxn>
                <a:cxn ang="0">
                  <a:pos x="471" y="247"/>
                </a:cxn>
                <a:cxn ang="0">
                  <a:pos x="441" y="225"/>
                </a:cxn>
                <a:cxn ang="0">
                  <a:pos x="408" y="229"/>
                </a:cxn>
                <a:cxn ang="0">
                  <a:pos x="336" y="314"/>
                </a:cxn>
                <a:cxn ang="0">
                  <a:pos x="280" y="314"/>
                </a:cxn>
                <a:cxn ang="0">
                  <a:pos x="261" y="212"/>
                </a:cxn>
                <a:cxn ang="0">
                  <a:pos x="220" y="170"/>
                </a:cxn>
                <a:cxn ang="0">
                  <a:pos x="212" y="440"/>
                </a:cxn>
                <a:cxn ang="0">
                  <a:pos x="143" y="455"/>
                </a:cxn>
                <a:cxn ang="0">
                  <a:pos x="100" y="441"/>
                </a:cxn>
                <a:cxn ang="0">
                  <a:pos x="71" y="425"/>
                </a:cxn>
                <a:cxn ang="0">
                  <a:pos x="54" y="408"/>
                </a:cxn>
                <a:cxn ang="0">
                  <a:pos x="33" y="411"/>
                </a:cxn>
                <a:cxn ang="0">
                  <a:pos x="0" y="440"/>
                </a:cxn>
              </a:cxnLst>
              <a:rect l="0" t="0" r="r" b="b"/>
              <a:pathLst>
                <a:path w="955" h="877">
                  <a:moveTo>
                    <a:pt x="0" y="440"/>
                  </a:moveTo>
                  <a:lnTo>
                    <a:pt x="16" y="473"/>
                  </a:lnTo>
                  <a:lnTo>
                    <a:pt x="45" y="537"/>
                  </a:lnTo>
                  <a:lnTo>
                    <a:pt x="95" y="608"/>
                  </a:lnTo>
                  <a:lnTo>
                    <a:pt x="125" y="693"/>
                  </a:lnTo>
                  <a:lnTo>
                    <a:pt x="121" y="739"/>
                  </a:lnTo>
                  <a:lnTo>
                    <a:pt x="108" y="759"/>
                  </a:lnTo>
                  <a:lnTo>
                    <a:pt x="112" y="790"/>
                  </a:lnTo>
                  <a:lnTo>
                    <a:pt x="209" y="877"/>
                  </a:lnTo>
                  <a:lnTo>
                    <a:pt x="247" y="869"/>
                  </a:lnTo>
                  <a:lnTo>
                    <a:pt x="276" y="844"/>
                  </a:lnTo>
                  <a:lnTo>
                    <a:pt x="348" y="831"/>
                  </a:lnTo>
                  <a:lnTo>
                    <a:pt x="408" y="823"/>
                  </a:lnTo>
                  <a:lnTo>
                    <a:pt x="522" y="827"/>
                  </a:lnTo>
                  <a:lnTo>
                    <a:pt x="543" y="815"/>
                  </a:lnTo>
                  <a:lnTo>
                    <a:pt x="589" y="806"/>
                  </a:lnTo>
                  <a:lnTo>
                    <a:pt x="651" y="759"/>
                  </a:lnTo>
                  <a:lnTo>
                    <a:pt x="732" y="701"/>
                  </a:lnTo>
                  <a:lnTo>
                    <a:pt x="761" y="662"/>
                  </a:lnTo>
                  <a:lnTo>
                    <a:pt x="820" y="595"/>
                  </a:lnTo>
                  <a:lnTo>
                    <a:pt x="833" y="545"/>
                  </a:lnTo>
                  <a:lnTo>
                    <a:pt x="896" y="461"/>
                  </a:lnTo>
                  <a:lnTo>
                    <a:pt x="938" y="415"/>
                  </a:lnTo>
                  <a:lnTo>
                    <a:pt x="938" y="372"/>
                  </a:lnTo>
                  <a:lnTo>
                    <a:pt x="955" y="343"/>
                  </a:lnTo>
                  <a:lnTo>
                    <a:pt x="952" y="315"/>
                  </a:lnTo>
                  <a:lnTo>
                    <a:pt x="904" y="313"/>
                  </a:lnTo>
                  <a:lnTo>
                    <a:pt x="891" y="233"/>
                  </a:lnTo>
                  <a:lnTo>
                    <a:pt x="899" y="170"/>
                  </a:lnTo>
                  <a:lnTo>
                    <a:pt x="874" y="20"/>
                  </a:lnTo>
                  <a:lnTo>
                    <a:pt x="787" y="0"/>
                  </a:lnTo>
                  <a:lnTo>
                    <a:pt x="752" y="16"/>
                  </a:lnTo>
                  <a:lnTo>
                    <a:pt x="710" y="16"/>
                  </a:lnTo>
                  <a:lnTo>
                    <a:pt x="647" y="78"/>
                  </a:lnTo>
                  <a:lnTo>
                    <a:pt x="630" y="103"/>
                  </a:lnTo>
                  <a:lnTo>
                    <a:pt x="572" y="125"/>
                  </a:lnTo>
                  <a:lnTo>
                    <a:pt x="564" y="196"/>
                  </a:lnTo>
                  <a:lnTo>
                    <a:pt x="522" y="243"/>
                  </a:lnTo>
                  <a:lnTo>
                    <a:pt x="471" y="247"/>
                  </a:lnTo>
                  <a:lnTo>
                    <a:pt x="441" y="225"/>
                  </a:lnTo>
                  <a:lnTo>
                    <a:pt x="408" y="229"/>
                  </a:lnTo>
                  <a:lnTo>
                    <a:pt x="336" y="314"/>
                  </a:lnTo>
                  <a:lnTo>
                    <a:pt x="280" y="314"/>
                  </a:lnTo>
                  <a:lnTo>
                    <a:pt x="261" y="212"/>
                  </a:lnTo>
                  <a:lnTo>
                    <a:pt x="220" y="170"/>
                  </a:lnTo>
                  <a:lnTo>
                    <a:pt x="212" y="440"/>
                  </a:lnTo>
                  <a:lnTo>
                    <a:pt x="143" y="455"/>
                  </a:lnTo>
                  <a:lnTo>
                    <a:pt x="100" y="441"/>
                  </a:lnTo>
                  <a:lnTo>
                    <a:pt x="71" y="425"/>
                  </a:lnTo>
                  <a:lnTo>
                    <a:pt x="54" y="408"/>
                  </a:lnTo>
                  <a:lnTo>
                    <a:pt x="33" y="411"/>
                  </a:lnTo>
                  <a:lnTo>
                    <a:pt x="0" y="44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 425"/>
            <p:cNvSpPr>
              <a:spLocks/>
            </p:cNvSpPr>
            <p:nvPr/>
          </p:nvSpPr>
          <p:spPr bwMode="auto">
            <a:xfrm>
              <a:off x="6016624" y="3465453"/>
              <a:ext cx="703711" cy="697225"/>
            </a:xfrm>
            <a:custGeom>
              <a:avLst/>
              <a:gdLst/>
              <a:ahLst/>
              <a:cxnLst>
                <a:cxn ang="0">
                  <a:pos x="735" y="437"/>
                </a:cxn>
                <a:cxn ang="0">
                  <a:pos x="909" y="494"/>
                </a:cxn>
                <a:cxn ang="0">
                  <a:pos x="1109" y="575"/>
                </a:cxn>
                <a:cxn ang="0">
                  <a:pos x="1183" y="472"/>
                </a:cxn>
                <a:cxn ang="0">
                  <a:pos x="1260" y="514"/>
                </a:cxn>
                <a:cxn ang="0">
                  <a:pos x="1436" y="476"/>
                </a:cxn>
                <a:cxn ang="0">
                  <a:pos x="1693" y="383"/>
                </a:cxn>
                <a:cxn ang="0">
                  <a:pos x="1706" y="489"/>
                </a:cxn>
                <a:cxn ang="0">
                  <a:pos x="1533" y="710"/>
                </a:cxn>
                <a:cxn ang="0">
                  <a:pos x="1510" y="828"/>
                </a:cxn>
                <a:cxn ang="0">
                  <a:pos x="1443" y="750"/>
                </a:cxn>
                <a:cxn ang="0">
                  <a:pos x="1428" y="660"/>
                </a:cxn>
                <a:cxn ang="0">
                  <a:pos x="1308" y="612"/>
                </a:cxn>
                <a:cxn ang="0">
                  <a:pos x="1199" y="592"/>
                </a:cxn>
                <a:cxn ang="0">
                  <a:pos x="1244" y="648"/>
                </a:cxn>
                <a:cxn ang="0">
                  <a:pos x="1224" y="700"/>
                </a:cxn>
                <a:cxn ang="0">
                  <a:pos x="1240" y="865"/>
                </a:cxn>
                <a:cxn ang="0">
                  <a:pos x="1132" y="951"/>
                </a:cxn>
                <a:cxn ang="0">
                  <a:pos x="1031" y="1014"/>
                </a:cxn>
                <a:cxn ang="0">
                  <a:pos x="949" y="1097"/>
                </a:cxn>
                <a:cxn ang="0">
                  <a:pos x="853" y="1185"/>
                </a:cxn>
                <a:cxn ang="0">
                  <a:pos x="766" y="1260"/>
                </a:cxn>
                <a:cxn ang="0">
                  <a:pos x="724" y="1347"/>
                </a:cxn>
                <a:cxn ang="0">
                  <a:pos x="701" y="1496"/>
                </a:cxn>
                <a:cxn ang="0">
                  <a:pos x="668" y="1603"/>
                </a:cxn>
                <a:cxn ang="0">
                  <a:pos x="618" y="1673"/>
                </a:cxn>
                <a:cxn ang="0">
                  <a:pos x="533" y="1706"/>
                </a:cxn>
                <a:cxn ang="0">
                  <a:pos x="465" y="1549"/>
                </a:cxn>
                <a:cxn ang="0">
                  <a:pos x="404" y="1423"/>
                </a:cxn>
                <a:cxn ang="0">
                  <a:pos x="345" y="1260"/>
                </a:cxn>
                <a:cxn ang="0">
                  <a:pos x="277" y="1034"/>
                </a:cxn>
                <a:cxn ang="0">
                  <a:pos x="269" y="871"/>
                </a:cxn>
                <a:cxn ang="0">
                  <a:pos x="236" y="918"/>
                </a:cxn>
                <a:cxn ang="0">
                  <a:pos x="118" y="929"/>
                </a:cxn>
                <a:cxn ang="0">
                  <a:pos x="81" y="845"/>
                </a:cxn>
                <a:cxn ang="0">
                  <a:pos x="89" y="823"/>
                </a:cxn>
                <a:cxn ang="0">
                  <a:pos x="28" y="781"/>
                </a:cxn>
                <a:cxn ang="0">
                  <a:pos x="31" y="728"/>
                </a:cxn>
                <a:cxn ang="0">
                  <a:pos x="171" y="663"/>
                </a:cxn>
                <a:cxn ang="0">
                  <a:pos x="157" y="492"/>
                </a:cxn>
                <a:cxn ang="0">
                  <a:pos x="334" y="321"/>
                </a:cxn>
                <a:cxn ang="0">
                  <a:pos x="424" y="206"/>
                </a:cxn>
                <a:cxn ang="0">
                  <a:pos x="351" y="118"/>
                </a:cxn>
                <a:cxn ang="0">
                  <a:pos x="476" y="12"/>
                </a:cxn>
                <a:cxn ang="0">
                  <a:pos x="582" y="28"/>
                </a:cxn>
                <a:cxn ang="0">
                  <a:pos x="649" y="127"/>
                </a:cxn>
                <a:cxn ang="0">
                  <a:pos x="615" y="151"/>
                </a:cxn>
                <a:cxn ang="0">
                  <a:pos x="631" y="248"/>
                </a:cxn>
                <a:cxn ang="0">
                  <a:pos x="754" y="312"/>
                </a:cxn>
              </a:cxnLst>
              <a:rect l="0" t="0" r="r" b="b"/>
              <a:pathLst>
                <a:path w="1736" h="1724">
                  <a:moveTo>
                    <a:pt x="738" y="354"/>
                  </a:moveTo>
                  <a:lnTo>
                    <a:pt x="721" y="394"/>
                  </a:lnTo>
                  <a:lnTo>
                    <a:pt x="735" y="437"/>
                  </a:lnTo>
                  <a:lnTo>
                    <a:pt x="775" y="455"/>
                  </a:lnTo>
                  <a:lnTo>
                    <a:pt x="803" y="472"/>
                  </a:lnTo>
                  <a:lnTo>
                    <a:pt x="909" y="494"/>
                  </a:lnTo>
                  <a:lnTo>
                    <a:pt x="971" y="500"/>
                  </a:lnTo>
                  <a:lnTo>
                    <a:pt x="1041" y="553"/>
                  </a:lnTo>
                  <a:lnTo>
                    <a:pt x="1109" y="575"/>
                  </a:lnTo>
                  <a:lnTo>
                    <a:pt x="1177" y="565"/>
                  </a:lnTo>
                  <a:lnTo>
                    <a:pt x="1196" y="520"/>
                  </a:lnTo>
                  <a:lnTo>
                    <a:pt x="1183" y="472"/>
                  </a:lnTo>
                  <a:lnTo>
                    <a:pt x="1212" y="464"/>
                  </a:lnTo>
                  <a:lnTo>
                    <a:pt x="1251" y="480"/>
                  </a:lnTo>
                  <a:lnTo>
                    <a:pt x="1260" y="514"/>
                  </a:lnTo>
                  <a:lnTo>
                    <a:pt x="1285" y="547"/>
                  </a:lnTo>
                  <a:lnTo>
                    <a:pt x="1435" y="537"/>
                  </a:lnTo>
                  <a:lnTo>
                    <a:pt x="1436" y="476"/>
                  </a:lnTo>
                  <a:lnTo>
                    <a:pt x="1533" y="404"/>
                  </a:lnTo>
                  <a:lnTo>
                    <a:pt x="1668" y="362"/>
                  </a:lnTo>
                  <a:lnTo>
                    <a:pt x="1693" y="383"/>
                  </a:lnTo>
                  <a:lnTo>
                    <a:pt x="1689" y="404"/>
                  </a:lnTo>
                  <a:lnTo>
                    <a:pt x="1736" y="447"/>
                  </a:lnTo>
                  <a:lnTo>
                    <a:pt x="1706" y="489"/>
                  </a:lnTo>
                  <a:lnTo>
                    <a:pt x="1626" y="522"/>
                  </a:lnTo>
                  <a:lnTo>
                    <a:pt x="1563" y="705"/>
                  </a:lnTo>
                  <a:lnTo>
                    <a:pt x="1533" y="710"/>
                  </a:lnTo>
                  <a:lnTo>
                    <a:pt x="1525" y="743"/>
                  </a:lnTo>
                  <a:lnTo>
                    <a:pt x="1500" y="750"/>
                  </a:lnTo>
                  <a:lnTo>
                    <a:pt x="1510" y="828"/>
                  </a:lnTo>
                  <a:lnTo>
                    <a:pt x="1468" y="851"/>
                  </a:lnTo>
                  <a:lnTo>
                    <a:pt x="1457" y="808"/>
                  </a:lnTo>
                  <a:lnTo>
                    <a:pt x="1443" y="750"/>
                  </a:lnTo>
                  <a:lnTo>
                    <a:pt x="1400" y="738"/>
                  </a:lnTo>
                  <a:lnTo>
                    <a:pt x="1390" y="693"/>
                  </a:lnTo>
                  <a:lnTo>
                    <a:pt x="1428" y="660"/>
                  </a:lnTo>
                  <a:lnTo>
                    <a:pt x="1432" y="635"/>
                  </a:lnTo>
                  <a:lnTo>
                    <a:pt x="1410" y="604"/>
                  </a:lnTo>
                  <a:lnTo>
                    <a:pt x="1308" y="612"/>
                  </a:lnTo>
                  <a:lnTo>
                    <a:pt x="1272" y="573"/>
                  </a:lnTo>
                  <a:lnTo>
                    <a:pt x="1224" y="570"/>
                  </a:lnTo>
                  <a:lnTo>
                    <a:pt x="1199" y="592"/>
                  </a:lnTo>
                  <a:lnTo>
                    <a:pt x="1222" y="598"/>
                  </a:lnTo>
                  <a:lnTo>
                    <a:pt x="1238" y="620"/>
                  </a:lnTo>
                  <a:lnTo>
                    <a:pt x="1244" y="648"/>
                  </a:lnTo>
                  <a:lnTo>
                    <a:pt x="1199" y="648"/>
                  </a:lnTo>
                  <a:lnTo>
                    <a:pt x="1196" y="668"/>
                  </a:lnTo>
                  <a:lnTo>
                    <a:pt x="1224" y="700"/>
                  </a:lnTo>
                  <a:lnTo>
                    <a:pt x="1227" y="753"/>
                  </a:lnTo>
                  <a:lnTo>
                    <a:pt x="1240" y="781"/>
                  </a:lnTo>
                  <a:lnTo>
                    <a:pt x="1240" y="865"/>
                  </a:lnTo>
                  <a:lnTo>
                    <a:pt x="1142" y="896"/>
                  </a:lnTo>
                  <a:lnTo>
                    <a:pt x="1120" y="926"/>
                  </a:lnTo>
                  <a:lnTo>
                    <a:pt x="1132" y="951"/>
                  </a:lnTo>
                  <a:lnTo>
                    <a:pt x="1120" y="977"/>
                  </a:lnTo>
                  <a:lnTo>
                    <a:pt x="1079" y="996"/>
                  </a:lnTo>
                  <a:lnTo>
                    <a:pt x="1031" y="1014"/>
                  </a:lnTo>
                  <a:lnTo>
                    <a:pt x="994" y="1047"/>
                  </a:lnTo>
                  <a:lnTo>
                    <a:pt x="986" y="1079"/>
                  </a:lnTo>
                  <a:lnTo>
                    <a:pt x="949" y="1097"/>
                  </a:lnTo>
                  <a:lnTo>
                    <a:pt x="934" y="1114"/>
                  </a:lnTo>
                  <a:lnTo>
                    <a:pt x="898" y="1137"/>
                  </a:lnTo>
                  <a:lnTo>
                    <a:pt x="853" y="1185"/>
                  </a:lnTo>
                  <a:lnTo>
                    <a:pt x="831" y="1227"/>
                  </a:lnTo>
                  <a:lnTo>
                    <a:pt x="803" y="1227"/>
                  </a:lnTo>
                  <a:lnTo>
                    <a:pt x="766" y="1260"/>
                  </a:lnTo>
                  <a:lnTo>
                    <a:pt x="738" y="1263"/>
                  </a:lnTo>
                  <a:lnTo>
                    <a:pt x="721" y="1285"/>
                  </a:lnTo>
                  <a:lnTo>
                    <a:pt x="724" y="1347"/>
                  </a:lnTo>
                  <a:lnTo>
                    <a:pt x="727" y="1375"/>
                  </a:lnTo>
                  <a:lnTo>
                    <a:pt x="721" y="1456"/>
                  </a:lnTo>
                  <a:lnTo>
                    <a:pt x="701" y="1496"/>
                  </a:lnTo>
                  <a:lnTo>
                    <a:pt x="708" y="1578"/>
                  </a:lnTo>
                  <a:lnTo>
                    <a:pt x="688" y="1581"/>
                  </a:lnTo>
                  <a:lnTo>
                    <a:pt x="668" y="1603"/>
                  </a:lnTo>
                  <a:lnTo>
                    <a:pt x="665" y="1631"/>
                  </a:lnTo>
                  <a:lnTo>
                    <a:pt x="635" y="1653"/>
                  </a:lnTo>
                  <a:lnTo>
                    <a:pt x="618" y="1673"/>
                  </a:lnTo>
                  <a:lnTo>
                    <a:pt x="606" y="1689"/>
                  </a:lnTo>
                  <a:lnTo>
                    <a:pt x="572" y="1724"/>
                  </a:lnTo>
                  <a:lnTo>
                    <a:pt x="533" y="1706"/>
                  </a:lnTo>
                  <a:lnTo>
                    <a:pt x="508" y="1676"/>
                  </a:lnTo>
                  <a:lnTo>
                    <a:pt x="488" y="1603"/>
                  </a:lnTo>
                  <a:lnTo>
                    <a:pt x="465" y="1549"/>
                  </a:lnTo>
                  <a:lnTo>
                    <a:pt x="443" y="1498"/>
                  </a:lnTo>
                  <a:lnTo>
                    <a:pt x="410" y="1451"/>
                  </a:lnTo>
                  <a:lnTo>
                    <a:pt x="404" y="1423"/>
                  </a:lnTo>
                  <a:lnTo>
                    <a:pt x="392" y="1390"/>
                  </a:lnTo>
                  <a:lnTo>
                    <a:pt x="384" y="1355"/>
                  </a:lnTo>
                  <a:lnTo>
                    <a:pt x="345" y="1260"/>
                  </a:lnTo>
                  <a:lnTo>
                    <a:pt x="322" y="1227"/>
                  </a:lnTo>
                  <a:lnTo>
                    <a:pt x="292" y="1122"/>
                  </a:lnTo>
                  <a:lnTo>
                    <a:pt x="277" y="1034"/>
                  </a:lnTo>
                  <a:lnTo>
                    <a:pt x="274" y="938"/>
                  </a:lnTo>
                  <a:lnTo>
                    <a:pt x="266" y="924"/>
                  </a:lnTo>
                  <a:lnTo>
                    <a:pt x="269" y="871"/>
                  </a:lnTo>
                  <a:lnTo>
                    <a:pt x="247" y="848"/>
                  </a:lnTo>
                  <a:lnTo>
                    <a:pt x="236" y="901"/>
                  </a:lnTo>
                  <a:lnTo>
                    <a:pt x="236" y="918"/>
                  </a:lnTo>
                  <a:lnTo>
                    <a:pt x="219" y="943"/>
                  </a:lnTo>
                  <a:lnTo>
                    <a:pt x="157" y="951"/>
                  </a:lnTo>
                  <a:lnTo>
                    <a:pt x="118" y="929"/>
                  </a:lnTo>
                  <a:lnTo>
                    <a:pt x="58" y="871"/>
                  </a:lnTo>
                  <a:lnTo>
                    <a:pt x="56" y="839"/>
                  </a:lnTo>
                  <a:lnTo>
                    <a:pt x="81" y="845"/>
                  </a:lnTo>
                  <a:lnTo>
                    <a:pt x="109" y="839"/>
                  </a:lnTo>
                  <a:lnTo>
                    <a:pt x="131" y="811"/>
                  </a:lnTo>
                  <a:lnTo>
                    <a:pt x="89" y="823"/>
                  </a:lnTo>
                  <a:lnTo>
                    <a:pt x="48" y="823"/>
                  </a:lnTo>
                  <a:lnTo>
                    <a:pt x="31" y="806"/>
                  </a:lnTo>
                  <a:lnTo>
                    <a:pt x="28" y="781"/>
                  </a:lnTo>
                  <a:lnTo>
                    <a:pt x="11" y="775"/>
                  </a:lnTo>
                  <a:lnTo>
                    <a:pt x="0" y="761"/>
                  </a:lnTo>
                  <a:lnTo>
                    <a:pt x="31" y="728"/>
                  </a:lnTo>
                  <a:lnTo>
                    <a:pt x="78" y="702"/>
                  </a:lnTo>
                  <a:lnTo>
                    <a:pt x="166" y="713"/>
                  </a:lnTo>
                  <a:lnTo>
                    <a:pt x="171" y="663"/>
                  </a:lnTo>
                  <a:lnTo>
                    <a:pt x="104" y="547"/>
                  </a:lnTo>
                  <a:lnTo>
                    <a:pt x="134" y="472"/>
                  </a:lnTo>
                  <a:lnTo>
                    <a:pt x="157" y="492"/>
                  </a:lnTo>
                  <a:lnTo>
                    <a:pt x="202" y="489"/>
                  </a:lnTo>
                  <a:lnTo>
                    <a:pt x="319" y="377"/>
                  </a:lnTo>
                  <a:lnTo>
                    <a:pt x="334" y="321"/>
                  </a:lnTo>
                  <a:lnTo>
                    <a:pt x="374" y="301"/>
                  </a:lnTo>
                  <a:lnTo>
                    <a:pt x="382" y="239"/>
                  </a:lnTo>
                  <a:lnTo>
                    <a:pt x="424" y="206"/>
                  </a:lnTo>
                  <a:lnTo>
                    <a:pt x="435" y="177"/>
                  </a:lnTo>
                  <a:lnTo>
                    <a:pt x="392" y="133"/>
                  </a:lnTo>
                  <a:lnTo>
                    <a:pt x="351" y="118"/>
                  </a:lnTo>
                  <a:lnTo>
                    <a:pt x="357" y="6"/>
                  </a:lnTo>
                  <a:lnTo>
                    <a:pt x="412" y="0"/>
                  </a:lnTo>
                  <a:lnTo>
                    <a:pt x="476" y="12"/>
                  </a:lnTo>
                  <a:lnTo>
                    <a:pt x="551" y="0"/>
                  </a:lnTo>
                  <a:lnTo>
                    <a:pt x="561" y="8"/>
                  </a:lnTo>
                  <a:lnTo>
                    <a:pt x="582" y="28"/>
                  </a:lnTo>
                  <a:lnTo>
                    <a:pt x="608" y="44"/>
                  </a:lnTo>
                  <a:lnTo>
                    <a:pt x="619" y="88"/>
                  </a:lnTo>
                  <a:lnTo>
                    <a:pt x="649" y="127"/>
                  </a:lnTo>
                  <a:lnTo>
                    <a:pt x="651" y="146"/>
                  </a:lnTo>
                  <a:lnTo>
                    <a:pt x="633" y="159"/>
                  </a:lnTo>
                  <a:lnTo>
                    <a:pt x="615" y="151"/>
                  </a:lnTo>
                  <a:lnTo>
                    <a:pt x="602" y="165"/>
                  </a:lnTo>
                  <a:lnTo>
                    <a:pt x="636" y="194"/>
                  </a:lnTo>
                  <a:lnTo>
                    <a:pt x="631" y="248"/>
                  </a:lnTo>
                  <a:lnTo>
                    <a:pt x="661" y="265"/>
                  </a:lnTo>
                  <a:lnTo>
                    <a:pt x="708" y="265"/>
                  </a:lnTo>
                  <a:lnTo>
                    <a:pt x="754" y="312"/>
                  </a:lnTo>
                  <a:lnTo>
                    <a:pt x="738" y="3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 426"/>
            <p:cNvSpPr>
              <a:spLocks/>
            </p:cNvSpPr>
            <p:nvPr/>
          </p:nvSpPr>
          <p:spPr bwMode="auto">
            <a:xfrm>
              <a:off x="6846809" y="3771908"/>
              <a:ext cx="165388" cy="377799"/>
            </a:xfrm>
            <a:custGeom>
              <a:avLst/>
              <a:gdLst/>
              <a:ahLst/>
              <a:cxnLst>
                <a:cxn ang="0">
                  <a:pos x="346" y="128"/>
                </a:cxn>
                <a:cxn ang="0">
                  <a:pos x="323" y="148"/>
                </a:cxn>
                <a:cxn ang="0">
                  <a:pos x="278" y="163"/>
                </a:cxn>
                <a:cxn ang="0">
                  <a:pos x="238" y="219"/>
                </a:cxn>
                <a:cxn ang="0">
                  <a:pos x="219" y="228"/>
                </a:cxn>
                <a:cxn ang="0">
                  <a:pos x="196" y="256"/>
                </a:cxn>
                <a:cxn ang="0">
                  <a:pos x="201" y="323"/>
                </a:cxn>
                <a:cxn ang="0">
                  <a:pos x="228" y="339"/>
                </a:cxn>
                <a:cxn ang="0">
                  <a:pos x="286" y="424"/>
                </a:cxn>
                <a:cxn ang="0">
                  <a:pos x="314" y="438"/>
                </a:cxn>
                <a:cxn ang="0">
                  <a:pos x="351" y="482"/>
                </a:cxn>
                <a:cxn ang="0">
                  <a:pos x="399" y="544"/>
                </a:cxn>
                <a:cxn ang="0">
                  <a:pos x="409" y="660"/>
                </a:cxn>
                <a:cxn ang="0">
                  <a:pos x="399" y="718"/>
                </a:cxn>
                <a:cxn ang="0">
                  <a:pos x="393" y="760"/>
                </a:cxn>
                <a:cxn ang="0">
                  <a:pos x="334" y="803"/>
                </a:cxn>
                <a:cxn ang="0">
                  <a:pos x="278" y="820"/>
                </a:cxn>
                <a:cxn ang="0">
                  <a:pos x="264" y="842"/>
                </a:cxn>
                <a:cxn ang="0">
                  <a:pos x="238" y="876"/>
                </a:cxn>
                <a:cxn ang="0">
                  <a:pos x="211" y="881"/>
                </a:cxn>
                <a:cxn ang="0">
                  <a:pos x="155" y="931"/>
                </a:cxn>
                <a:cxn ang="0">
                  <a:pos x="138" y="923"/>
                </a:cxn>
                <a:cxn ang="0">
                  <a:pos x="143" y="838"/>
                </a:cxn>
                <a:cxn ang="0">
                  <a:pos x="123" y="823"/>
                </a:cxn>
                <a:cxn ang="0">
                  <a:pos x="128" y="805"/>
                </a:cxn>
                <a:cxn ang="0">
                  <a:pos x="155" y="795"/>
                </a:cxn>
                <a:cxn ang="0">
                  <a:pos x="205" y="766"/>
                </a:cxn>
                <a:cxn ang="0">
                  <a:pos x="199" y="727"/>
                </a:cxn>
                <a:cxn ang="0">
                  <a:pos x="219" y="710"/>
                </a:cxn>
                <a:cxn ang="0">
                  <a:pos x="289" y="710"/>
                </a:cxn>
                <a:cxn ang="0">
                  <a:pos x="314" y="642"/>
                </a:cxn>
                <a:cxn ang="0">
                  <a:pos x="301" y="578"/>
                </a:cxn>
                <a:cxn ang="0">
                  <a:pos x="303" y="472"/>
                </a:cxn>
                <a:cxn ang="0">
                  <a:pos x="264" y="457"/>
                </a:cxn>
                <a:cxn ang="0">
                  <a:pos x="256" y="432"/>
                </a:cxn>
                <a:cxn ang="0">
                  <a:pos x="183" y="362"/>
                </a:cxn>
                <a:cxn ang="0">
                  <a:pos x="140" y="291"/>
                </a:cxn>
                <a:cxn ang="0">
                  <a:pos x="146" y="199"/>
                </a:cxn>
                <a:cxn ang="0">
                  <a:pos x="95" y="166"/>
                </a:cxn>
                <a:cxn ang="0">
                  <a:pos x="33" y="160"/>
                </a:cxn>
                <a:cxn ang="0">
                  <a:pos x="30" y="110"/>
                </a:cxn>
                <a:cxn ang="0">
                  <a:pos x="8" y="90"/>
                </a:cxn>
                <a:cxn ang="0">
                  <a:pos x="0" y="64"/>
                </a:cxn>
                <a:cxn ang="0">
                  <a:pos x="25" y="38"/>
                </a:cxn>
                <a:cxn ang="0">
                  <a:pos x="58" y="46"/>
                </a:cxn>
                <a:cxn ang="0">
                  <a:pos x="130" y="50"/>
                </a:cxn>
                <a:cxn ang="0">
                  <a:pos x="160" y="0"/>
                </a:cxn>
                <a:cxn ang="0">
                  <a:pos x="193" y="29"/>
                </a:cxn>
                <a:cxn ang="0">
                  <a:pos x="257" y="29"/>
                </a:cxn>
                <a:cxn ang="0">
                  <a:pos x="265" y="50"/>
                </a:cxn>
                <a:cxn ang="0">
                  <a:pos x="257" y="89"/>
                </a:cxn>
                <a:cxn ang="0">
                  <a:pos x="290" y="118"/>
                </a:cxn>
                <a:cxn ang="0">
                  <a:pos x="328" y="114"/>
                </a:cxn>
                <a:cxn ang="0">
                  <a:pos x="346" y="128"/>
                </a:cxn>
              </a:cxnLst>
              <a:rect l="0" t="0" r="r" b="b"/>
              <a:pathLst>
                <a:path w="409" h="931">
                  <a:moveTo>
                    <a:pt x="346" y="128"/>
                  </a:moveTo>
                  <a:lnTo>
                    <a:pt x="323" y="148"/>
                  </a:lnTo>
                  <a:lnTo>
                    <a:pt x="278" y="163"/>
                  </a:lnTo>
                  <a:lnTo>
                    <a:pt x="238" y="219"/>
                  </a:lnTo>
                  <a:lnTo>
                    <a:pt x="219" y="228"/>
                  </a:lnTo>
                  <a:lnTo>
                    <a:pt x="196" y="256"/>
                  </a:lnTo>
                  <a:lnTo>
                    <a:pt x="201" y="323"/>
                  </a:lnTo>
                  <a:lnTo>
                    <a:pt x="228" y="339"/>
                  </a:lnTo>
                  <a:lnTo>
                    <a:pt x="286" y="424"/>
                  </a:lnTo>
                  <a:lnTo>
                    <a:pt x="314" y="438"/>
                  </a:lnTo>
                  <a:lnTo>
                    <a:pt x="351" y="482"/>
                  </a:lnTo>
                  <a:lnTo>
                    <a:pt x="399" y="544"/>
                  </a:lnTo>
                  <a:lnTo>
                    <a:pt x="409" y="660"/>
                  </a:lnTo>
                  <a:lnTo>
                    <a:pt x="399" y="718"/>
                  </a:lnTo>
                  <a:lnTo>
                    <a:pt x="393" y="760"/>
                  </a:lnTo>
                  <a:lnTo>
                    <a:pt x="334" y="803"/>
                  </a:lnTo>
                  <a:lnTo>
                    <a:pt x="278" y="820"/>
                  </a:lnTo>
                  <a:lnTo>
                    <a:pt x="264" y="842"/>
                  </a:lnTo>
                  <a:lnTo>
                    <a:pt x="238" y="876"/>
                  </a:lnTo>
                  <a:lnTo>
                    <a:pt x="211" y="881"/>
                  </a:lnTo>
                  <a:lnTo>
                    <a:pt x="155" y="931"/>
                  </a:lnTo>
                  <a:lnTo>
                    <a:pt x="138" y="923"/>
                  </a:lnTo>
                  <a:lnTo>
                    <a:pt x="143" y="838"/>
                  </a:lnTo>
                  <a:lnTo>
                    <a:pt x="123" y="823"/>
                  </a:lnTo>
                  <a:lnTo>
                    <a:pt x="128" y="805"/>
                  </a:lnTo>
                  <a:lnTo>
                    <a:pt x="155" y="795"/>
                  </a:lnTo>
                  <a:lnTo>
                    <a:pt x="205" y="766"/>
                  </a:lnTo>
                  <a:lnTo>
                    <a:pt x="199" y="727"/>
                  </a:lnTo>
                  <a:lnTo>
                    <a:pt x="219" y="710"/>
                  </a:lnTo>
                  <a:lnTo>
                    <a:pt x="289" y="710"/>
                  </a:lnTo>
                  <a:lnTo>
                    <a:pt x="314" y="642"/>
                  </a:lnTo>
                  <a:lnTo>
                    <a:pt x="301" y="578"/>
                  </a:lnTo>
                  <a:lnTo>
                    <a:pt x="303" y="472"/>
                  </a:lnTo>
                  <a:lnTo>
                    <a:pt x="264" y="457"/>
                  </a:lnTo>
                  <a:lnTo>
                    <a:pt x="256" y="432"/>
                  </a:lnTo>
                  <a:lnTo>
                    <a:pt x="183" y="362"/>
                  </a:lnTo>
                  <a:lnTo>
                    <a:pt x="140" y="291"/>
                  </a:lnTo>
                  <a:lnTo>
                    <a:pt x="146" y="199"/>
                  </a:lnTo>
                  <a:lnTo>
                    <a:pt x="95" y="166"/>
                  </a:lnTo>
                  <a:lnTo>
                    <a:pt x="33" y="160"/>
                  </a:lnTo>
                  <a:lnTo>
                    <a:pt x="30" y="110"/>
                  </a:lnTo>
                  <a:lnTo>
                    <a:pt x="8" y="90"/>
                  </a:lnTo>
                  <a:lnTo>
                    <a:pt x="0" y="64"/>
                  </a:lnTo>
                  <a:lnTo>
                    <a:pt x="25" y="38"/>
                  </a:lnTo>
                  <a:lnTo>
                    <a:pt x="58" y="46"/>
                  </a:lnTo>
                  <a:lnTo>
                    <a:pt x="130" y="50"/>
                  </a:lnTo>
                  <a:lnTo>
                    <a:pt x="160" y="0"/>
                  </a:lnTo>
                  <a:lnTo>
                    <a:pt x="193" y="29"/>
                  </a:lnTo>
                  <a:lnTo>
                    <a:pt x="257" y="29"/>
                  </a:lnTo>
                  <a:lnTo>
                    <a:pt x="265" y="50"/>
                  </a:lnTo>
                  <a:lnTo>
                    <a:pt x="257" y="89"/>
                  </a:lnTo>
                  <a:lnTo>
                    <a:pt x="290" y="118"/>
                  </a:lnTo>
                  <a:lnTo>
                    <a:pt x="328" y="114"/>
                  </a:lnTo>
                  <a:lnTo>
                    <a:pt x="346" y="1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 427"/>
            <p:cNvSpPr>
              <a:spLocks/>
            </p:cNvSpPr>
            <p:nvPr/>
          </p:nvSpPr>
          <p:spPr bwMode="auto">
            <a:xfrm>
              <a:off x="7759687" y="1887782"/>
              <a:ext cx="79451" cy="35673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121" y="2"/>
                </a:cxn>
                <a:cxn ang="0">
                  <a:pos x="126" y="14"/>
                </a:cxn>
                <a:cxn ang="0">
                  <a:pos x="168" y="37"/>
                </a:cxn>
                <a:cxn ang="0">
                  <a:pos x="196" y="60"/>
                </a:cxn>
                <a:cxn ang="0">
                  <a:pos x="185" y="88"/>
                </a:cxn>
                <a:cxn ang="0">
                  <a:pos x="103" y="82"/>
                </a:cxn>
                <a:cxn ang="0">
                  <a:pos x="62" y="76"/>
                </a:cxn>
                <a:cxn ang="0">
                  <a:pos x="45" y="67"/>
                </a:cxn>
                <a:cxn ang="0">
                  <a:pos x="3" y="64"/>
                </a:cxn>
                <a:cxn ang="0">
                  <a:pos x="0" y="56"/>
                </a:cxn>
                <a:cxn ang="0">
                  <a:pos x="23" y="43"/>
                </a:cxn>
                <a:cxn ang="0">
                  <a:pos x="25" y="24"/>
                </a:cxn>
                <a:cxn ang="0">
                  <a:pos x="48" y="0"/>
                </a:cxn>
              </a:cxnLst>
              <a:rect l="0" t="0" r="r" b="b"/>
              <a:pathLst>
                <a:path w="196" h="88">
                  <a:moveTo>
                    <a:pt x="48" y="0"/>
                  </a:moveTo>
                  <a:lnTo>
                    <a:pt x="121" y="2"/>
                  </a:lnTo>
                  <a:lnTo>
                    <a:pt x="126" y="14"/>
                  </a:lnTo>
                  <a:lnTo>
                    <a:pt x="168" y="37"/>
                  </a:lnTo>
                  <a:lnTo>
                    <a:pt x="196" y="60"/>
                  </a:lnTo>
                  <a:lnTo>
                    <a:pt x="185" y="88"/>
                  </a:lnTo>
                  <a:lnTo>
                    <a:pt x="103" y="82"/>
                  </a:lnTo>
                  <a:lnTo>
                    <a:pt x="62" y="76"/>
                  </a:lnTo>
                  <a:lnTo>
                    <a:pt x="45" y="67"/>
                  </a:lnTo>
                  <a:lnTo>
                    <a:pt x="3" y="64"/>
                  </a:lnTo>
                  <a:lnTo>
                    <a:pt x="0" y="56"/>
                  </a:lnTo>
                  <a:lnTo>
                    <a:pt x="23" y="43"/>
                  </a:lnTo>
                  <a:lnTo>
                    <a:pt x="25" y="24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 428"/>
            <p:cNvSpPr>
              <a:spLocks/>
            </p:cNvSpPr>
            <p:nvPr/>
          </p:nvSpPr>
          <p:spPr bwMode="auto">
            <a:xfrm>
              <a:off x="7748336" y="1865081"/>
              <a:ext cx="27564" cy="25944"/>
            </a:xfrm>
            <a:custGeom>
              <a:avLst/>
              <a:gdLst/>
              <a:ahLst/>
              <a:cxnLst>
                <a:cxn ang="0">
                  <a:pos x="67" y="31"/>
                </a:cxn>
                <a:cxn ang="0">
                  <a:pos x="61" y="45"/>
                </a:cxn>
                <a:cxn ang="0">
                  <a:pos x="33" y="63"/>
                </a:cxn>
                <a:cxn ang="0">
                  <a:pos x="0" y="43"/>
                </a:cxn>
                <a:cxn ang="0">
                  <a:pos x="5" y="15"/>
                </a:cxn>
                <a:cxn ang="0">
                  <a:pos x="36" y="0"/>
                </a:cxn>
                <a:cxn ang="0">
                  <a:pos x="65" y="11"/>
                </a:cxn>
                <a:cxn ang="0">
                  <a:pos x="58" y="29"/>
                </a:cxn>
                <a:cxn ang="0">
                  <a:pos x="67" y="31"/>
                </a:cxn>
              </a:cxnLst>
              <a:rect l="0" t="0" r="r" b="b"/>
              <a:pathLst>
                <a:path w="67" h="63">
                  <a:moveTo>
                    <a:pt x="67" y="31"/>
                  </a:moveTo>
                  <a:lnTo>
                    <a:pt x="61" y="45"/>
                  </a:lnTo>
                  <a:lnTo>
                    <a:pt x="33" y="63"/>
                  </a:lnTo>
                  <a:lnTo>
                    <a:pt x="0" y="43"/>
                  </a:lnTo>
                  <a:lnTo>
                    <a:pt x="5" y="15"/>
                  </a:lnTo>
                  <a:lnTo>
                    <a:pt x="36" y="0"/>
                  </a:lnTo>
                  <a:lnTo>
                    <a:pt x="65" y="11"/>
                  </a:lnTo>
                  <a:lnTo>
                    <a:pt x="58" y="29"/>
                  </a:lnTo>
                  <a:lnTo>
                    <a:pt x="67" y="3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 429"/>
            <p:cNvSpPr>
              <a:spLocks/>
            </p:cNvSpPr>
            <p:nvPr/>
          </p:nvSpPr>
          <p:spPr bwMode="auto">
            <a:xfrm>
              <a:off x="7672129" y="1779143"/>
              <a:ext cx="202681" cy="72964"/>
            </a:xfrm>
            <a:custGeom>
              <a:avLst/>
              <a:gdLst/>
              <a:ahLst/>
              <a:cxnLst>
                <a:cxn ang="0">
                  <a:pos x="110" y="4"/>
                </a:cxn>
                <a:cxn ang="0">
                  <a:pos x="70" y="18"/>
                </a:cxn>
                <a:cxn ang="0">
                  <a:pos x="70" y="23"/>
                </a:cxn>
                <a:cxn ang="0">
                  <a:pos x="30" y="26"/>
                </a:cxn>
                <a:cxn ang="0">
                  <a:pos x="30" y="31"/>
                </a:cxn>
                <a:cxn ang="0">
                  <a:pos x="42" y="45"/>
                </a:cxn>
                <a:cxn ang="0">
                  <a:pos x="17" y="51"/>
                </a:cxn>
                <a:cxn ang="0">
                  <a:pos x="13" y="56"/>
                </a:cxn>
                <a:cxn ang="0">
                  <a:pos x="20" y="85"/>
                </a:cxn>
                <a:cxn ang="0">
                  <a:pos x="0" y="97"/>
                </a:cxn>
                <a:cxn ang="0">
                  <a:pos x="28" y="133"/>
                </a:cxn>
                <a:cxn ang="0">
                  <a:pos x="50" y="133"/>
                </a:cxn>
                <a:cxn ang="0">
                  <a:pos x="70" y="143"/>
                </a:cxn>
                <a:cxn ang="0">
                  <a:pos x="65" y="158"/>
                </a:cxn>
                <a:cxn ang="0">
                  <a:pos x="143" y="181"/>
                </a:cxn>
                <a:cxn ang="0">
                  <a:pos x="160" y="167"/>
                </a:cxn>
                <a:cxn ang="0">
                  <a:pos x="153" y="138"/>
                </a:cxn>
                <a:cxn ang="0">
                  <a:pos x="171" y="132"/>
                </a:cxn>
                <a:cxn ang="0">
                  <a:pos x="185" y="134"/>
                </a:cxn>
                <a:cxn ang="0">
                  <a:pos x="188" y="150"/>
                </a:cxn>
                <a:cxn ang="0">
                  <a:pos x="238" y="150"/>
                </a:cxn>
                <a:cxn ang="0">
                  <a:pos x="283" y="125"/>
                </a:cxn>
                <a:cxn ang="0">
                  <a:pos x="314" y="128"/>
                </a:cxn>
                <a:cxn ang="0">
                  <a:pos x="316" y="150"/>
                </a:cxn>
                <a:cxn ang="0">
                  <a:pos x="353" y="157"/>
                </a:cxn>
                <a:cxn ang="0">
                  <a:pos x="401" y="132"/>
                </a:cxn>
                <a:cxn ang="0">
                  <a:pos x="368" y="130"/>
                </a:cxn>
                <a:cxn ang="0">
                  <a:pos x="323" y="113"/>
                </a:cxn>
                <a:cxn ang="0">
                  <a:pos x="311" y="81"/>
                </a:cxn>
                <a:cxn ang="0">
                  <a:pos x="336" y="57"/>
                </a:cxn>
                <a:cxn ang="0">
                  <a:pos x="356" y="57"/>
                </a:cxn>
                <a:cxn ang="0">
                  <a:pos x="359" y="71"/>
                </a:cxn>
                <a:cxn ang="0">
                  <a:pos x="342" y="77"/>
                </a:cxn>
                <a:cxn ang="0">
                  <a:pos x="342" y="100"/>
                </a:cxn>
                <a:cxn ang="0">
                  <a:pos x="373" y="114"/>
                </a:cxn>
                <a:cxn ang="0">
                  <a:pos x="409" y="112"/>
                </a:cxn>
                <a:cxn ang="0">
                  <a:pos x="432" y="120"/>
                </a:cxn>
                <a:cxn ang="0">
                  <a:pos x="477" y="90"/>
                </a:cxn>
                <a:cxn ang="0">
                  <a:pos x="461" y="83"/>
                </a:cxn>
                <a:cxn ang="0">
                  <a:pos x="499" y="75"/>
                </a:cxn>
                <a:cxn ang="0">
                  <a:pos x="491" y="61"/>
                </a:cxn>
                <a:cxn ang="0">
                  <a:pos x="444" y="56"/>
                </a:cxn>
                <a:cxn ang="0">
                  <a:pos x="401" y="35"/>
                </a:cxn>
                <a:cxn ang="0">
                  <a:pos x="387" y="39"/>
                </a:cxn>
                <a:cxn ang="0">
                  <a:pos x="348" y="39"/>
                </a:cxn>
                <a:cxn ang="0">
                  <a:pos x="316" y="26"/>
                </a:cxn>
                <a:cxn ang="0">
                  <a:pos x="303" y="11"/>
                </a:cxn>
                <a:cxn ang="0">
                  <a:pos x="286" y="0"/>
                </a:cxn>
                <a:cxn ang="0">
                  <a:pos x="266" y="2"/>
                </a:cxn>
                <a:cxn ang="0">
                  <a:pos x="246" y="24"/>
                </a:cxn>
                <a:cxn ang="0">
                  <a:pos x="243" y="65"/>
                </a:cxn>
                <a:cxn ang="0">
                  <a:pos x="210" y="65"/>
                </a:cxn>
                <a:cxn ang="0">
                  <a:pos x="196" y="59"/>
                </a:cxn>
                <a:cxn ang="0">
                  <a:pos x="196" y="47"/>
                </a:cxn>
                <a:cxn ang="0">
                  <a:pos x="160" y="39"/>
                </a:cxn>
                <a:cxn ang="0">
                  <a:pos x="163" y="31"/>
                </a:cxn>
                <a:cxn ang="0">
                  <a:pos x="183" y="23"/>
                </a:cxn>
                <a:cxn ang="0">
                  <a:pos x="110" y="4"/>
                </a:cxn>
              </a:cxnLst>
              <a:rect l="0" t="0" r="r" b="b"/>
              <a:pathLst>
                <a:path w="499" h="181">
                  <a:moveTo>
                    <a:pt x="110" y="4"/>
                  </a:moveTo>
                  <a:lnTo>
                    <a:pt x="70" y="18"/>
                  </a:lnTo>
                  <a:lnTo>
                    <a:pt x="70" y="23"/>
                  </a:lnTo>
                  <a:lnTo>
                    <a:pt x="30" y="26"/>
                  </a:lnTo>
                  <a:lnTo>
                    <a:pt x="30" y="31"/>
                  </a:lnTo>
                  <a:lnTo>
                    <a:pt x="42" y="45"/>
                  </a:lnTo>
                  <a:lnTo>
                    <a:pt x="17" y="51"/>
                  </a:lnTo>
                  <a:lnTo>
                    <a:pt x="13" y="56"/>
                  </a:lnTo>
                  <a:lnTo>
                    <a:pt x="20" y="85"/>
                  </a:lnTo>
                  <a:lnTo>
                    <a:pt x="0" y="97"/>
                  </a:lnTo>
                  <a:lnTo>
                    <a:pt x="28" y="133"/>
                  </a:lnTo>
                  <a:lnTo>
                    <a:pt x="50" y="133"/>
                  </a:lnTo>
                  <a:lnTo>
                    <a:pt x="70" y="143"/>
                  </a:lnTo>
                  <a:lnTo>
                    <a:pt x="65" y="158"/>
                  </a:lnTo>
                  <a:lnTo>
                    <a:pt x="143" y="181"/>
                  </a:lnTo>
                  <a:lnTo>
                    <a:pt x="160" y="167"/>
                  </a:lnTo>
                  <a:lnTo>
                    <a:pt x="153" y="138"/>
                  </a:lnTo>
                  <a:lnTo>
                    <a:pt x="171" y="132"/>
                  </a:lnTo>
                  <a:lnTo>
                    <a:pt x="185" y="134"/>
                  </a:lnTo>
                  <a:lnTo>
                    <a:pt x="188" y="150"/>
                  </a:lnTo>
                  <a:lnTo>
                    <a:pt x="238" y="150"/>
                  </a:lnTo>
                  <a:lnTo>
                    <a:pt x="283" y="125"/>
                  </a:lnTo>
                  <a:lnTo>
                    <a:pt x="314" y="128"/>
                  </a:lnTo>
                  <a:lnTo>
                    <a:pt x="316" y="150"/>
                  </a:lnTo>
                  <a:lnTo>
                    <a:pt x="353" y="157"/>
                  </a:lnTo>
                  <a:lnTo>
                    <a:pt x="401" y="132"/>
                  </a:lnTo>
                  <a:lnTo>
                    <a:pt x="368" y="130"/>
                  </a:lnTo>
                  <a:lnTo>
                    <a:pt x="323" y="113"/>
                  </a:lnTo>
                  <a:lnTo>
                    <a:pt x="311" y="81"/>
                  </a:lnTo>
                  <a:lnTo>
                    <a:pt x="336" y="57"/>
                  </a:lnTo>
                  <a:lnTo>
                    <a:pt x="356" y="57"/>
                  </a:lnTo>
                  <a:lnTo>
                    <a:pt x="359" y="71"/>
                  </a:lnTo>
                  <a:lnTo>
                    <a:pt x="342" y="77"/>
                  </a:lnTo>
                  <a:lnTo>
                    <a:pt x="342" y="100"/>
                  </a:lnTo>
                  <a:lnTo>
                    <a:pt x="373" y="114"/>
                  </a:lnTo>
                  <a:lnTo>
                    <a:pt x="409" y="112"/>
                  </a:lnTo>
                  <a:lnTo>
                    <a:pt x="432" y="120"/>
                  </a:lnTo>
                  <a:lnTo>
                    <a:pt x="477" y="90"/>
                  </a:lnTo>
                  <a:lnTo>
                    <a:pt x="461" y="83"/>
                  </a:lnTo>
                  <a:lnTo>
                    <a:pt x="499" y="75"/>
                  </a:lnTo>
                  <a:lnTo>
                    <a:pt x="491" y="61"/>
                  </a:lnTo>
                  <a:lnTo>
                    <a:pt x="444" y="56"/>
                  </a:lnTo>
                  <a:lnTo>
                    <a:pt x="401" y="35"/>
                  </a:lnTo>
                  <a:lnTo>
                    <a:pt x="387" y="39"/>
                  </a:lnTo>
                  <a:lnTo>
                    <a:pt x="348" y="39"/>
                  </a:lnTo>
                  <a:lnTo>
                    <a:pt x="316" y="26"/>
                  </a:lnTo>
                  <a:lnTo>
                    <a:pt x="303" y="11"/>
                  </a:lnTo>
                  <a:lnTo>
                    <a:pt x="286" y="0"/>
                  </a:lnTo>
                  <a:lnTo>
                    <a:pt x="266" y="2"/>
                  </a:lnTo>
                  <a:lnTo>
                    <a:pt x="246" y="24"/>
                  </a:lnTo>
                  <a:lnTo>
                    <a:pt x="243" y="65"/>
                  </a:lnTo>
                  <a:lnTo>
                    <a:pt x="210" y="65"/>
                  </a:lnTo>
                  <a:lnTo>
                    <a:pt x="196" y="59"/>
                  </a:lnTo>
                  <a:lnTo>
                    <a:pt x="196" y="47"/>
                  </a:lnTo>
                  <a:lnTo>
                    <a:pt x="160" y="39"/>
                  </a:lnTo>
                  <a:lnTo>
                    <a:pt x="163" y="31"/>
                  </a:lnTo>
                  <a:lnTo>
                    <a:pt x="183" y="23"/>
                  </a:lnTo>
                  <a:lnTo>
                    <a:pt x="110" y="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 430"/>
            <p:cNvSpPr>
              <a:spLocks/>
            </p:cNvSpPr>
            <p:nvPr/>
          </p:nvSpPr>
          <p:spPr bwMode="auto">
            <a:xfrm>
              <a:off x="7903996" y="1805085"/>
              <a:ext cx="110259" cy="389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" y="5"/>
                </a:cxn>
                <a:cxn ang="0">
                  <a:pos x="51" y="19"/>
                </a:cxn>
                <a:cxn ang="0">
                  <a:pos x="130" y="19"/>
                </a:cxn>
                <a:cxn ang="0">
                  <a:pos x="146" y="28"/>
                </a:cxn>
                <a:cxn ang="0">
                  <a:pos x="198" y="33"/>
                </a:cxn>
                <a:cxn ang="0">
                  <a:pos x="256" y="45"/>
                </a:cxn>
                <a:cxn ang="0">
                  <a:pos x="273" y="61"/>
                </a:cxn>
                <a:cxn ang="0">
                  <a:pos x="261" y="81"/>
                </a:cxn>
                <a:cxn ang="0">
                  <a:pos x="203" y="95"/>
                </a:cxn>
                <a:cxn ang="0">
                  <a:pos x="146" y="94"/>
                </a:cxn>
                <a:cxn ang="0">
                  <a:pos x="85" y="66"/>
                </a:cxn>
                <a:cxn ang="0">
                  <a:pos x="48" y="52"/>
                </a:cxn>
                <a:cxn ang="0">
                  <a:pos x="43" y="34"/>
                </a:cxn>
                <a:cxn ang="0">
                  <a:pos x="6" y="13"/>
                </a:cxn>
                <a:cxn ang="0">
                  <a:pos x="0" y="0"/>
                </a:cxn>
              </a:cxnLst>
              <a:rect l="0" t="0" r="r" b="b"/>
              <a:pathLst>
                <a:path w="273" h="95">
                  <a:moveTo>
                    <a:pt x="0" y="0"/>
                  </a:moveTo>
                  <a:lnTo>
                    <a:pt x="20" y="5"/>
                  </a:lnTo>
                  <a:lnTo>
                    <a:pt x="51" y="19"/>
                  </a:lnTo>
                  <a:lnTo>
                    <a:pt x="130" y="19"/>
                  </a:lnTo>
                  <a:lnTo>
                    <a:pt x="146" y="28"/>
                  </a:lnTo>
                  <a:lnTo>
                    <a:pt x="198" y="33"/>
                  </a:lnTo>
                  <a:lnTo>
                    <a:pt x="256" y="45"/>
                  </a:lnTo>
                  <a:lnTo>
                    <a:pt x="273" y="61"/>
                  </a:lnTo>
                  <a:lnTo>
                    <a:pt x="261" y="81"/>
                  </a:lnTo>
                  <a:lnTo>
                    <a:pt x="203" y="95"/>
                  </a:lnTo>
                  <a:lnTo>
                    <a:pt x="146" y="94"/>
                  </a:lnTo>
                  <a:lnTo>
                    <a:pt x="85" y="66"/>
                  </a:lnTo>
                  <a:lnTo>
                    <a:pt x="48" y="52"/>
                  </a:lnTo>
                  <a:lnTo>
                    <a:pt x="43" y="34"/>
                  </a:lnTo>
                  <a:lnTo>
                    <a:pt x="6" y="1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 431"/>
            <p:cNvSpPr>
              <a:spLocks/>
            </p:cNvSpPr>
            <p:nvPr/>
          </p:nvSpPr>
          <p:spPr bwMode="auto">
            <a:xfrm>
              <a:off x="7062462" y="1858594"/>
              <a:ext cx="47022" cy="21080"/>
            </a:xfrm>
            <a:custGeom>
              <a:avLst/>
              <a:gdLst/>
              <a:ahLst/>
              <a:cxnLst>
                <a:cxn ang="0">
                  <a:pos x="28" y="1"/>
                </a:cxn>
                <a:cxn ang="0">
                  <a:pos x="67" y="0"/>
                </a:cxn>
                <a:cxn ang="0">
                  <a:pos x="112" y="4"/>
                </a:cxn>
                <a:cxn ang="0">
                  <a:pos x="115" y="11"/>
                </a:cxn>
                <a:cxn ang="0">
                  <a:pos x="90" y="24"/>
                </a:cxn>
                <a:cxn ang="0">
                  <a:pos x="90" y="41"/>
                </a:cxn>
                <a:cxn ang="0">
                  <a:pos x="50" y="53"/>
                </a:cxn>
                <a:cxn ang="0">
                  <a:pos x="16" y="29"/>
                </a:cxn>
                <a:cxn ang="0">
                  <a:pos x="0" y="24"/>
                </a:cxn>
                <a:cxn ang="0">
                  <a:pos x="13" y="11"/>
                </a:cxn>
                <a:cxn ang="0">
                  <a:pos x="28" y="1"/>
                </a:cxn>
              </a:cxnLst>
              <a:rect l="0" t="0" r="r" b="b"/>
              <a:pathLst>
                <a:path w="115" h="53">
                  <a:moveTo>
                    <a:pt x="28" y="1"/>
                  </a:moveTo>
                  <a:lnTo>
                    <a:pt x="67" y="0"/>
                  </a:lnTo>
                  <a:lnTo>
                    <a:pt x="112" y="4"/>
                  </a:lnTo>
                  <a:lnTo>
                    <a:pt x="115" y="11"/>
                  </a:lnTo>
                  <a:lnTo>
                    <a:pt x="90" y="24"/>
                  </a:lnTo>
                  <a:lnTo>
                    <a:pt x="90" y="41"/>
                  </a:lnTo>
                  <a:lnTo>
                    <a:pt x="50" y="53"/>
                  </a:lnTo>
                  <a:lnTo>
                    <a:pt x="16" y="29"/>
                  </a:lnTo>
                  <a:lnTo>
                    <a:pt x="0" y="24"/>
                  </a:lnTo>
                  <a:lnTo>
                    <a:pt x="13" y="11"/>
                  </a:lnTo>
                  <a:lnTo>
                    <a:pt x="28" y="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 432"/>
            <p:cNvSpPr>
              <a:spLocks/>
            </p:cNvSpPr>
            <p:nvPr/>
          </p:nvSpPr>
          <p:spPr bwMode="auto">
            <a:xfrm>
              <a:off x="6065268" y="1912102"/>
              <a:ext cx="34050" cy="22700"/>
            </a:xfrm>
            <a:custGeom>
              <a:avLst/>
              <a:gdLst/>
              <a:ahLst/>
              <a:cxnLst>
                <a:cxn ang="0">
                  <a:pos x="25" y="57"/>
                </a:cxn>
                <a:cxn ang="0">
                  <a:pos x="50" y="46"/>
                </a:cxn>
                <a:cxn ang="0">
                  <a:pos x="86" y="25"/>
                </a:cxn>
                <a:cxn ang="0">
                  <a:pos x="48" y="0"/>
                </a:cxn>
                <a:cxn ang="0">
                  <a:pos x="0" y="25"/>
                </a:cxn>
                <a:cxn ang="0">
                  <a:pos x="0" y="44"/>
                </a:cxn>
                <a:cxn ang="0">
                  <a:pos x="25" y="57"/>
                </a:cxn>
              </a:cxnLst>
              <a:rect l="0" t="0" r="r" b="b"/>
              <a:pathLst>
                <a:path w="86" h="57">
                  <a:moveTo>
                    <a:pt x="25" y="57"/>
                  </a:moveTo>
                  <a:lnTo>
                    <a:pt x="50" y="46"/>
                  </a:lnTo>
                  <a:lnTo>
                    <a:pt x="86" y="25"/>
                  </a:lnTo>
                  <a:lnTo>
                    <a:pt x="48" y="0"/>
                  </a:lnTo>
                  <a:lnTo>
                    <a:pt x="0" y="25"/>
                  </a:lnTo>
                  <a:lnTo>
                    <a:pt x="0" y="44"/>
                  </a:lnTo>
                  <a:lnTo>
                    <a:pt x="25" y="5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 433"/>
            <p:cNvSpPr>
              <a:spLocks/>
            </p:cNvSpPr>
            <p:nvPr/>
          </p:nvSpPr>
          <p:spPr bwMode="auto">
            <a:xfrm>
              <a:off x="5786378" y="2062898"/>
              <a:ext cx="37293" cy="21080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92" y="31"/>
                </a:cxn>
                <a:cxn ang="0">
                  <a:pos x="88" y="53"/>
                </a:cxn>
                <a:cxn ang="0">
                  <a:pos x="67" y="53"/>
                </a:cxn>
                <a:cxn ang="0">
                  <a:pos x="13" y="31"/>
                </a:cxn>
                <a:cxn ang="0">
                  <a:pos x="0" y="11"/>
                </a:cxn>
                <a:cxn ang="0">
                  <a:pos x="25" y="0"/>
                </a:cxn>
              </a:cxnLst>
              <a:rect l="0" t="0" r="r" b="b"/>
              <a:pathLst>
                <a:path w="92" h="53">
                  <a:moveTo>
                    <a:pt x="25" y="0"/>
                  </a:moveTo>
                  <a:lnTo>
                    <a:pt x="92" y="31"/>
                  </a:lnTo>
                  <a:lnTo>
                    <a:pt x="88" y="53"/>
                  </a:lnTo>
                  <a:lnTo>
                    <a:pt x="67" y="53"/>
                  </a:lnTo>
                  <a:lnTo>
                    <a:pt x="13" y="31"/>
                  </a:lnTo>
                  <a:lnTo>
                    <a:pt x="0" y="11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 434"/>
            <p:cNvSpPr>
              <a:spLocks/>
            </p:cNvSpPr>
            <p:nvPr/>
          </p:nvSpPr>
          <p:spPr bwMode="auto">
            <a:xfrm>
              <a:off x="5663146" y="1745094"/>
              <a:ext cx="374555" cy="179982"/>
            </a:xfrm>
            <a:custGeom>
              <a:avLst/>
              <a:gdLst/>
              <a:ahLst/>
              <a:cxnLst>
                <a:cxn ang="0">
                  <a:pos x="914" y="15"/>
                </a:cxn>
                <a:cxn ang="0">
                  <a:pos x="898" y="58"/>
                </a:cxn>
                <a:cxn ang="0">
                  <a:pos x="843" y="86"/>
                </a:cxn>
                <a:cxn ang="0">
                  <a:pos x="688" y="122"/>
                </a:cxn>
                <a:cxn ang="0">
                  <a:pos x="599" y="139"/>
                </a:cxn>
                <a:cxn ang="0">
                  <a:pos x="539" y="164"/>
                </a:cxn>
                <a:cxn ang="0">
                  <a:pos x="485" y="192"/>
                </a:cxn>
                <a:cxn ang="0">
                  <a:pos x="414" y="238"/>
                </a:cxn>
                <a:cxn ang="0">
                  <a:pos x="384" y="264"/>
                </a:cxn>
                <a:cxn ang="0">
                  <a:pos x="321" y="285"/>
                </a:cxn>
                <a:cxn ang="0">
                  <a:pos x="296" y="313"/>
                </a:cxn>
                <a:cxn ang="0">
                  <a:pos x="249" y="332"/>
                </a:cxn>
                <a:cxn ang="0">
                  <a:pos x="186" y="441"/>
                </a:cxn>
                <a:cxn ang="0">
                  <a:pos x="127" y="421"/>
                </a:cxn>
                <a:cxn ang="0">
                  <a:pos x="52" y="405"/>
                </a:cxn>
                <a:cxn ang="0">
                  <a:pos x="110" y="383"/>
                </a:cxn>
                <a:cxn ang="0">
                  <a:pos x="39" y="385"/>
                </a:cxn>
                <a:cxn ang="0">
                  <a:pos x="17" y="355"/>
                </a:cxn>
                <a:cxn ang="0">
                  <a:pos x="64" y="330"/>
                </a:cxn>
                <a:cxn ang="0">
                  <a:pos x="93" y="324"/>
                </a:cxn>
                <a:cxn ang="0">
                  <a:pos x="119" y="331"/>
                </a:cxn>
                <a:cxn ang="0">
                  <a:pos x="127" y="330"/>
                </a:cxn>
                <a:cxn ang="0">
                  <a:pos x="138" y="326"/>
                </a:cxn>
                <a:cxn ang="0">
                  <a:pos x="110" y="305"/>
                </a:cxn>
                <a:cxn ang="0">
                  <a:pos x="157" y="279"/>
                </a:cxn>
                <a:cxn ang="0">
                  <a:pos x="149" y="254"/>
                </a:cxn>
                <a:cxn ang="0">
                  <a:pos x="131" y="236"/>
                </a:cxn>
                <a:cxn ang="0">
                  <a:pos x="110" y="201"/>
                </a:cxn>
                <a:cxn ang="0">
                  <a:pos x="170" y="201"/>
                </a:cxn>
                <a:cxn ang="0">
                  <a:pos x="207" y="175"/>
                </a:cxn>
                <a:cxn ang="0">
                  <a:pos x="278" y="143"/>
                </a:cxn>
                <a:cxn ang="0">
                  <a:pos x="300" y="128"/>
                </a:cxn>
                <a:cxn ang="0">
                  <a:pos x="388" y="101"/>
                </a:cxn>
                <a:cxn ang="0">
                  <a:pos x="421" y="110"/>
                </a:cxn>
                <a:cxn ang="0">
                  <a:pos x="435" y="93"/>
                </a:cxn>
                <a:cxn ang="0">
                  <a:pos x="519" y="77"/>
                </a:cxn>
                <a:cxn ang="0">
                  <a:pos x="586" y="73"/>
                </a:cxn>
                <a:cxn ang="0">
                  <a:pos x="742" y="18"/>
                </a:cxn>
                <a:cxn ang="0">
                  <a:pos x="839" y="0"/>
                </a:cxn>
              </a:cxnLst>
              <a:rect l="0" t="0" r="r" b="b"/>
              <a:pathLst>
                <a:path w="924" h="441">
                  <a:moveTo>
                    <a:pt x="839" y="0"/>
                  </a:moveTo>
                  <a:lnTo>
                    <a:pt x="914" y="15"/>
                  </a:lnTo>
                  <a:lnTo>
                    <a:pt x="924" y="42"/>
                  </a:lnTo>
                  <a:lnTo>
                    <a:pt x="898" y="58"/>
                  </a:lnTo>
                  <a:lnTo>
                    <a:pt x="902" y="78"/>
                  </a:lnTo>
                  <a:lnTo>
                    <a:pt x="843" y="86"/>
                  </a:lnTo>
                  <a:lnTo>
                    <a:pt x="767" y="113"/>
                  </a:lnTo>
                  <a:lnTo>
                    <a:pt x="688" y="122"/>
                  </a:lnTo>
                  <a:lnTo>
                    <a:pt x="663" y="131"/>
                  </a:lnTo>
                  <a:lnTo>
                    <a:pt x="599" y="139"/>
                  </a:lnTo>
                  <a:lnTo>
                    <a:pt x="591" y="151"/>
                  </a:lnTo>
                  <a:lnTo>
                    <a:pt x="539" y="164"/>
                  </a:lnTo>
                  <a:lnTo>
                    <a:pt x="510" y="173"/>
                  </a:lnTo>
                  <a:lnTo>
                    <a:pt x="485" y="192"/>
                  </a:lnTo>
                  <a:lnTo>
                    <a:pt x="414" y="216"/>
                  </a:lnTo>
                  <a:lnTo>
                    <a:pt x="414" y="238"/>
                  </a:lnTo>
                  <a:lnTo>
                    <a:pt x="388" y="244"/>
                  </a:lnTo>
                  <a:lnTo>
                    <a:pt x="384" y="264"/>
                  </a:lnTo>
                  <a:lnTo>
                    <a:pt x="329" y="264"/>
                  </a:lnTo>
                  <a:lnTo>
                    <a:pt x="321" y="285"/>
                  </a:lnTo>
                  <a:lnTo>
                    <a:pt x="296" y="285"/>
                  </a:lnTo>
                  <a:lnTo>
                    <a:pt x="296" y="313"/>
                  </a:lnTo>
                  <a:lnTo>
                    <a:pt x="274" y="330"/>
                  </a:lnTo>
                  <a:lnTo>
                    <a:pt x="249" y="332"/>
                  </a:lnTo>
                  <a:lnTo>
                    <a:pt x="245" y="372"/>
                  </a:lnTo>
                  <a:lnTo>
                    <a:pt x="186" y="441"/>
                  </a:lnTo>
                  <a:lnTo>
                    <a:pt x="139" y="428"/>
                  </a:lnTo>
                  <a:lnTo>
                    <a:pt x="127" y="421"/>
                  </a:lnTo>
                  <a:lnTo>
                    <a:pt x="60" y="423"/>
                  </a:lnTo>
                  <a:lnTo>
                    <a:pt x="52" y="405"/>
                  </a:lnTo>
                  <a:lnTo>
                    <a:pt x="77" y="391"/>
                  </a:lnTo>
                  <a:lnTo>
                    <a:pt x="110" y="383"/>
                  </a:lnTo>
                  <a:lnTo>
                    <a:pt x="106" y="375"/>
                  </a:lnTo>
                  <a:lnTo>
                    <a:pt x="39" y="385"/>
                  </a:lnTo>
                  <a:lnTo>
                    <a:pt x="0" y="368"/>
                  </a:lnTo>
                  <a:lnTo>
                    <a:pt x="17" y="355"/>
                  </a:lnTo>
                  <a:lnTo>
                    <a:pt x="52" y="352"/>
                  </a:lnTo>
                  <a:lnTo>
                    <a:pt x="64" y="330"/>
                  </a:lnTo>
                  <a:lnTo>
                    <a:pt x="81" y="322"/>
                  </a:lnTo>
                  <a:lnTo>
                    <a:pt x="93" y="324"/>
                  </a:lnTo>
                  <a:lnTo>
                    <a:pt x="114" y="330"/>
                  </a:lnTo>
                  <a:lnTo>
                    <a:pt x="119" y="331"/>
                  </a:lnTo>
                  <a:lnTo>
                    <a:pt x="123" y="331"/>
                  </a:lnTo>
                  <a:lnTo>
                    <a:pt x="127" y="330"/>
                  </a:lnTo>
                  <a:lnTo>
                    <a:pt x="131" y="328"/>
                  </a:lnTo>
                  <a:lnTo>
                    <a:pt x="138" y="326"/>
                  </a:lnTo>
                  <a:lnTo>
                    <a:pt x="139" y="324"/>
                  </a:lnTo>
                  <a:lnTo>
                    <a:pt x="110" y="305"/>
                  </a:lnTo>
                  <a:lnTo>
                    <a:pt x="118" y="285"/>
                  </a:lnTo>
                  <a:lnTo>
                    <a:pt x="157" y="279"/>
                  </a:lnTo>
                  <a:lnTo>
                    <a:pt x="131" y="264"/>
                  </a:lnTo>
                  <a:lnTo>
                    <a:pt x="149" y="254"/>
                  </a:lnTo>
                  <a:lnTo>
                    <a:pt x="164" y="246"/>
                  </a:lnTo>
                  <a:lnTo>
                    <a:pt x="131" y="236"/>
                  </a:lnTo>
                  <a:lnTo>
                    <a:pt x="127" y="211"/>
                  </a:lnTo>
                  <a:lnTo>
                    <a:pt x="110" y="201"/>
                  </a:lnTo>
                  <a:lnTo>
                    <a:pt x="135" y="193"/>
                  </a:lnTo>
                  <a:lnTo>
                    <a:pt x="170" y="201"/>
                  </a:lnTo>
                  <a:lnTo>
                    <a:pt x="207" y="188"/>
                  </a:lnTo>
                  <a:lnTo>
                    <a:pt x="207" y="175"/>
                  </a:lnTo>
                  <a:lnTo>
                    <a:pt x="262" y="175"/>
                  </a:lnTo>
                  <a:lnTo>
                    <a:pt x="278" y="143"/>
                  </a:lnTo>
                  <a:lnTo>
                    <a:pt x="300" y="143"/>
                  </a:lnTo>
                  <a:lnTo>
                    <a:pt x="300" y="128"/>
                  </a:lnTo>
                  <a:lnTo>
                    <a:pt x="355" y="122"/>
                  </a:lnTo>
                  <a:lnTo>
                    <a:pt x="388" y="101"/>
                  </a:lnTo>
                  <a:lnTo>
                    <a:pt x="421" y="98"/>
                  </a:lnTo>
                  <a:lnTo>
                    <a:pt x="421" y="110"/>
                  </a:lnTo>
                  <a:lnTo>
                    <a:pt x="460" y="105"/>
                  </a:lnTo>
                  <a:lnTo>
                    <a:pt x="435" y="93"/>
                  </a:lnTo>
                  <a:lnTo>
                    <a:pt x="452" y="78"/>
                  </a:lnTo>
                  <a:lnTo>
                    <a:pt x="519" y="77"/>
                  </a:lnTo>
                  <a:lnTo>
                    <a:pt x="523" y="87"/>
                  </a:lnTo>
                  <a:lnTo>
                    <a:pt x="586" y="73"/>
                  </a:lnTo>
                  <a:lnTo>
                    <a:pt x="734" y="45"/>
                  </a:lnTo>
                  <a:lnTo>
                    <a:pt x="742" y="18"/>
                  </a:lnTo>
                  <a:lnTo>
                    <a:pt x="788" y="13"/>
                  </a:lnTo>
                  <a:lnTo>
                    <a:pt x="839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 435"/>
            <p:cNvSpPr>
              <a:spLocks/>
            </p:cNvSpPr>
            <p:nvPr/>
          </p:nvSpPr>
          <p:spPr bwMode="auto">
            <a:xfrm>
              <a:off x="5612883" y="1925074"/>
              <a:ext cx="142688" cy="129715"/>
            </a:xfrm>
            <a:custGeom>
              <a:avLst/>
              <a:gdLst/>
              <a:ahLst/>
              <a:cxnLst>
                <a:cxn ang="0">
                  <a:pos x="292" y="25"/>
                </a:cxn>
                <a:cxn ang="0">
                  <a:pos x="240" y="0"/>
                </a:cxn>
                <a:cxn ang="0">
                  <a:pos x="118" y="3"/>
                </a:cxn>
                <a:cxn ang="0">
                  <a:pos x="97" y="37"/>
                </a:cxn>
                <a:cxn ang="0">
                  <a:pos x="76" y="42"/>
                </a:cxn>
                <a:cxn ang="0">
                  <a:pos x="60" y="62"/>
                </a:cxn>
                <a:cxn ang="0">
                  <a:pos x="81" y="81"/>
                </a:cxn>
                <a:cxn ang="0">
                  <a:pos x="76" y="114"/>
                </a:cxn>
                <a:cxn ang="0">
                  <a:pos x="56" y="134"/>
                </a:cxn>
                <a:cxn ang="0">
                  <a:pos x="18" y="139"/>
                </a:cxn>
                <a:cxn ang="0">
                  <a:pos x="0" y="184"/>
                </a:cxn>
                <a:cxn ang="0">
                  <a:pos x="14" y="204"/>
                </a:cxn>
                <a:cxn ang="0">
                  <a:pos x="39" y="215"/>
                </a:cxn>
                <a:cxn ang="0">
                  <a:pos x="64" y="195"/>
                </a:cxn>
                <a:cxn ang="0">
                  <a:pos x="68" y="212"/>
                </a:cxn>
                <a:cxn ang="0">
                  <a:pos x="110" y="223"/>
                </a:cxn>
                <a:cxn ang="0">
                  <a:pos x="147" y="229"/>
                </a:cxn>
                <a:cxn ang="0">
                  <a:pos x="122" y="265"/>
                </a:cxn>
                <a:cxn ang="0">
                  <a:pos x="127" y="293"/>
                </a:cxn>
                <a:cxn ang="0">
                  <a:pos x="178" y="295"/>
                </a:cxn>
                <a:cxn ang="0">
                  <a:pos x="232" y="321"/>
                </a:cxn>
                <a:cxn ang="0">
                  <a:pos x="296" y="307"/>
                </a:cxn>
                <a:cxn ang="0">
                  <a:pos x="342" y="301"/>
                </a:cxn>
                <a:cxn ang="0">
                  <a:pos x="350" y="278"/>
                </a:cxn>
                <a:cxn ang="0">
                  <a:pos x="245" y="212"/>
                </a:cxn>
                <a:cxn ang="0">
                  <a:pos x="228" y="176"/>
                </a:cxn>
                <a:cxn ang="0">
                  <a:pos x="232" y="81"/>
                </a:cxn>
                <a:cxn ang="0">
                  <a:pos x="267" y="78"/>
                </a:cxn>
                <a:cxn ang="0">
                  <a:pos x="292" y="25"/>
                </a:cxn>
              </a:cxnLst>
              <a:rect l="0" t="0" r="r" b="b"/>
              <a:pathLst>
                <a:path w="350" h="321">
                  <a:moveTo>
                    <a:pt x="292" y="25"/>
                  </a:moveTo>
                  <a:lnTo>
                    <a:pt x="240" y="0"/>
                  </a:lnTo>
                  <a:lnTo>
                    <a:pt x="118" y="3"/>
                  </a:lnTo>
                  <a:lnTo>
                    <a:pt x="97" y="37"/>
                  </a:lnTo>
                  <a:lnTo>
                    <a:pt x="76" y="42"/>
                  </a:lnTo>
                  <a:lnTo>
                    <a:pt x="60" y="62"/>
                  </a:lnTo>
                  <a:lnTo>
                    <a:pt x="81" y="81"/>
                  </a:lnTo>
                  <a:lnTo>
                    <a:pt x="76" y="114"/>
                  </a:lnTo>
                  <a:lnTo>
                    <a:pt x="56" y="134"/>
                  </a:lnTo>
                  <a:lnTo>
                    <a:pt x="18" y="139"/>
                  </a:lnTo>
                  <a:lnTo>
                    <a:pt x="0" y="184"/>
                  </a:lnTo>
                  <a:lnTo>
                    <a:pt x="14" y="204"/>
                  </a:lnTo>
                  <a:lnTo>
                    <a:pt x="39" y="215"/>
                  </a:lnTo>
                  <a:lnTo>
                    <a:pt x="64" y="195"/>
                  </a:lnTo>
                  <a:lnTo>
                    <a:pt x="68" y="212"/>
                  </a:lnTo>
                  <a:lnTo>
                    <a:pt x="110" y="223"/>
                  </a:lnTo>
                  <a:lnTo>
                    <a:pt x="147" y="229"/>
                  </a:lnTo>
                  <a:lnTo>
                    <a:pt x="122" y="265"/>
                  </a:lnTo>
                  <a:lnTo>
                    <a:pt x="127" y="293"/>
                  </a:lnTo>
                  <a:lnTo>
                    <a:pt x="178" y="295"/>
                  </a:lnTo>
                  <a:lnTo>
                    <a:pt x="232" y="321"/>
                  </a:lnTo>
                  <a:lnTo>
                    <a:pt x="296" y="307"/>
                  </a:lnTo>
                  <a:lnTo>
                    <a:pt x="342" y="301"/>
                  </a:lnTo>
                  <a:lnTo>
                    <a:pt x="350" y="278"/>
                  </a:lnTo>
                  <a:lnTo>
                    <a:pt x="245" y="212"/>
                  </a:lnTo>
                  <a:lnTo>
                    <a:pt x="228" y="176"/>
                  </a:lnTo>
                  <a:lnTo>
                    <a:pt x="232" y="81"/>
                  </a:lnTo>
                  <a:lnTo>
                    <a:pt x="267" y="78"/>
                  </a:lnTo>
                  <a:lnTo>
                    <a:pt x="292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 436"/>
            <p:cNvSpPr>
              <a:spLocks/>
            </p:cNvSpPr>
            <p:nvPr/>
          </p:nvSpPr>
          <p:spPr bwMode="auto">
            <a:xfrm>
              <a:off x="5629097" y="2014254"/>
              <a:ext cx="27564" cy="14595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67" y="21"/>
                </a:cxn>
                <a:cxn ang="0">
                  <a:pos x="62" y="36"/>
                </a:cxn>
                <a:cxn ang="0">
                  <a:pos x="0" y="3"/>
                </a:cxn>
                <a:cxn ang="0">
                  <a:pos x="25" y="0"/>
                </a:cxn>
              </a:cxnLst>
              <a:rect l="0" t="0" r="r" b="b"/>
              <a:pathLst>
                <a:path w="67" h="36">
                  <a:moveTo>
                    <a:pt x="25" y="0"/>
                  </a:moveTo>
                  <a:lnTo>
                    <a:pt x="67" y="21"/>
                  </a:lnTo>
                  <a:lnTo>
                    <a:pt x="62" y="36"/>
                  </a:lnTo>
                  <a:lnTo>
                    <a:pt x="0" y="3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 437"/>
            <p:cNvSpPr>
              <a:spLocks/>
            </p:cNvSpPr>
            <p:nvPr/>
          </p:nvSpPr>
          <p:spPr bwMode="auto">
            <a:xfrm>
              <a:off x="5528566" y="2095326"/>
              <a:ext cx="53507" cy="32428"/>
            </a:xfrm>
            <a:custGeom>
              <a:avLst/>
              <a:gdLst/>
              <a:ahLst/>
              <a:cxnLst>
                <a:cxn ang="0">
                  <a:pos x="21" y="5"/>
                </a:cxn>
                <a:cxn ang="0">
                  <a:pos x="71" y="0"/>
                </a:cxn>
                <a:cxn ang="0">
                  <a:pos x="96" y="22"/>
                </a:cxn>
                <a:cxn ang="0">
                  <a:pos x="135" y="30"/>
                </a:cxn>
                <a:cxn ang="0">
                  <a:pos x="127" y="61"/>
                </a:cxn>
                <a:cxn ang="0">
                  <a:pos x="75" y="78"/>
                </a:cxn>
                <a:cxn ang="0">
                  <a:pos x="0" y="71"/>
                </a:cxn>
                <a:cxn ang="0">
                  <a:pos x="4" y="45"/>
                </a:cxn>
                <a:cxn ang="0">
                  <a:pos x="21" y="5"/>
                </a:cxn>
              </a:cxnLst>
              <a:rect l="0" t="0" r="r" b="b"/>
              <a:pathLst>
                <a:path w="135" h="78">
                  <a:moveTo>
                    <a:pt x="21" y="5"/>
                  </a:moveTo>
                  <a:lnTo>
                    <a:pt x="71" y="0"/>
                  </a:lnTo>
                  <a:lnTo>
                    <a:pt x="96" y="22"/>
                  </a:lnTo>
                  <a:lnTo>
                    <a:pt x="135" y="30"/>
                  </a:lnTo>
                  <a:lnTo>
                    <a:pt x="127" y="61"/>
                  </a:lnTo>
                  <a:lnTo>
                    <a:pt x="75" y="78"/>
                  </a:lnTo>
                  <a:lnTo>
                    <a:pt x="0" y="71"/>
                  </a:lnTo>
                  <a:lnTo>
                    <a:pt x="4" y="4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 438"/>
            <p:cNvSpPr>
              <a:spLocks/>
            </p:cNvSpPr>
            <p:nvPr/>
          </p:nvSpPr>
          <p:spPr bwMode="auto">
            <a:xfrm>
              <a:off x="6768978" y="1621863"/>
              <a:ext cx="144309" cy="79453"/>
            </a:xfrm>
            <a:custGeom>
              <a:avLst/>
              <a:gdLst/>
              <a:ahLst/>
              <a:cxnLst>
                <a:cxn ang="0">
                  <a:pos x="350" y="128"/>
                </a:cxn>
                <a:cxn ang="0">
                  <a:pos x="354" y="100"/>
                </a:cxn>
                <a:cxn ang="0">
                  <a:pos x="325" y="82"/>
                </a:cxn>
                <a:cxn ang="0">
                  <a:pos x="325" y="66"/>
                </a:cxn>
                <a:cxn ang="0">
                  <a:pos x="287" y="46"/>
                </a:cxn>
                <a:cxn ang="0">
                  <a:pos x="279" y="29"/>
                </a:cxn>
                <a:cxn ang="0">
                  <a:pos x="248" y="27"/>
                </a:cxn>
                <a:cxn ang="0">
                  <a:pos x="236" y="43"/>
                </a:cxn>
                <a:cxn ang="0">
                  <a:pos x="211" y="53"/>
                </a:cxn>
                <a:cxn ang="0">
                  <a:pos x="207" y="27"/>
                </a:cxn>
                <a:cxn ang="0">
                  <a:pos x="228" y="18"/>
                </a:cxn>
                <a:cxn ang="0">
                  <a:pos x="223" y="4"/>
                </a:cxn>
                <a:cxn ang="0">
                  <a:pos x="190" y="0"/>
                </a:cxn>
                <a:cxn ang="0">
                  <a:pos x="182" y="22"/>
                </a:cxn>
                <a:cxn ang="0">
                  <a:pos x="169" y="22"/>
                </a:cxn>
                <a:cxn ang="0">
                  <a:pos x="165" y="8"/>
                </a:cxn>
                <a:cxn ang="0">
                  <a:pos x="140" y="2"/>
                </a:cxn>
                <a:cxn ang="0">
                  <a:pos x="130" y="9"/>
                </a:cxn>
                <a:cxn ang="0">
                  <a:pos x="148" y="22"/>
                </a:cxn>
                <a:cxn ang="0">
                  <a:pos x="114" y="26"/>
                </a:cxn>
                <a:cxn ang="0">
                  <a:pos x="101" y="37"/>
                </a:cxn>
                <a:cxn ang="0">
                  <a:pos x="105" y="43"/>
                </a:cxn>
                <a:cxn ang="0">
                  <a:pos x="93" y="61"/>
                </a:cxn>
                <a:cxn ang="0">
                  <a:pos x="97" y="79"/>
                </a:cxn>
                <a:cxn ang="0">
                  <a:pos x="55" y="82"/>
                </a:cxn>
                <a:cxn ang="0">
                  <a:pos x="51" y="118"/>
                </a:cxn>
                <a:cxn ang="0">
                  <a:pos x="38" y="124"/>
                </a:cxn>
                <a:cxn ang="0">
                  <a:pos x="51" y="140"/>
                </a:cxn>
                <a:cxn ang="0">
                  <a:pos x="0" y="163"/>
                </a:cxn>
                <a:cxn ang="0">
                  <a:pos x="0" y="176"/>
                </a:cxn>
                <a:cxn ang="0">
                  <a:pos x="34" y="193"/>
                </a:cxn>
                <a:cxn ang="0">
                  <a:pos x="64" y="176"/>
                </a:cxn>
                <a:cxn ang="0">
                  <a:pos x="122" y="167"/>
                </a:cxn>
                <a:cxn ang="0">
                  <a:pos x="161" y="157"/>
                </a:cxn>
                <a:cxn ang="0">
                  <a:pos x="194" y="157"/>
                </a:cxn>
                <a:cxn ang="0">
                  <a:pos x="207" y="170"/>
                </a:cxn>
                <a:cxn ang="0">
                  <a:pos x="240" y="159"/>
                </a:cxn>
                <a:cxn ang="0">
                  <a:pos x="279" y="159"/>
                </a:cxn>
                <a:cxn ang="0">
                  <a:pos x="350" y="128"/>
                </a:cxn>
              </a:cxnLst>
              <a:rect l="0" t="0" r="r" b="b"/>
              <a:pathLst>
                <a:path w="354" h="193">
                  <a:moveTo>
                    <a:pt x="350" y="128"/>
                  </a:moveTo>
                  <a:lnTo>
                    <a:pt x="354" y="100"/>
                  </a:lnTo>
                  <a:lnTo>
                    <a:pt x="325" y="82"/>
                  </a:lnTo>
                  <a:lnTo>
                    <a:pt x="325" y="66"/>
                  </a:lnTo>
                  <a:lnTo>
                    <a:pt x="287" y="46"/>
                  </a:lnTo>
                  <a:lnTo>
                    <a:pt x="279" y="29"/>
                  </a:lnTo>
                  <a:lnTo>
                    <a:pt x="248" y="27"/>
                  </a:lnTo>
                  <a:lnTo>
                    <a:pt x="236" y="43"/>
                  </a:lnTo>
                  <a:lnTo>
                    <a:pt x="211" y="53"/>
                  </a:lnTo>
                  <a:lnTo>
                    <a:pt x="207" y="27"/>
                  </a:lnTo>
                  <a:lnTo>
                    <a:pt x="228" y="18"/>
                  </a:lnTo>
                  <a:lnTo>
                    <a:pt x="223" y="4"/>
                  </a:lnTo>
                  <a:lnTo>
                    <a:pt x="190" y="0"/>
                  </a:lnTo>
                  <a:lnTo>
                    <a:pt x="182" y="22"/>
                  </a:lnTo>
                  <a:lnTo>
                    <a:pt x="169" y="22"/>
                  </a:lnTo>
                  <a:lnTo>
                    <a:pt x="165" y="8"/>
                  </a:lnTo>
                  <a:lnTo>
                    <a:pt x="140" y="2"/>
                  </a:lnTo>
                  <a:lnTo>
                    <a:pt x="130" y="9"/>
                  </a:lnTo>
                  <a:lnTo>
                    <a:pt x="148" y="22"/>
                  </a:lnTo>
                  <a:lnTo>
                    <a:pt x="114" y="26"/>
                  </a:lnTo>
                  <a:lnTo>
                    <a:pt x="101" y="37"/>
                  </a:lnTo>
                  <a:lnTo>
                    <a:pt x="105" y="43"/>
                  </a:lnTo>
                  <a:lnTo>
                    <a:pt x="93" y="61"/>
                  </a:lnTo>
                  <a:lnTo>
                    <a:pt x="97" y="79"/>
                  </a:lnTo>
                  <a:lnTo>
                    <a:pt x="55" y="82"/>
                  </a:lnTo>
                  <a:lnTo>
                    <a:pt x="51" y="118"/>
                  </a:lnTo>
                  <a:lnTo>
                    <a:pt x="38" y="124"/>
                  </a:lnTo>
                  <a:lnTo>
                    <a:pt x="51" y="140"/>
                  </a:lnTo>
                  <a:lnTo>
                    <a:pt x="0" y="163"/>
                  </a:lnTo>
                  <a:lnTo>
                    <a:pt x="0" y="176"/>
                  </a:lnTo>
                  <a:lnTo>
                    <a:pt x="34" y="193"/>
                  </a:lnTo>
                  <a:lnTo>
                    <a:pt x="64" y="176"/>
                  </a:lnTo>
                  <a:lnTo>
                    <a:pt x="122" y="167"/>
                  </a:lnTo>
                  <a:lnTo>
                    <a:pt x="161" y="157"/>
                  </a:lnTo>
                  <a:lnTo>
                    <a:pt x="194" y="157"/>
                  </a:lnTo>
                  <a:lnTo>
                    <a:pt x="207" y="170"/>
                  </a:lnTo>
                  <a:lnTo>
                    <a:pt x="240" y="159"/>
                  </a:lnTo>
                  <a:lnTo>
                    <a:pt x="279" y="159"/>
                  </a:lnTo>
                  <a:lnTo>
                    <a:pt x="350" y="1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 439"/>
            <p:cNvSpPr>
              <a:spLocks/>
            </p:cNvSpPr>
            <p:nvPr/>
          </p:nvSpPr>
          <p:spPr bwMode="auto">
            <a:xfrm>
              <a:off x="6624670" y="1578083"/>
              <a:ext cx="162145" cy="79453"/>
            </a:xfrm>
            <a:custGeom>
              <a:avLst/>
              <a:gdLst/>
              <a:ahLst/>
              <a:cxnLst>
                <a:cxn ang="0">
                  <a:pos x="323" y="16"/>
                </a:cxn>
                <a:cxn ang="0">
                  <a:pos x="354" y="20"/>
                </a:cxn>
                <a:cxn ang="0">
                  <a:pos x="400" y="58"/>
                </a:cxn>
                <a:cxn ang="0">
                  <a:pos x="383" y="115"/>
                </a:cxn>
                <a:cxn ang="0">
                  <a:pos x="361" y="123"/>
                </a:cxn>
                <a:cxn ang="0">
                  <a:pos x="323" y="118"/>
                </a:cxn>
                <a:cxn ang="0">
                  <a:pos x="323" y="135"/>
                </a:cxn>
                <a:cxn ang="0">
                  <a:pos x="391" y="164"/>
                </a:cxn>
                <a:cxn ang="0">
                  <a:pos x="391" y="179"/>
                </a:cxn>
                <a:cxn ang="0">
                  <a:pos x="261" y="195"/>
                </a:cxn>
                <a:cxn ang="0">
                  <a:pos x="240" y="193"/>
                </a:cxn>
                <a:cxn ang="0">
                  <a:pos x="230" y="179"/>
                </a:cxn>
                <a:cxn ang="0">
                  <a:pos x="126" y="155"/>
                </a:cxn>
                <a:cxn ang="0">
                  <a:pos x="100" y="156"/>
                </a:cxn>
                <a:cxn ang="0">
                  <a:pos x="66" y="144"/>
                </a:cxn>
                <a:cxn ang="0">
                  <a:pos x="54" y="126"/>
                </a:cxn>
                <a:cxn ang="0">
                  <a:pos x="58" y="101"/>
                </a:cxn>
                <a:cxn ang="0">
                  <a:pos x="33" y="101"/>
                </a:cxn>
                <a:cxn ang="0">
                  <a:pos x="0" y="83"/>
                </a:cxn>
                <a:cxn ang="0">
                  <a:pos x="12" y="77"/>
                </a:cxn>
                <a:cxn ang="0">
                  <a:pos x="25" y="58"/>
                </a:cxn>
                <a:cxn ang="0">
                  <a:pos x="58" y="54"/>
                </a:cxn>
                <a:cxn ang="0">
                  <a:pos x="62" y="29"/>
                </a:cxn>
                <a:cxn ang="0">
                  <a:pos x="87" y="12"/>
                </a:cxn>
                <a:cxn ang="0">
                  <a:pos x="108" y="16"/>
                </a:cxn>
                <a:cxn ang="0">
                  <a:pos x="164" y="4"/>
                </a:cxn>
                <a:cxn ang="0">
                  <a:pos x="248" y="0"/>
                </a:cxn>
                <a:cxn ang="0">
                  <a:pos x="277" y="19"/>
                </a:cxn>
                <a:cxn ang="0">
                  <a:pos x="252" y="36"/>
                </a:cxn>
                <a:cxn ang="0">
                  <a:pos x="261" y="48"/>
                </a:cxn>
                <a:cxn ang="0">
                  <a:pos x="294" y="38"/>
                </a:cxn>
                <a:cxn ang="0">
                  <a:pos x="323" y="16"/>
                </a:cxn>
              </a:cxnLst>
              <a:rect l="0" t="0" r="r" b="b"/>
              <a:pathLst>
                <a:path w="400" h="195">
                  <a:moveTo>
                    <a:pt x="323" y="16"/>
                  </a:moveTo>
                  <a:lnTo>
                    <a:pt x="354" y="20"/>
                  </a:lnTo>
                  <a:lnTo>
                    <a:pt x="400" y="58"/>
                  </a:lnTo>
                  <a:lnTo>
                    <a:pt x="383" y="115"/>
                  </a:lnTo>
                  <a:lnTo>
                    <a:pt x="361" y="123"/>
                  </a:lnTo>
                  <a:lnTo>
                    <a:pt x="323" y="118"/>
                  </a:lnTo>
                  <a:lnTo>
                    <a:pt x="323" y="135"/>
                  </a:lnTo>
                  <a:lnTo>
                    <a:pt x="391" y="164"/>
                  </a:lnTo>
                  <a:lnTo>
                    <a:pt x="391" y="179"/>
                  </a:lnTo>
                  <a:lnTo>
                    <a:pt x="261" y="195"/>
                  </a:lnTo>
                  <a:lnTo>
                    <a:pt x="240" y="193"/>
                  </a:lnTo>
                  <a:lnTo>
                    <a:pt x="230" y="179"/>
                  </a:lnTo>
                  <a:lnTo>
                    <a:pt x="126" y="155"/>
                  </a:lnTo>
                  <a:lnTo>
                    <a:pt x="100" y="156"/>
                  </a:lnTo>
                  <a:lnTo>
                    <a:pt x="66" y="144"/>
                  </a:lnTo>
                  <a:lnTo>
                    <a:pt x="54" y="126"/>
                  </a:lnTo>
                  <a:lnTo>
                    <a:pt x="58" y="101"/>
                  </a:lnTo>
                  <a:lnTo>
                    <a:pt x="33" y="101"/>
                  </a:lnTo>
                  <a:lnTo>
                    <a:pt x="0" y="83"/>
                  </a:lnTo>
                  <a:lnTo>
                    <a:pt x="12" y="77"/>
                  </a:lnTo>
                  <a:lnTo>
                    <a:pt x="25" y="58"/>
                  </a:lnTo>
                  <a:lnTo>
                    <a:pt x="58" y="54"/>
                  </a:lnTo>
                  <a:lnTo>
                    <a:pt x="62" y="29"/>
                  </a:lnTo>
                  <a:lnTo>
                    <a:pt x="87" y="12"/>
                  </a:lnTo>
                  <a:lnTo>
                    <a:pt x="108" y="16"/>
                  </a:lnTo>
                  <a:lnTo>
                    <a:pt x="164" y="4"/>
                  </a:lnTo>
                  <a:lnTo>
                    <a:pt x="248" y="0"/>
                  </a:lnTo>
                  <a:lnTo>
                    <a:pt x="277" y="19"/>
                  </a:lnTo>
                  <a:lnTo>
                    <a:pt x="252" y="36"/>
                  </a:lnTo>
                  <a:lnTo>
                    <a:pt x="261" y="48"/>
                  </a:lnTo>
                  <a:lnTo>
                    <a:pt x="294" y="38"/>
                  </a:lnTo>
                  <a:lnTo>
                    <a:pt x="323" y="1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 440"/>
            <p:cNvSpPr>
              <a:spLocks/>
            </p:cNvSpPr>
            <p:nvPr/>
          </p:nvSpPr>
          <p:spPr bwMode="auto">
            <a:xfrm>
              <a:off x="6572783" y="1506740"/>
              <a:ext cx="160523" cy="77830"/>
            </a:xfrm>
            <a:custGeom>
              <a:avLst/>
              <a:gdLst/>
              <a:ahLst/>
              <a:cxnLst>
                <a:cxn ang="0">
                  <a:pos x="396" y="94"/>
                </a:cxn>
                <a:cxn ang="0">
                  <a:pos x="353" y="118"/>
                </a:cxn>
                <a:cxn ang="0">
                  <a:pos x="349" y="143"/>
                </a:cxn>
                <a:cxn ang="0">
                  <a:pos x="357" y="159"/>
                </a:cxn>
                <a:cxn ang="0">
                  <a:pos x="245" y="163"/>
                </a:cxn>
                <a:cxn ang="0">
                  <a:pos x="202" y="172"/>
                </a:cxn>
                <a:cxn ang="0">
                  <a:pos x="189" y="185"/>
                </a:cxn>
                <a:cxn ang="0">
                  <a:pos x="127" y="191"/>
                </a:cxn>
                <a:cxn ang="0">
                  <a:pos x="59" y="173"/>
                </a:cxn>
                <a:cxn ang="0">
                  <a:pos x="59" y="157"/>
                </a:cxn>
                <a:cxn ang="0">
                  <a:pos x="21" y="157"/>
                </a:cxn>
                <a:cxn ang="0">
                  <a:pos x="0" y="147"/>
                </a:cxn>
                <a:cxn ang="0">
                  <a:pos x="34" y="130"/>
                </a:cxn>
                <a:cxn ang="0">
                  <a:pos x="75" y="127"/>
                </a:cxn>
                <a:cxn ang="0">
                  <a:pos x="100" y="108"/>
                </a:cxn>
                <a:cxn ang="0">
                  <a:pos x="67" y="86"/>
                </a:cxn>
                <a:cxn ang="0">
                  <a:pos x="110" y="65"/>
                </a:cxn>
                <a:cxn ang="0">
                  <a:pos x="220" y="32"/>
                </a:cxn>
                <a:cxn ang="0">
                  <a:pos x="231" y="6"/>
                </a:cxn>
                <a:cxn ang="0">
                  <a:pos x="266" y="0"/>
                </a:cxn>
                <a:cxn ang="0">
                  <a:pos x="303" y="18"/>
                </a:cxn>
                <a:cxn ang="0">
                  <a:pos x="324" y="61"/>
                </a:cxn>
                <a:cxn ang="0">
                  <a:pos x="384" y="85"/>
                </a:cxn>
                <a:cxn ang="0">
                  <a:pos x="396" y="94"/>
                </a:cxn>
              </a:cxnLst>
              <a:rect l="0" t="0" r="r" b="b"/>
              <a:pathLst>
                <a:path w="396" h="191">
                  <a:moveTo>
                    <a:pt x="396" y="94"/>
                  </a:moveTo>
                  <a:lnTo>
                    <a:pt x="353" y="118"/>
                  </a:lnTo>
                  <a:lnTo>
                    <a:pt x="349" y="143"/>
                  </a:lnTo>
                  <a:lnTo>
                    <a:pt x="357" y="159"/>
                  </a:lnTo>
                  <a:lnTo>
                    <a:pt x="245" y="163"/>
                  </a:lnTo>
                  <a:lnTo>
                    <a:pt x="202" y="172"/>
                  </a:lnTo>
                  <a:lnTo>
                    <a:pt x="189" y="185"/>
                  </a:lnTo>
                  <a:lnTo>
                    <a:pt x="127" y="191"/>
                  </a:lnTo>
                  <a:lnTo>
                    <a:pt x="59" y="173"/>
                  </a:lnTo>
                  <a:lnTo>
                    <a:pt x="59" y="157"/>
                  </a:lnTo>
                  <a:lnTo>
                    <a:pt x="21" y="157"/>
                  </a:lnTo>
                  <a:lnTo>
                    <a:pt x="0" y="147"/>
                  </a:lnTo>
                  <a:lnTo>
                    <a:pt x="34" y="130"/>
                  </a:lnTo>
                  <a:lnTo>
                    <a:pt x="75" y="127"/>
                  </a:lnTo>
                  <a:lnTo>
                    <a:pt x="100" y="108"/>
                  </a:lnTo>
                  <a:lnTo>
                    <a:pt x="67" y="86"/>
                  </a:lnTo>
                  <a:lnTo>
                    <a:pt x="110" y="65"/>
                  </a:lnTo>
                  <a:lnTo>
                    <a:pt x="220" y="32"/>
                  </a:lnTo>
                  <a:lnTo>
                    <a:pt x="231" y="6"/>
                  </a:lnTo>
                  <a:lnTo>
                    <a:pt x="266" y="0"/>
                  </a:lnTo>
                  <a:lnTo>
                    <a:pt x="303" y="18"/>
                  </a:lnTo>
                  <a:lnTo>
                    <a:pt x="324" y="61"/>
                  </a:lnTo>
                  <a:lnTo>
                    <a:pt x="384" y="85"/>
                  </a:lnTo>
                  <a:lnTo>
                    <a:pt x="396" y="9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 441"/>
            <p:cNvSpPr>
              <a:spLocks/>
            </p:cNvSpPr>
            <p:nvPr/>
          </p:nvSpPr>
          <p:spPr bwMode="auto">
            <a:xfrm>
              <a:off x="6567918" y="1582947"/>
              <a:ext cx="59993" cy="25944"/>
            </a:xfrm>
            <a:custGeom>
              <a:avLst/>
              <a:gdLst/>
              <a:ahLst/>
              <a:cxnLst>
                <a:cxn ang="0">
                  <a:pos x="147" y="24"/>
                </a:cxn>
                <a:cxn ang="0">
                  <a:pos x="126" y="14"/>
                </a:cxn>
                <a:cxn ang="0">
                  <a:pos x="100" y="13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4" y="8"/>
                </a:cxn>
                <a:cxn ang="0">
                  <a:pos x="25" y="17"/>
                </a:cxn>
                <a:cxn ang="0">
                  <a:pos x="25" y="42"/>
                </a:cxn>
                <a:cxn ang="0">
                  <a:pos x="54" y="44"/>
                </a:cxn>
                <a:cxn ang="0">
                  <a:pos x="79" y="50"/>
                </a:cxn>
                <a:cxn ang="0">
                  <a:pos x="58" y="57"/>
                </a:cxn>
                <a:cxn ang="0">
                  <a:pos x="71" y="62"/>
                </a:cxn>
                <a:cxn ang="0">
                  <a:pos x="108" y="46"/>
                </a:cxn>
                <a:cxn ang="0">
                  <a:pos x="147" y="24"/>
                </a:cxn>
              </a:cxnLst>
              <a:rect l="0" t="0" r="r" b="b"/>
              <a:pathLst>
                <a:path w="147" h="62">
                  <a:moveTo>
                    <a:pt x="147" y="24"/>
                  </a:moveTo>
                  <a:lnTo>
                    <a:pt x="126" y="14"/>
                  </a:lnTo>
                  <a:lnTo>
                    <a:pt x="100" y="13"/>
                  </a:lnTo>
                  <a:lnTo>
                    <a:pt x="54" y="0"/>
                  </a:lnTo>
                  <a:lnTo>
                    <a:pt x="0" y="0"/>
                  </a:lnTo>
                  <a:lnTo>
                    <a:pt x="4" y="8"/>
                  </a:lnTo>
                  <a:lnTo>
                    <a:pt x="25" y="17"/>
                  </a:lnTo>
                  <a:lnTo>
                    <a:pt x="25" y="42"/>
                  </a:lnTo>
                  <a:lnTo>
                    <a:pt x="54" y="44"/>
                  </a:lnTo>
                  <a:lnTo>
                    <a:pt x="79" y="50"/>
                  </a:lnTo>
                  <a:lnTo>
                    <a:pt x="58" y="57"/>
                  </a:lnTo>
                  <a:lnTo>
                    <a:pt x="71" y="62"/>
                  </a:lnTo>
                  <a:lnTo>
                    <a:pt x="108" y="46"/>
                  </a:lnTo>
                  <a:lnTo>
                    <a:pt x="147" y="2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 442"/>
            <p:cNvSpPr>
              <a:spLocks/>
            </p:cNvSpPr>
            <p:nvPr/>
          </p:nvSpPr>
          <p:spPr bwMode="auto">
            <a:xfrm>
              <a:off x="6574405" y="1605647"/>
              <a:ext cx="12972" cy="324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32" y="5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32" y="0"/>
                </a:cxn>
              </a:cxnLst>
              <a:rect l="0" t="0" r="r" b="b"/>
              <a:pathLst>
                <a:path w="32" h="6">
                  <a:moveTo>
                    <a:pt x="32" y="0"/>
                  </a:moveTo>
                  <a:lnTo>
                    <a:pt x="32" y="5"/>
                  </a:lnTo>
                  <a:lnTo>
                    <a:pt x="0" y="6"/>
                  </a:lnTo>
                  <a:lnTo>
                    <a:pt x="0" y="1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 443"/>
            <p:cNvSpPr>
              <a:spLocks/>
            </p:cNvSpPr>
            <p:nvPr/>
          </p:nvSpPr>
          <p:spPr bwMode="auto">
            <a:xfrm>
              <a:off x="8670944" y="1999661"/>
              <a:ext cx="94045" cy="2918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26" y="0"/>
                </a:cxn>
                <a:cxn ang="0">
                  <a:pos x="76" y="16"/>
                </a:cxn>
                <a:cxn ang="0">
                  <a:pos x="129" y="7"/>
                </a:cxn>
                <a:cxn ang="0">
                  <a:pos x="174" y="6"/>
                </a:cxn>
                <a:cxn ang="0">
                  <a:pos x="199" y="26"/>
                </a:cxn>
                <a:cxn ang="0">
                  <a:pos x="228" y="26"/>
                </a:cxn>
                <a:cxn ang="0">
                  <a:pos x="234" y="35"/>
                </a:cxn>
                <a:cxn ang="0">
                  <a:pos x="228" y="53"/>
                </a:cxn>
                <a:cxn ang="0">
                  <a:pos x="194" y="73"/>
                </a:cxn>
                <a:cxn ang="0">
                  <a:pos x="98" y="69"/>
                </a:cxn>
                <a:cxn ang="0">
                  <a:pos x="48" y="51"/>
                </a:cxn>
                <a:cxn ang="0">
                  <a:pos x="0" y="23"/>
                </a:cxn>
                <a:cxn ang="0">
                  <a:pos x="14" y="3"/>
                </a:cxn>
              </a:cxnLst>
              <a:rect l="0" t="0" r="r" b="b"/>
              <a:pathLst>
                <a:path w="234" h="73">
                  <a:moveTo>
                    <a:pt x="14" y="3"/>
                  </a:moveTo>
                  <a:lnTo>
                    <a:pt x="26" y="0"/>
                  </a:lnTo>
                  <a:lnTo>
                    <a:pt x="76" y="16"/>
                  </a:lnTo>
                  <a:lnTo>
                    <a:pt x="129" y="7"/>
                  </a:lnTo>
                  <a:lnTo>
                    <a:pt x="174" y="6"/>
                  </a:lnTo>
                  <a:lnTo>
                    <a:pt x="199" y="26"/>
                  </a:lnTo>
                  <a:lnTo>
                    <a:pt x="228" y="26"/>
                  </a:lnTo>
                  <a:lnTo>
                    <a:pt x="234" y="35"/>
                  </a:lnTo>
                  <a:lnTo>
                    <a:pt x="228" y="53"/>
                  </a:lnTo>
                  <a:lnTo>
                    <a:pt x="194" y="73"/>
                  </a:lnTo>
                  <a:lnTo>
                    <a:pt x="98" y="69"/>
                  </a:lnTo>
                  <a:lnTo>
                    <a:pt x="48" y="51"/>
                  </a:lnTo>
                  <a:lnTo>
                    <a:pt x="0" y="2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 444"/>
            <p:cNvSpPr>
              <a:spLocks/>
            </p:cNvSpPr>
            <p:nvPr/>
          </p:nvSpPr>
          <p:spPr bwMode="auto">
            <a:xfrm>
              <a:off x="1583571" y="3540040"/>
              <a:ext cx="729655" cy="466978"/>
            </a:xfrm>
            <a:custGeom>
              <a:avLst/>
              <a:gdLst/>
              <a:ahLst/>
              <a:cxnLst>
                <a:cxn ang="0">
                  <a:pos x="1736" y="931"/>
                </a:cxn>
                <a:cxn ang="0">
                  <a:pos x="1753" y="832"/>
                </a:cxn>
                <a:cxn ang="0">
                  <a:pos x="1778" y="727"/>
                </a:cxn>
                <a:cxn ang="0">
                  <a:pos x="1681" y="722"/>
                </a:cxn>
                <a:cxn ang="0">
                  <a:pos x="1585" y="782"/>
                </a:cxn>
                <a:cxn ang="0">
                  <a:pos x="1534" y="911"/>
                </a:cxn>
                <a:cxn ang="0">
                  <a:pos x="1361" y="937"/>
                </a:cxn>
                <a:cxn ang="0">
                  <a:pos x="1281" y="900"/>
                </a:cxn>
                <a:cxn ang="0">
                  <a:pos x="1218" y="828"/>
                </a:cxn>
                <a:cxn ang="0">
                  <a:pos x="1142" y="668"/>
                </a:cxn>
                <a:cxn ang="0">
                  <a:pos x="1179" y="478"/>
                </a:cxn>
                <a:cxn ang="0">
                  <a:pos x="1056" y="390"/>
                </a:cxn>
                <a:cxn ang="0">
                  <a:pos x="881" y="184"/>
                </a:cxn>
                <a:cxn ang="0">
                  <a:pos x="836" y="250"/>
                </a:cxn>
                <a:cxn ang="0">
                  <a:pos x="746" y="139"/>
                </a:cxn>
                <a:cxn ang="0">
                  <a:pos x="650" y="66"/>
                </a:cxn>
                <a:cxn ang="0">
                  <a:pos x="522" y="86"/>
                </a:cxn>
                <a:cxn ang="0">
                  <a:pos x="308" y="93"/>
                </a:cxn>
                <a:cxn ang="0">
                  <a:pos x="32" y="4"/>
                </a:cxn>
                <a:cxn ang="0">
                  <a:pos x="18" y="88"/>
                </a:cxn>
                <a:cxn ang="0">
                  <a:pos x="110" y="212"/>
                </a:cxn>
                <a:cxn ang="0">
                  <a:pos x="178" y="293"/>
                </a:cxn>
                <a:cxn ang="0">
                  <a:pos x="134" y="341"/>
                </a:cxn>
                <a:cxn ang="0">
                  <a:pos x="133" y="346"/>
                </a:cxn>
                <a:cxn ang="0">
                  <a:pos x="191" y="391"/>
                </a:cxn>
                <a:cxn ang="0">
                  <a:pos x="293" y="461"/>
                </a:cxn>
                <a:cxn ang="0">
                  <a:pos x="359" y="568"/>
                </a:cxn>
                <a:cxn ang="0">
                  <a:pos x="447" y="647"/>
                </a:cxn>
                <a:cxn ang="0">
                  <a:pos x="411" y="562"/>
                </a:cxn>
                <a:cxn ang="0">
                  <a:pos x="357" y="484"/>
                </a:cxn>
                <a:cxn ang="0">
                  <a:pos x="271" y="341"/>
                </a:cxn>
                <a:cxn ang="0">
                  <a:pos x="239" y="273"/>
                </a:cxn>
                <a:cxn ang="0">
                  <a:pos x="133" y="62"/>
                </a:cxn>
                <a:cxn ang="0">
                  <a:pos x="188" y="72"/>
                </a:cxn>
                <a:cxn ang="0">
                  <a:pos x="228" y="97"/>
                </a:cxn>
                <a:cxn ang="0">
                  <a:pos x="256" y="180"/>
                </a:cxn>
                <a:cxn ang="0">
                  <a:pos x="312" y="270"/>
                </a:cxn>
                <a:cxn ang="0">
                  <a:pos x="389" y="352"/>
                </a:cxn>
                <a:cxn ang="0">
                  <a:pos x="472" y="425"/>
                </a:cxn>
                <a:cxn ang="0">
                  <a:pos x="489" y="484"/>
                </a:cxn>
                <a:cxn ang="0">
                  <a:pos x="545" y="543"/>
                </a:cxn>
                <a:cxn ang="0">
                  <a:pos x="610" y="613"/>
                </a:cxn>
                <a:cxn ang="0">
                  <a:pos x="700" y="737"/>
                </a:cxn>
                <a:cxn ang="0">
                  <a:pos x="692" y="827"/>
                </a:cxn>
                <a:cxn ang="0">
                  <a:pos x="755" y="874"/>
                </a:cxn>
                <a:cxn ang="0">
                  <a:pos x="828" y="927"/>
                </a:cxn>
                <a:cxn ang="0">
                  <a:pos x="928" y="972"/>
                </a:cxn>
                <a:cxn ang="0">
                  <a:pos x="1006" y="1017"/>
                </a:cxn>
                <a:cxn ang="0">
                  <a:pos x="1101" y="1060"/>
                </a:cxn>
                <a:cxn ang="0">
                  <a:pos x="1179" y="1078"/>
                </a:cxn>
                <a:cxn ang="0">
                  <a:pos x="1324" y="1048"/>
                </a:cxn>
                <a:cxn ang="0">
                  <a:pos x="1397" y="1073"/>
                </a:cxn>
                <a:cxn ang="0">
                  <a:pos x="1479" y="1069"/>
                </a:cxn>
                <a:cxn ang="0">
                  <a:pos x="1586" y="1033"/>
                </a:cxn>
                <a:cxn ang="0">
                  <a:pos x="1561" y="937"/>
                </a:cxn>
              </a:cxnLst>
              <a:rect l="0" t="0" r="r" b="b"/>
              <a:pathLst>
                <a:path w="1799" h="1150">
                  <a:moveTo>
                    <a:pt x="1654" y="954"/>
                  </a:moveTo>
                  <a:lnTo>
                    <a:pt x="1679" y="922"/>
                  </a:lnTo>
                  <a:lnTo>
                    <a:pt x="1736" y="931"/>
                  </a:lnTo>
                  <a:lnTo>
                    <a:pt x="1753" y="907"/>
                  </a:lnTo>
                  <a:lnTo>
                    <a:pt x="1754" y="893"/>
                  </a:lnTo>
                  <a:lnTo>
                    <a:pt x="1753" y="832"/>
                  </a:lnTo>
                  <a:lnTo>
                    <a:pt x="1778" y="782"/>
                  </a:lnTo>
                  <a:lnTo>
                    <a:pt x="1799" y="752"/>
                  </a:lnTo>
                  <a:lnTo>
                    <a:pt x="1778" y="727"/>
                  </a:lnTo>
                  <a:lnTo>
                    <a:pt x="1749" y="731"/>
                  </a:lnTo>
                  <a:lnTo>
                    <a:pt x="1732" y="722"/>
                  </a:lnTo>
                  <a:lnTo>
                    <a:pt x="1681" y="722"/>
                  </a:lnTo>
                  <a:lnTo>
                    <a:pt x="1639" y="752"/>
                  </a:lnTo>
                  <a:lnTo>
                    <a:pt x="1610" y="743"/>
                  </a:lnTo>
                  <a:lnTo>
                    <a:pt x="1585" y="782"/>
                  </a:lnTo>
                  <a:lnTo>
                    <a:pt x="1581" y="844"/>
                  </a:lnTo>
                  <a:lnTo>
                    <a:pt x="1538" y="890"/>
                  </a:lnTo>
                  <a:lnTo>
                    <a:pt x="1534" y="911"/>
                  </a:lnTo>
                  <a:lnTo>
                    <a:pt x="1424" y="933"/>
                  </a:lnTo>
                  <a:lnTo>
                    <a:pt x="1395" y="929"/>
                  </a:lnTo>
                  <a:lnTo>
                    <a:pt x="1361" y="937"/>
                  </a:lnTo>
                  <a:lnTo>
                    <a:pt x="1315" y="911"/>
                  </a:lnTo>
                  <a:lnTo>
                    <a:pt x="1297" y="911"/>
                  </a:lnTo>
                  <a:lnTo>
                    <a:pt x="1281" y="900"/>
                  </a:lnTo>
                  <a:lnTo>
                    <a:pt x="1252" y="886"/>
                  </a:lnTo>
                  <a:lnTo>
                    <a:pt x="1243" y="861"/>
                  </a:lnTo>
                  <a:lnTo>
                    <a:pt x="1218" y="828"/>
                  </a:lnTo>
                  <a:lnTo>
                    <a:pt x="1193" y="782"/>
                  </a:lnTo>
                  <a:lnTo>
                    <a:pt x="1164" y="731"/>
                  </a:lnTo>
                  <a:lnTo>
                    <a:pt x="1142" y="668"/>
                  </a:lnTo>
                  <a:lnTo>
                    <a:pt x="1142" y="608"/>
                  </a:lnTo>
                  <a:lnTo>
                    <a:pt x="1146" y="533"/>
                  </a:lnTo>
                  <a:lnTo>
                    <a:pt x="1179" y="478"/>
                  </a:lnTo>
                  <a:lnTo>
                    <a:pt x="1179" y="453"/>
                  </a:lnTo>
                  <a:lnTo>
                    <a:pt x="1124" y="443"/>
                  </a:lnTo>
                  <a:lnTo>
                    <a:pt x="1056" y="390"/>
                  </a:lnTo>
                  <a:lnTo>
                    <a:pt x="1047" y="352"/>
                  </a:lnTo>
                  <a:lnTo>
                    <a:pt x="969" y="228"/>
                  </a:lnTo>
                  <a:lnTo>
                    <a:pt x="881" y="184"/>
                  </a:lnTo>
                  <a:lnTo>
                    <a:pt x="843" y="213"/>
                  </a:lnTo>
                  <a:lnTo>
                    <a:pt x="850" y="243"/>
                  </a:lnTo>
                  <a:lnTo>
                    <a:pt x="836" y="250"/>
                  </a:lnTo>
                  <a:lnTo>
                    <a:pt x="797" y="236"/>
                  </a:lnTo>
                  <a:lnTo>
                    <a:pt x="750" y="192"/>
                  </a:lnTo>
                  <a:lnTo>
                    <a:pt x="746" y="139"/>
                  </a:lnTo>
                  <a:lnTo>
                    <a:pt x="725" y="118"/>
                  </a:lnTo>
                  <a:lnTo>
                    <a:pt x="704" y="118"/>
                  </a:lnTo>
                  <a:lnTo>
                    <a:pt x="650" y="66"/>
                  </a:lnTo>
                  <a:lnTo>
                    <a:pt x="590" y="53"/>
                  </a:lnTo>
                  <a:lnTo>
                    <a:pt x="536" y="50"/>
                  </a:lnTo>
                  <a:lnTo>
                    <a:pt x="522" y="86"/>
                  </a:lnTo>
                  <a:lnTo>
                    <a:pt x="468" y="102"/>
                  </a:lnTo>
                  <a:lnTo>
                    <a:pt x="342" y="99"/>
                  </a:lnTo>
                  <a:lnTo>
                    <a:pt x="308" y="93"/>
                  </a:lnTo>
                  <a:lnTo>
                    <a:pt x="226" y="42"/>
                  </a:lnTo>
                  <a:lnTo>
                    <a:pt x="136" y="0"/>
                  </a:lnTo>
                  <a:lnTo>
                    <a:pt x="32" y="4"/>
                  </a:lnTo>
                  <a:lnTo>
                    <a:pt x="0" y="15"/>
                  </a:lnTo>
                  <a:lnTo>
                    <a:pt x="6" y="40"/>
                  </a:lnTo>
                  <a:lnTo>
                    <a:pt x="18" y="88"/>
                  </a:lnTo>
                  <a:lnTo>
                    <a:pt x="79" y="150"/>
                  </a:lnTo>
                  <a:lnTo>
                    <a:pt x="88" y="180"/>
                  </a:lnTo>
                  <a:lnTo>
                    <a:pt x="110" y="212"/>
                  </a:lnTo>
                  <a:lnTo>
                    <a:pt x="128" y="217"/>
                  </a:lnTo>
                  <a:lnTo>
                    <a:pt x="175" y="268"/>
                  </a:lnTo>
                  <a:lnTo>
                    <a:pt x="178" y="293"/>
                  </a:lnTo>
                  <a:lnTo>
                    <a:pt x="181" y="341"/>
                  </a:lnTo>
                  <a:lnTo>
                    <a:pt x="138" y="341"/>
                  </a:lnTo>
                  <a:lnTo>
                    <a:pt x="134" y="341"/>
                  </a:lnTo>
                  <a:lnTo>
                    <a:pt x="133" y="342"/>
                  </a:lnTo>
                  <a:lnTo>
                    <a:pt x="133" y="344"/>
                  </a:lnTo>
                  <a:lnTo>
                    <a:pt x="133" y="346"/>
                  </a:lnTo>
                  <a:lnTo>
                    <a:pt x="134" y="350"/>
                  </a:lnTo>
                  <a:lnTo>
                    <a:pt x="136" y="352"/>
                  </a:lnTo>
                  <a:lnTo>
                    <a:pt x="191" y="391"/>
                  </a:lnTo>
                  <a:lnTo>
                    <a:pt x="228" y="405"/>
                  </a:lnTo>
                  <a:lnTo>
                    <a:pt x="271" y="433"/>
                  </a:lnTo>
                  <a:lnTo>
                    <a:pt x="293" y="461"/>
                  </a:lnTo>
                  <a:lnTo>
                    <a:pt x="304" y="521"/>
                  </a:lnTo>
                  <a:lnTo>
                    <a:pt x="334" y="559"/>
                  </a:lnTo>
                  <a:lnTo>
                    <a:pt x="359" y="568"/>
                  </a:lnTo>
                  <a:lnTo>
                    <a:pt x="411" y="613"/>
                  </a:lnTo>
                  <a:lnTo>
                    <a:pt x="416" y="654"/>
                  </a:lnTo>
                  <a:lnTo>
                    <a:pt x="447" y="647"/>
                  </a:lnTo>
                  <a:lnTo>
                    <a:pt x="447" y="619"/>
                  </a:lnTo>
                  <a:lnTo>
                    <a:pt x="434" y="591"/>
                  </a:lnTo>
                  <a:lnTo>
                    <a:pt x="411" y="562"/>
                  </a:lnTo>
                  <a:lnTo>
                    <a:pt x="389" y="548"/>
                  </a:lnTo>
                  <a:lnTo>
                    <a:pt x="377" y="511"/>
                  </a:lnTo>
                  <a:lnTo>
                    <a:pt x="357" y="484"/>
                  </a:lnTo>
                  <a:lnTo>
                    <a:pt x="349" y="461"/>
                  </a:lnTo>
                  <a:lnTo>
                    <a:pt x="332" y="411"/>
                  </a:lnTo>
                  <a:lnTo>
                    <a:pt x="271" y="341"/>
                  </a:lnTo>
                  <a:lnTo>
                    <a:pt x="264" y="321"/>
                  </a:lnTo>
                  <a:lnTo>
                    <a:pt x="239" y="295"/>
                  </a:lnTo>
                  <a:lnTo>
                    <a:pt x="239" y="273"/>
                  </a:lnTo>
                  <a:lnTo>
                    <a:pt x="153" y="184"/>
                  </a:lnTo>
                  <a:lnTo>
                    <a:pt x="143" y="167"/>
                  </a:lnTo>
                  <a:lnTo>
                    <a:pt x="133" y="62"/>
                  </a:lnTo>
                  <a:lnTo>
                    <a:pt x="143" y="57"/>
                  </a:lnTo>
                  <a:lnTo>
                    <a:pt x="163" y="77"/>
                  </a:lnTo>
                  <a:lnTo>
                    <a:pt x="188" y="72"/>
                  </a:lnTo>
                  <a:lnTo>
                    <a:pt x="200" y="69"/>
                  </a:lnTo>
                  <a:lnTo>
                    <a:pt x="208" y="94"/>
                  </a:lnTo>
                  <a:lnTo>
                    <a:pt x="228" y="97"/>
                  </a:lnTo>
                  <a:lnTo>
                    <a:pt x="239" y="127"/>
                  </a:lnTo>
                  <a:lnTo>
                    <a:pt x="231" y="155"/>
                  </a:lnTo>
                  <a:lnTo>
                    <a:pt x="256" y="180"/>
                  </a:lnTo>
                  <a:lnTo>
                    <a:pt x="268" y="220"/>
                  </a:lnTo>
                  <a:lnTo>
                    <a:pt x="296" y="260"/>
                  </a:lnTo>
                  <a:lnTo>
                    <a:pt x="312" y="270"/>
                  </a:lnTo>
                  <a:lnTo>
                    <a:pt x="343" y="313"/>
                  </a:lnTo>
                  <a:lnTo>
                    <a:pt x="386" y="323"/>
                  </a:lnTo>
                  <a:lnTo>
                    <a:pt x="389" y="352"/>
                  </a:lnTo>
                  <a:lnTo>
                    <a:pt x="427" y="400"/>
                  </a:lnTo>
                  <a:lnTo>
                    <a:pt x="449" y="397"/>
                  </a:lnTo>
                  <a:lnTo>
                    <a:pt x="472" y="425"/>
                  </a:lnTo>
                  <a:lnTo>
                    <a:pt x="459" y="439"/>
                  </a:lnTo>
                  <a:lnTo>
                    <a:pt x="456" y="466"/>
                  </a:lnTo>
                  <a:lnTo>
                    <a:pt x="489" y="484"/>
                  </a:lnTo>
                  <a:lnTo>
                    <a:pt x="520" y="493"/>
                  </a:lnTo>
                  <a:lnTo>
                    <a:pt x="537" y="511"/>
                  </a:lnTo>
                  <a:lnTo>
                    <a:pt x="545" y="543"/>
                  </a:lnTo>
                  <a:lnTo>
                    <a:pt x="574" y="571"/>
                  </a:lnTo>
                  <a:lnTo>
                    <a:pt x="587" y="574"/>
                  </a:lnTo>
                  <a:lnTo>
                    <a:pt x="610" y="613"/>
                  </a:lnTo>
                  <a:lnTo>
                    <a:pt x="669" y="669"/>
                  </a:lnTo>
                  <a:lnTo>
                    <a:pt x="675" y="692"/>
                  </a:lnTo>
                  <a:lnTo>
                    <a:pt x="700" y="737"/>
                  </a:lnTo>
                  <a:lnTo>
                    <a:pt x="695" y="787"/>
                  </a:lnTo>
                  <a:lnTo>
                    <a:pt x="677" y="812"/>
                  </a:lnTo>
                  <a:lnTo>
                    <a:pt x="692" y="827"/>
                  </a:lnTo>
                  <a:lnTo>
                    <a:pt x="695" y="847"/>
                  </a:lnTo>
                  <a:lnTo>
                    <a:pt x="728" y="865"/>
                  </a:lnTo>
                  <a:lnTo>
                    <a:pt x="755" y="874"/>
                  </a:lnTo>
                  <a:lnTo>
                    <a:pt x="781" y="890"/>
                  </a:lnTo>
                  <a:lnTo>
                    <a:pt x="795" y="922"/>
                  </a:lnTo>
                  <a:lnTo>
                    <a:pt x="828" y="927"/>
                  </a:lnTo>
                  <a:lnTo>
                    <a:pt x="863" y="947"/>
                  </a:lnTo>
                  <a:lnTo>
                    <a:pt x="899" y="952"/>
                  </a:lnTo>
                  <a:lnTo>
                    <a:pt x="928" y="972"/>
                  </a:lnTo>
                  <a:lnTo>
                    <a:pt x="958" y="992"/>
                  </a:lnTo>
                  <a:lnTo>
                    <a:pt x="978" y="1012"/>
                  </a:lnTo>
                  <a:lnTo>
                    <a:pt x="1006" y="1017"/>
                  </a:lnTo>
                  <a:lnTo>
                    <a:pt x="1020" y="1031"/>
                  </a:lnTo>
                  <a:lnTo>
                    <a:pt x="1064" y="1033"/>
                  </a:lnTo>
                  <a:lnTo>
                    <a:pt x="1101" y="1060"/>
                  </a:lnTo>
                  <a:lnTo>
                    <a:pt x="1118" y="1056"/>
                  </a:lnTo>
                  <a:lnTo>
                    <a:pt x="1149" y="1073"/>
                  </a:lnTo>
                  <a:lnTo>
                    <a:pt x="1179" y="1078"/>
                  </a:lnTo>
                  <a:lnTo>
                    <a:pt x="1197" y="1093"/>
                  </a:lnTo>
                  <a:lnTo>
                    <a:pt x="1259" y="1085"/>
                  </a:lnTo>
                  <a:lnTo>
                    <a:pt x="1324" y="1048"/>
                  </a:lnTo>
                  <a:lnTo>
                    <a:pt x="1340" y="1048"/>
                  </a:lnTo>
                  <a:lnTo>
                    <a:pt x="1354" y="1065"/>
                  </a:lnTo>
                  <a:lnTo>
                    <a:pt x="1397" y="1073"/>
                  </a:lnTo>
                  <a:lnTo>
                    <a:pt x="1402" y="1098"/>
                  </a:lnTo>
                  <a:lnTo>
                    <a:pt x="1456" y="1150"/>
                  </a:lnTo>
                  <a:lnTo>
                    <a:pt x="1479" y="1069"/>
                  </a:lnTo>
                  <a:lnTo>
                    <a:pt x="1561" y="1068"/>
                  </a:lnTo>
                  <a:lnTo>
                    <a:pt x="1589" y="1054"/>
                  </a:lnTo>
                  <a:lnTo>
                    <a:pt x="1586" y="1033"/>
                  </a:lnTo>
                  <a:lnTo>
                    <a:pt x="1538" y="994"/>
                  </a:lnTo>
                  <a:lnTo>
                    <a:pt x="1561" y="976"/>
                  </a:lnTo>
                  <a:lnTo>
                    <a:pt x="1561" y="937"/>
                  </a:lnTo>
                  <a:lnTo>
                    <a:pt x="1622" y="939"/>
                  </a:lnTo>
                  <a:lnTo>
                    <a:pt x="1654" y="9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 445"/>
            <p:cNvSpPr>
              <a:spLocks/>
            </p:cNvSpPr>
            <p:nvPr/>
          </p:nvSpPr>
          <p:spPr bwMode="auto">
            <a:xfrm>
              <a:off x="2436453" y="4360493"/>
              <a:ext cx="298348" cy="450763"/>
            </a:xfrm>
            <a:custGeom>
              <a:avLst/>
              <a:gdLst/>
              <a:ahLst/>
              <a:cxnLst>
                <a:cxn ang="0">
                  <a:pos x="1" y="248"/>
                </a:cxn>
                <a:cxn ang="0">
                  <a:pos x="1" y="309"/>
                </a:cxn>
                <a:cxn ang="0">
                  <a:pos x="18" y="337"/>
                </a:cxn>
                <a:cxn ang="0">
                  <a:pos x="29" y="382"/>
                </a:cxn>
                <a:cxn ang="0">
                  <a:pos x="104" y="470"/>
                </a:cxn>
                <a:cxn ang="0">
                  <a:pos x="168" y="605"/>
                </a:cxn>
                <a:cxn ang="0">
                  <a:pos x="206" y="693"/>
                </a:cxn>
                <a:cxn ang="0">
                  <a:pos x="240" y="748"/>
                </a:cxn>
                <a:cxn ang="0">
                  <a:pos x="273" y="820"/>
                </a:cxn>
                <a:cxn ang="0">
                  <a:pos x="328" y="892"/>
                </a:cxn>
                <a:cxn ang="0">
                  <a:pos x="400" y="955"/>
                </a:cxn>
                <a:cxn ang="0">
                  <a:pos x="501" y="1021"/>
                </a:cxn>
                <a:cxn ang="0">
                  <a:pos x="632" y="1110"/>
                </a:cxn>
                <a:cxn ang="0">
                  <a:pos x="706" y="986"/>
                </a:cxn>
                <a:cxn ang="0">
                  <a:pos x="723" y="865"/>
                </a:cxn>
                <a:cxn ang="0">
                  <a:pos x="739" y="764"/>
                </a:cxn>
                <a:cxn ang="0">
                  <a:pos x="677" y="666"/>
                </a:cxn>
                <a:cxn ang="0">
                  <a:pos x="621" y="582"/>
                </a:cxn>
                <a:cxn ang="0">
                  <a:pos x="498" y="576"/>
                </a:cxn>
                <a:cxn ang="0">
                  <a:pos x="458" y="506"/>
                </a:cxn>
                <a:cxn ang="0">
                  <a:pos x="455" y="379"/>
                </a:cxn>
                <a:cxn ang="0">
                  <a:pos x="538" y="281"/>
                </a:cxn>
                <a:cxn ang="0">
                  <a:pos x="656" y="250"/>
                </a:cxn>
                <a:cxn ang="0">
                  <a:pos x="621" y="213"/>
                </a:cxn>
                <a:cxn ang="0">
                  <a:pos x="583" y="130"/>
                </a:cxn>
                <a:cxn ang="0">
                  <a:pos x="363" y="5"/>
                </a:cxn>
                <a:cxn ang="0">
                  <a:pos x="290" y="15"/>
                </a:cxn>
                <a:cxn ang="0">
                  <a:pos x="335" y="80"/>
                </a:cxn>
                <a:cxn ang="0">
                  <a:pos x="212" y="163"/>
                </a:cxn>
                <a:cxn ang="0">
                  <a:pos x="142" y="281"/>
                </a:cxn>
                <a:cxn ang="0">
                  <a:pos x="85" y="256"/>
                </a:cxn>
                <a:cxn ang="0">
                  <a:pos x="26" y="231"/>
                </a:cxn>
              </a:cxnLst>
              <a:rect l="0" t="0" r="r" b="b"/>
              <a:pathLst>
                <a:path w="739" h="1110">
                  <a:moveTo>
                    <a:pt x="26" y="231"/>
                  </a:moveTo>
                  <a:lnTo>
                    <a:pt x="1" y="248"/>
                  </a:lnTo>
                  <a:lnTo>
                    <a:pt x="9" y="286"/>
                  </a:lnTo>
                  <a:lnTo>
                    <a:pt x="1" y="309"/>
                  </a:lnTo>
                  <a:lnTo>
                    <a:pt x="18" y="326"/>
                  </a:lnTo>
                  <a:lnTo>
                    <a:pt x="18" y="337"/>
                  </a:lnTo>
                  <a:lnTo>
                    <a:pt x="0" y="348"/>
                  </a:lnTo>
                  <a:lnTo>
                    <a:pt x="29" y="382"/>
                  </a:lnTo>
                  <a:lnTo>
                    <a:pt x="62" y="387"/>
                  </a:lnTo>
                  <a:lnTo>
                    <a:pt x="104" y="470"/>
                  </a:lnTo>
                  <a:lnTo>
                    <a:pt x="143" y="513"/>
                  </a:lnTo>
                  <a:lnTo>
                    <a:pt x="168" y="605"/>
                  </a:lnTo>
                  <a:lnTo>
                    <a:pt x="201" y="668"/>
                  </a:lnTo>
                  <a:lnTo>
                    <a:pt x="206" y="693"/>
                  </a:lnTo>
                  <a:lnTo>
                    <a:pt x="236" y="723"/>
                  </a:lnTo>
                  <a:lnTo>
                    <a:pt x="240" y="748"/>
                  </a:lnTo>
                  <a:lnTo>
                    <a:pt x="278" y="791"/>
                  </a:lnTo>
                  <a:lnTo>
                    <a:pt x="273" y="820"/>
                  </a:lnTo>
                  <a:lnTo>
                    <a:pt x="286" y="874"/>
                  </a:lnTo>
                  <a:lnTo>
                    <a:pt x="328" y="892"/>
                  </a:lnTo>
                  <a:lnTo>
                    <a:pt x="340" y="909"/>
                  </a:lnTo>
                  <a:lnTo>
                    <a:pt x="400" y="955"/>
                  </a:lnTo>
                  <a:lnTo>
                    <a:pt x="442" y="955"/>
                  </a:lnTo>
                  <a:lnTo>
                    <a:pt x="501" y="1021"/>
                  </a:lnTo>
                  <a:lnTo>
                    <a:pt x="543" y="1027"/>
                  </a:lnTo>
                  <a:lnTo>
                    <a:pt x="632" y="1110"/>
                  </a:lnTo>
                  <a:lnTo>
                    <a:pt x="675" y="1061"/>
                  </a:lnTo>
                  <a:lnTo>
                    <a:pt x="706" y="986"/>
                  </a:lnTo>
                  <a:lnTo>
                    <a:pt x="683" y="878"/>
                  </a:lnTo>
                  <a:lnTo>
                    <a:pt x="723" y="865"/>
                  </a:lnTo>
                  <a:lnTo>
                    <a:pt x="708" y="778"/>
                  </a:lnTo>
                  <a:lnTo>
                    <a:pt x="739" y="764"/>
                  </a:lnTo>
                  <a:lnTo>
                    <a:pt x="736" y="742"/>
                  </a:lnTo>
                  <a:lnTo>
                    <a:pt x="677" y="666"/>
                  </a:lnTo>
                  <a:lnTo>
                    <a:pt x="626" y="652"/>
                  </a:lnTo>
                  <a:lnTo>
                    <a:pt x="621" y="582"/>
                  </a:lnTo>
                  <a:lnTo>
                    <a:pt x="608" y="567"/>
                  </a:lnTo>
                  <a:lnTo>
                    <a:pt x="498" y="576"/>
                  </a:lnTo>
                  <a:lnTo>
                    <a:pt x="465" y="539"/>
                  </a:lnTo>
                  <a:lnTo>
                    <a:pt x="458" y="506"/>
                  </a:lnTo>
                  <a:lnTo>
                    <a:pt x="425" y="429"/>
                  </a:lnTo>
                  <a:lnTo>
                    <a:pt x="455" y="379"/>
                  </a:lnTo>
                  <a:lnTo>
                    <a:pt x="448" y="331"/>
                  </a:lnTo>
                  <a:lnTo>
                    <a:pt x="538" y="281"/>
                  </a:lnTo>
                  <a:lnTo>
                    <a:pt x="614" y="260"/>
                  </a:lnTo>
                  <a:lnTo>
                    <a:pt x="656" y="250"/>
                  </a:lnTo>
                  <a:lnTo>
                    <a:pt x="658" y="213"/>
                  </a:lnTo>
                  <a:lnTo>
                    <a:pt x="621" y="213"/>
                  </a:lnTo>
                  <a:lnTo>
                    <a:pt x="636" y="155"/>
                  </a:lnTo>
                  <a:lnTo>
                    <a:pt x="583" y="130"/>
                  </a:lnTo>
                  <a:lnTo>
                    <a:pt x="458" y="138"/>
                  </a:lnTo>
                  <a:lnTo>
                    <a:pt x="363" y="5"/>
                  </a:lnTo>
                  <a:lnTo>
                    <a:pt x="307" y="0"/>
                  </a:lnTo>
                  <a:lnTo>
                    <a:pt x="290" y="15"/>
                  </a:lnTo>
                  <a:lnTo>
                    <a:pt x="343" y="45"/>
                  </a:lnTo>
                  <a:lnTo>
                    <a:pt x="335" y="80"/>
                  </a:lnTo>
                  <a:lnTo>
                    <a:pt x="282" y="133"/>
                  </a:lnTo>
                  <a:lnTo>
                    <a:pt x="212" y="163"/>
                  </a:lnTo>
                  <a:lnTo>
                    <a:pt x="136" y="245"/>
                  </a:lnTo>
                  <a:lnTo>
                    <a:pt x="142" y="281"/>
                  </a:lnTo>
                  <a:lnTo>
                    <a:pt x="114" y="284"/>
                  </a:lnTo>
                  <a:lnTo>
                    <a:pt x="85" y="256"/>
                  </a:lnTo>
                  <a:lnTo>
                    <a:pt x="34" y="256"/>
                  </a:lnTo>
                  <a:lnTo>
                    <a:pt x="26" y="23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 446"/>
            <p:cNvSpPr>
              <a:spLocks/>
            </p:cNvSpPr>
            <p:nvPr/>
          </p:nvSpPr>
          <p:spPr bwMode="auto">
            <a:xfrm>
              <a:off x="5037265" y="1711043"/>
              <a:ext cx="3910947" cy="1563080"/>
            </a:xfrm>
            <a:custGeom>
              <a:avLst/>
              <a:gdLst/>
              <a:ahLst/>
              <a:cxnLst>
                <a:cxn ang="0">
                  <a:pos x="2371" y="931"/>
                </a:cxn>
                <a:cxn ang="0">
                  <a:pos x="2623" y="754"/>
                </a:cxn>
                <a:cxn ang="0">
                  <a:pos x="2539" y="1201"/>
                </a:cxn>
                <a:cxn ang="0">
                  <a:pos x="2914" y="1001"/>
                </a:cxn>
                <a:cxn ang="0">
                  <a:pos x="2746" y="946"/>
                </a:cxn>
                <a:cxn ang="0">
                  <a:pos x="2842" y="703"/>
                </a:cxn>
                <a:cxn ang="0">
                  <a:pos x="3007" y="661"/>
                </a:cxn>
                <a:cxn ang="0">
                  <a:pos x="3331" y="909"/>
                </a:cxn>
                <a:cxn ang="0">
                  <a:pos x="3141" y="519"/>
                </a:cxn>
                <a:cxn ang="0">
                  <a:pos x="3500" y="357"/>
                </a:cxn>
                <a:cxn ang="0">
                  <a:pos x="3886" y="220"/>
                </a:cxn>
                <a:cxn ang="0">
                  <a:pos x="4286" y="187"/>
                </a:cxn>
                <a:cxn ang="0">
                  <a:pos x="4392" y="138"/>
                </a:cxn>
                <a:cxn ang="0">
                  <a:pos x="4657" y="91"/>
                </a:cxn>
                <a:cxn ang="0">
                  <a:pos x="5129" y="234"/>
                </a:cxn>
                <a:cxn ang="0">
                  <a:pos x="4708" y="511"/>
                </a:cxn>
                <a:cxn ang="0">
                  <a:pos x="4910" y="428"/>
                </a:cxn>
                <a:cxn ang="0">
                  <a:pos x="5442" y="494"/>
                </a:cxn>
                <a:cxn ang="0">
                  <a:pos x="5807" y="471"/>
                </a:cxn>
                <a:cxn ang="0">
                  <a:pos x="5993" y="670"/>
                </a:cxn>
                <a:cxn ang="0">
                  <a:pos x="6607" y="703"/>
                </a:cxn>
                <a:cxn ang="0">
                  <a:pos x="6957" y="595"/>
                </a:cxn>
                <a:cxn ang="0">
                  <a:pos x="7231" y="683"/>
                </a:cxn>
                <a:cxn ang="0">
                  <a:pos x="7935" y="928"/>
                </a:cxn>
                <a:cxn ang="0">
                  <a:pos x="8470" y="909"/>
                </a:cxn>
                <a:cxn ang="0">
                  <a:pos x="9089" y="995"/>
                </a:cxn>
                <a:cxn ang="0">
                  <a:pos x="9471" y="1171"/>
                </a:cxn>
                <a:cxn ang="0">
                  <a:pos x="9342" y="1448"/>
                </a:cxn>
                <a:cxn ang="0">
                  <a:pos x="9001" y="1465"/>
                </a:cxn>
                <a:cxn ang="0">
                  <a:pos x="9005" y="1645"/>
                </a:cxn>
                <a:cxn ang="0">
                  <a:pos x="8489" y="2049"/>
                </a:cxn>
                <a:cxn ang="0">
                  <a:pos x="8028" y="2209"/>
                </a:cxn>
                <a:cxn ang="0">
                  <a:pos x="7982" y="2654"/>
                </a:cxn>
                <a:cxn ang="0">
                  <a:pos x="7619" y="2672"/>
                </a:cxn>
                <a:cxn ang="0">
                  <a:pos x="8092" y="1917"/>
                </a:cxn>
                <a:cxn ang="0">
                  <a:pos x="7887" y="1862"/>
                </a:cxn>
                <a:cxn ang="0">
                  <a:pos x="7572" y="2024"/>
                </a:cxn>
                <a:cxn ang="0">
                  <a:pos x="7308" y="2107"/>
                </a:cxn>
                <a:cxn ang="0">
                  <a:pos x="6713" y="2313"/>
                </a:cxn>
                <a:cxn ang="0">
                  <a:pos x="6553" y="2762"/>
                </a:cxn>
                <a:cxn ang="0">
                  <a:pos x="6682" y="3264"/>
                </a:cxn>
                <a:cxn ang="0">
                  <a:pos x="6099" y="3706"/>
                </a:cxn>
                <a:cxn ang="0">
                  <a:pos x="5968" y="3111"/>
                </a:cxn>
                <a:cxn ang="0">
                  <a:pos x="5193" y="3073"/>
                </a:cxn>
                <a:cxn ang="0">
                  <a:pos x="4114" y="3090"/>
                </a:cxn>
                <a:cxn ang="0">
                  <a:pos x="3121" y="3015"/>
                </a:cxn>
                <a:cxn ang="0">
                  <a:pos x="2147" y="2719"/>
                </a:cxn>
                <a:cxn ang="0">
                  <a:pos x="1844" y="3035"/>
                </a:cxn>
                <a:cxn ang="0">
                  <a:pos x="1237" y="3313"/>
                </a:cxn>
                <a:cxn ang="0">
                  <a:pos x="1147" y="3587"/>
                </a:cxn>
                <a:cxn ang="0">
                  <a:pos x="1208" y="3856"/>
                </a:cxn>
                <a:cxn ang="0">
                  <a:pos x="627" y="3472"/>
                </a:cxn>
                <a:cxn ang="0">
                  <a:pos x="408" y="2999"/>
                </a:cxn>
                <a:cxn ang="0">
                  <a:pos x="45" y="2517"/>
                </a:cxn>
                <a:cxn ang="0">
                  <a:pos x="91" y="1940"/>
                </a:cxn>
                <a:cxn ang="0">
                  <a:pos x="66" y="1024"/>
                </a:cxn>
                <a:cxn ang="0">
                  <a:pos x="702" y="1073"/>
                </a:cxn>
                <a:cxn ang="0">
                  <a:pos x="437" y="1440"/>
                </a:cxn>
                <a:cxn ang="0">
                  <a:pos x="841" y="1271"/>
                </a:cxn>
                <a:cxn ang="0">
                  <a:pos x="1030" y="1140"/>
                </a:cxn>
                <a:cxn ang="0">
                  <a:pos x="1478" y="1032"/>
                </a:cxn>
                <a:cxn ang="0">
                  <a:pos x="1844" y="999"/>
                </a:cxn>
              </a:cxnLst>
              <a:rect l="0" t="0" r="r" b="b"/>
              <a:pathLst>
                <a:path w="9649" h="3856">
                  <a:moveTo>
                    <a:pt x="2155" y="939"/>
                  </a:moveTo>
                  <a:lnTo>
                    <a:pt x="2179" y="951"/>
                  </a:lnTo>
                  <a:lnTo>
                    <a:pt x="2200" y="960"/>
                  </a:lnTo>
                  <a:lnTo>
                    <a:pt x="2217" y="967"/>
                  </a:lnTo>
                  <a:lnTo>
                    <a:pt x="2222" y="968"/>
                  </a:lnTo>
                  <a:lnTo>
                    <a:pt x="2257" y="989"/>
                  </a:lnTo>
                  <a:lnTo>
                    <a:pt x="2294" y="996"/>
                  </a:lnTo>
                  <a:lnTo>
                    <a:pt x="2328" y="1017"/>
                  </a:lnTo>
                  <a:lnTo>
                    <a:pt x="2358" y="1017"/>
                  </a:lnTo>
                  <a:lnTo>
                    <a:pt x="2396" y="1040"/>
                  </a:lnTo>
                  <a:lnTo>
                    <a:pt x="2400" y="1065"/>
                  </a:lnTo>
                  <a:lnTo>
                    <a:pt x="2417" y="1075"/>
                  </a:lnTo>
                  <a:lnTo>
                    <a:pt x="2472" y="1042"/>
                  </a:lnTo>
                  <a:lnTo>
                    <a:pt x="2475" y="1007"/>
                  </a:lnTo>
                  <a:lnTo>
                    <a:pt x="2442" y="1004"/>
                  </a:lnTo>
                  <a:lnTo>
                    <a:pt x="2400" y="973"/>
                  </a:lnTo>
                  <a:lnTo>
                    <a:pt x="2408" y="954"/>
                  </a:lnTo>
                  <a:lnTo>
                    <a:pt x="2371" y="931"/>
                  </a:lnTo>
                  <a:lnTo>
                    <a:pt x="2350" y="940"/>
                  </a:lnTo>
                  <a:lnTo>
                    <a:pt x="2336" y="898"/>
                  </a:lnTo>
                  <a:lnTo>
                    <a:pt x="2350" y="893"/>
                  </a:lnTo>
                  <a:lnTo>
                    <a:pt x="2354" y="822"/>
                  </a:lnTo>
                  <a:lnTo>
                    <a:pt x="2340" y="814"/>
                  </a:lnTo>
                  <a:lnTo>
                    <a:pt x="2358" y="779"/>
                  </a:lnTo>
                  <a:lnTo>
                    <a:pt x="2412" y="731"/>
                  </a:lnTo>
                  <a:lnTo>
                    <a:pt x="2458" y="670"/>
                  </a:lnTo>
                  <a:lnTo>
                    <a:pt x="2489" y="569"/>
                  </a:lnTo>
                  <a:lnTo>
                    <a:pt x="2535" y="560"/>
                  </a:lnTo>
                  <a:lnTo>
                    <a:pt x="2572" y="572"/>
                  </a:lnTo>
                  <a:lnTo>
                    <a:pt x="2636" y="567"/>
                  </a:lnTo>
                  <a:lnTo>
                    <a:pt x="2694" y="597"/>
                  </a:lnTo>
                  <a:lnTo>
                    <a:pt x="2686" y="644"/>
                  </a:lnTo>
                  <a:lnTo>
                    <a:pt x="2699" y="648"/>
                  </a:lnTo>
                  <a:lnTo>
                    <a:pt x="2694" y="675"/>
                  </a:lnTo>
                  <a:lnTo>
                    <a:pt x="2628" y="726"/>
                  </a:lnTo>
                  <a:lnTo>
                    <a:pt x="2623" y="754"/>
                  </a:lnTo>
                  <a:lnTo>
                    <a:pt x="2674" y="762"/>
                  </a:lnTo>
                  <a:lnTo>
                    <a:pt x="2678" y="833"/>
                  </a:lnTo>
                  <a:lnTo>
                    <a:pt x="2707" y="845"/>
                  </a:lnTo>
                  <a:lnTo>
                    <a:pt x="2669" y="870"/>
                  </a:lnTo>
                  <a:lnTo>
                    <a:pt x="2669" y="946"/>
                  </a:lnTo>
                  <a:lnTo>
                    <a:pt x="2690" y="962"/>
                  </a:lnTo>
                  <a:lnTo>
                    <a:pt x="2669" y="995"/>
                  </a:lnTo>
                  <a:lnTo>
                    <a:pt x="2707" y="1029"/>
                  </a:lnTo>
                  <a:lnTo>
                    <a:pt x="2750" y="1037"/>
                  </a:lnTo>
                  <a:lnTo>
                    <a:pt x="2703" y="1070"/>
                  </a:lnTo>
                  <a:lnTo>
                    <a:pt x="2715" y="1087"/>
                  </a:lnTo>
                  <a:lnTo>
                    <a:pt x="2690" y="1131"/>
                  </a:lnTo>
                  <a:lnTo>
                    <a:pt x="2640" y="1160"/>
                  </a:lnTo>
                  <a:lnTo>
                    <a:pt x="2644" y="1176"/>
                  </a:lnTo>
                  <a:lnTo>
                    <a:pt x="2619" y="1191"/>
                  </a:lnTo>
                  <a:lnTo>
                    <a:pt x="2619" y="1209"/>
                  </a:lnTo>
                  <a:lnTo>
                    <a:pt x="2572" y="1229"/>
                  </a:lnTo>
                  <a:lnTo>
                    <a:pt x="2539" y="1201"/>
                  </a:lnTo>
                  <a:lnTo>
                    <a:pt x="2514" y="1191"/>
                  </a:lnTo>
                  <a:lnTo>
                    <a:pt x="2483" y="1199"/>
                  </a:lnTo>
                  <a:lnTo>
                    <a:pt x="2442" y="1199"/>
                  </a:lnTo>
                  <a:lnTo>
                    <a:pt x="2425" y="1207"/>
                  </a:lnTo>
                  <a:lnTo>
                    <a:pt x="2437" y="1218"/>
                  </a:lnTo>
                  <a:lnTo>
                    <a:pt x="2479" y="1221"/>
                  </a:lnTo>
                  <a:lnTo>
                    <a:pt x="2522" y="1254"/>
                  </a:lnTo>
                  <a:lnTo>
                    <a:pt x="2632" y="1258"/>
                  </a:lnTo>
                  <a:lnTo>
                    <a:pt x="2653" y="1275"/>
                  </a:lnTo>
                  <a:lnTo>
                    <a:pt x="2678" y="1234"/>
                  </a:lnTo>
                  <a:lnTo>
                    <a:pt x="2732" y="1204"/>
                  </a:lnTo>
                  <a:lnTo>
                    <a:pt x="2771" y="1154"/>
                  </a:lnTo>
                  <a:lnTo>
                    <a:pt x="2804" y="1135"/>
                  </a:lnTo>
                  <a:lnTo>
                    <a:pt x="2817" y="1105"/>
                  </a:lnTo>
                  <a:lnTo>
                    <a:pt x="2783" y="1052"/>
                  </a:lnTo>
                  <a:lnTo>
                    <a:pt x="2767" y="1037"/>
                  </a:lnTo>
                  <a:lnTo>
                    <a:pt x="2872" y="999"/>
                  </a:lnTo>
                  <a:lnTo>
                    <a:pt x="2914" y="1001"/>
                  </a:lnTo>
                  <a:lnTo>
                    <a:pt x="2926" y="1020"/>
                  </a:lnTo>
                  <a:lnTo>
                    <a:pt x="2960" y="1054"/>
                  </a:lnTo>
                  <a:lnTo>
                    <a:pt x="2943" y="1120"/>
                  </a:lnTo>
                  <a:lnTo>
                    <a:pt x="2968" y="1135"/>
                  </a:lnTo>
                  <a:lnTo>
                    <a:pt x="3023" y="1143"/>
                  </a:lnTo>
                  <a:lnTo>
                    <a:pt x="3057" y="1135"/>
                  </a:lnTo>
                  <a:lnTo>
                    <a:pt x="3032" y="1126"/>
                  </a:lnTo>
                  <a:lnTo>
                    <a:pt x="3007" y="1131"/>
                  </a:lnTo>
                  <a:lnTo>
                    <a:pt x="2978" y="1107"/>
                  </a:lnTo>
                  <a:lnTo>
                    <a:pt x="2972" y="1087"/>
                  </a:lnTo>
                  <a:lnTo>
                    <a:pt x="3015" y="1062"/>
                  </a:lnTo>
                  <a:lnTo>
                    <a:pt x="2978" y="1017"/>
                  </a:lnTo>
                  <a:lnTo>
                    <a:pt x="2947" y="1007"/>
                  </a:lnTo>
                  <a:lnTo>
                    <a:pt x="2926" y="984"/>
                  </a:lnTo>
                  <a:lnTo>
                    <a:pt x="2854" y="971"/>
                  </a:lnTo>
                  <a:lnTo>
                    <a:pt x="2817" y="989"/>
                  </a:lnTo>
                  <a:lnTo>
                    <a:pt x="2754" y="976"/>
                  </a:lnTo>
                  <a:lnTo>
                    <a:pt x="2746" y="946"/>
                  </a:lnTo>
                  <a:lnTo>
                    <a:pt x="2729" y="914"/>
                  </a:lnTo>
                  <a:lnTo>
                    <a:pt x="2732" y="883"/>
                  </a:lnTo>
                  <a:lnTo>
                    <a:pt x="2762" y="858"/>
                  </a:lnTo>
                  <a:lnTo>
                    <a:pt x="2787" y="833"/>
                  </a:lnTo>
                  <a:lnTo>
                    <a:pt x="2771" y="787"/>
                  </a:lnTo>
                  <a:lnTo>
                    <a:pt x="2715" y="744"/>
                  </a:lnTo>
                  <a:lnTo>
                    <a:pt x="2740" y="697"/>
                  </a:lnTo>
                  <a:lnTo>
                    <a:pt x="2833" y="661"/>
                  </a:lnTo>
                  <a:lnTo>
                    <a:pt x="2838" y="628"/>
                  </a:lnTo>
                  <a:lnTo>
                    <a:pt x="2829" y="616"/>
                  </a:lnTo>
                  <a:lnTo>
                    <a:pt x="2821" y="589"/>
                  </a:lnTo>
                  <a:lnTo>
                    <a:pt x="2792" y="569"/>
                  </a:lnTo>
                  <a:lnTo>
                    <a:pt x="2804" y="564"/>
                  </a:lnTo>
                  <a:lnTo>
                    <a:pt x="2829" y="569"/>
                  </a:lnTo>
                  <a:lnTo>
                    <a:pt x="2868" y="600"/>
                  </a:lnTo>
                  <a:lnTo>
                    <a:pt x="2872" y="653"/>
                  </a:lnTo>
                  <a:lnTo>
                    <a:pt x="2842" y="681"/>
                  </a:lnTo>
                  <a:lnTo>
                    <a:pt x="2842" y="703"/>
                  </a:lnTo>
                  <a:lnTo>
                    <a:pt x="2868" y="716"/>
                  </a:lnTo>
                  <a:lnTo>
                    <a:pt x="2846" y="750"/>
                  </a:lnTo>
                  <a:lnTo>
                    <a:pt x="2939" y="775"/>
                  </a:lnTo>
                  <a:lnTo>
                    <a:pt x="2986" y="775"/>
                  </a:lnTo>
                  <a:lnTo>
                    <a:pt x="3019" y="795"/>
                  </a:lnTo>
                  <a:lnTo>
                    <a:pt x="3061" y="800"/>
                  </a:lnTo>
                  <a:lnTo>
                    <a:pt x="3065" y="784"/>
                  </a:lnTo>
                  <a:lnTo>
                    <a:pt x="3036" y="779"/>
                  </a:lnTo>
                  <a:lnTo>
                    <a:pt x="3011" y="762"/>
                  </a:lnTo>
                  <a:lnTo>
                    <a:pt x="3011" y="747"/>
                  </a:lnTo>
                  <a:lnTo>
                    <a:pt x="2982" y="750"/>
                  </a:lnTo>
                  <a:lnTo>
                    <a:pt x="2914" y="726"/>
                  </a:lnTo>
                  <a:lnTo>
                    <a:pt x="2885" y="697"/>
                  </a:lnTo>
                  <a:lnTo>
                    <a:pt x="2905" y="675"/>
                  </a:lnTo>
                  <a:lnTo>
                    <a:pt x="2939" y="670"/>
                  </a:lnTo>
                  <a:lnTo>
                    <a:pt x="2972" y="694"/>
                  </a:lnTo>
                  <a:lnTo>
                    <a:pt x="3007" y="694"/>
                  </a:lnTo>
                  <a:lnTo>
                    <a:pt x="3007" y="661"/>
                  </a:lnTo>
                  <a:lnTo>
                    <a:pt x="2982" y="666"/>
                  </a:lnTo>
                  <a:lnTo>
                    <a:pt x="2960" y="666"/>
                  </a:lnTo>
                  <a:lnTo>
                    <a:pt x="2960" y="653"/>
                  </a:lnTo>
                  <a:lnTo>
                    <a:pt x="3011" y="633"/>
                  </a:lnTo>
                  <a:lnTo>
                    <a:pt x="3065" y="633"/>
                  </a:lnTo>
                  <a:lnTo>
                    <a:pt x="3154" y="670"/>
                  </a:lnTo>
                  <a:lnTo>
                    <a:pt x="3229" y="714"/>
                  </a:lnTo>
                  <a:lnTo>
                    <a:pt x="3297" y="706"/>
                  </a:lnTo>
                  <a:lnTo>
                    <a:pt x="3306" y="716"/>
                  </a:lnTo>
                  <a:lnTo>
                    <a:pt x="3285" y="744"/>
                  </a:lnTo>
                  <a:lnTo>
                    <a:pt x="3260" y="747"/>
                  </a:lnTo>
                  <a:lnTo>
                    <a:pt x="3233" y="762"/>
                  </a:lnTo>
                  <a:lnTo>
                    <a:pt x="3254" y="772"/>
                  </a:lnTo>
                  <a:lnTo>
                    <a:pt x="3260" y="808"/>
                  </a:lnTo>
                  <a:lnTo>
                    <a:pt x="3310" y="795"/>
                  </a:lnTo>
                  <a:lnTo>
                    <a:pt x="3314" y="834"/>
                  </a:lnTo>
                  <a:lnTo>
                    <a:pt x="3272" y="865"/>
                  </a:lnTo>
                  <a:lnTo>
                    <a:pt x="3331" y="909"/>
                  </a:lnTo>
                  <a:lnTo>
                    <a:pt x="3351" y="934"/>
                  </a:lnTo>
                  <a:lnTo>
                    <a:pt x="3378" y="939"/>
                  </a:lnTo>
                  <a:lnTo>
                    <a:pt x="3398" y="928"/>
                  </a:lnTo>
                  <a:lnTo>
                    <a:pt x="3386" y="918"/>
                  </a:lnTo>
                  <a:lnTo>
                    <a:pt x="3310" y="867"/>
                  </a:lnTo>
                  <a:lnTo>
                    <a:pt x="3347" y="853"/>
                  </a:lnTo>
                  <a:lnTo>
                    <a:pt x="3356" y="828"/>
                  </a:lnTo>
                  <a:lnTo>
                    <a:pt x="3314" y="784"/>
                  </a:lnTo>
                  <a:lnTo>
                    <a:pt x="3314" y="754"/>
                  </a:lnTo>
                  <a:lnTo>
                    <a:pt x="3335" y="722"/>
                  </a:lnTo>
                  <a:lnTo>
                    <a:pt x="3322" y="689"/>
                  </a:lnTo>
                  <a:lnTo>
                    <a:pt x="3260" y="673"/>
                  </a:lnTo>
                  <a:lnTo>
                    <a:pt x="3260" y="645"/>
                  </a:lnTo>
                  <a:lnTo>
                    <a:pt x="3175" y="622"/>
                  </a:lnTo>
                  <a:lnTo>
                    <a:pt x="3179" y="600"/>
                  </a:lnTo>
                  <a:lnTo>
                    <a:pt x="3158" y="585"/>
                  </a:lnTo>
                  <a:lnTo>
                    <a:pt x="3162" y="536"/>
                  </a:lnTo>
                  <a:lnTo>
                    <a:pt x="3141" y="519"/>
                  </a:lnTo>
                  <a:lnTo>
                    <a:pt x="3175" y="483"/>
                  </a:lnTo>
                  <a:lnTo>
                    <a:pt x="3204" y="483"/>
                  </a:lnTo>
                  <a:lnTo>
                    <a:pt x="3301" y="471"/>
                  </a:lnTo>
                  <a:lnTo>
                    <a:pt x="3364" y="461"/>
                  </a:lnTo>
                  <a:lnTo>
                    <a:pt x="3390" y="466"/>
                  </a:lnTo>
                  <a:lnTo>
                    <a:pt x="3432" y="466"/>
                  </a:lnTo>
                  <a:lnTo>
                    <a:pt x="3457" y="452"/>
                  </a:lnTo>
                  <a:lnTo>
                    <a:pt x="3511" y="452"/>
                  </a:lnTo>
                  <a:lnTo>
                    <a:pt x="3537" y="469"/>
                  </a:lnTo>
                  <a:lnTo>
                    <a:pt x="3542" y="446"/>
                  </a:lnTo>
                  <a:lnTo>
                    <a:pt x="3521" y="428"/>
                  </a:lnTo>
                  <a:lnTo>
                    <a:pt x="3525" y="410"/>
                  </a:lnTo>
                  <a:lnTo>
                    <a:pt x="3500" y="396"/>
                  </a:lnTo>
                  <a:lnTo>
                    <a:pt x="3470" y="393"/>
                  </a:lnTo>
                  <a:lnTo>
                    <a:pt x="3478" y="375"/>
                  </a:lnTo>
                  <a:lnTo>
                    <a:pt x="3525" y="377"/>
                  </a:lnTo>
                  <a:lnTo>
                    <a:pt x="3529" y="368"/>
                  </a:lnTo>
                  <a:lnTo>
                    <a:pt x="3500" y="357"/>
                  </a:lnTo>
                  <a:lnTo>
                    <a:pt x="3470" y="360"/>
                  </a:lnTo>
                  <a:lnTo>
                    <a:pt x="3457" y="343"/>
                  </a:lnTo>
                  <a:lnTo>
                    <a:pt x="3478" y="324"/>
                  </a:lnTo>
                  <a:lnTo>
                    <a:pt x="3517" y="340"/>
                  </a:lnTo>
                  <a:lnTo>
                    <a:pt x="3537" y="319"/>
                  </a:lnTo>
                  <a:lnTo>
                    <a:pt x="3563" y="305"/>
                  </a:lnTo>
                  <a:lnTo>
                    <a:pt x="3571" y="291"/>
                  </a:lnTo>
                  <a:lnTo>
                    <a:pt x="3542" y="290"/>
                  </a:lnTo>
                  <a:lnTo>
                    <a:pt x="3521" y="287"/>
                  </a:lnTo>
                  <a:lnTo>
                    <a:pt x="3533" y="277"/>
                  </a:lnTo>
                  <a:lnTo>
                    <a:pt x="3563" y="278"/>
                  </a:lnTo>
                  <a:lnTo>
                    <a:pt x="3596" y="277"/>
                  </a:lnTo>
                  <a:lnTo>
                    <a:pt x="3643" y="249"/>
                  </a:lnTo>
                  <a:lnTo>
                    <a:pt x="3701" y="244"/>
                  </a:lnTo>
                  <a:lnTo>
                    <a:pt x="3747" y="232"/>
                  </a:lnTo>
                  <a:lnTo>
                    <a:pt x="3782" y="236"/>
                  </a:lnTo>
                  <a:lnTo>
                    <a:pt x="3803" y="222"/>
                  </a:lnTo>
                  <a:lnTo>
                    <a:pt x="3886" y="220"/>
                  </a:lnTo>
                  <a:lnTo>
                    <a:pt x="3942" y="213"/>
                  </a:lnTo>
                  <a:lnTo>
                    <a:pt x="3950" y="205"/>
                  </a:lnTo>
                  <a:lnTo>
                    <a:pt x="3917" y="206"/>
                  </a:lnTo>
                  <a:lnTo>
                    <a:pt x="3890" y="203"/>
                  </a:lnTo>
                  <a:lnTo>
                    <a:pt x="3878" y="192"/>
                  </a:lnTo>
                  <a:lnTo>
                    <a:pt x="3908" y="185"/>
                  </a:lnTo>
                  <a:lnTo>
                    <a:pt x="3975" y="183"/>
                  </a:lnTo>
                  <a:lnTo>
                    <a:pt x="4014" y="177"/>
                  </a:lnTo>
                  <a:lnTo>
                    <a:pt x="4076" y="188"/>
                  </a:lnTo>
                  <a:lnTo>
                    <a:pt x="4039" y="210"/>
                  </a:lnTo>
                  <a:lnTo>
                    <a:pt x="4056" y="213"/>
                  </a:lnTo>
                  <a:lnTo>
                    <a:pt x="4081" y="201"/>
                  </a:lnTo>
                  <a:lnTo>
                    <a:pt x="4110" y="200"/>
                  </a:lnTo>
                  <a:lnTo>
                    <a:pt x="4110" y="213"/>
                  </a:lnTo>
                  <a:lnTo>
                    <a:pt x="4174" y="193"/>
                  </a:lnTo>
                  <a:lnTo>
                    <a:pt x="4199" y="177"/>
                  </a:lnTo>
                  <a:lnTo>
                    <a:pt x="4228" y="167"/>
                  </a:lnTo>
                  <a:lnTo>
                    <a:pt x="4286" y="187"/>
                  </a:lnTo>
                  <a:lnTo>
                    <a:pt x="4261" y="203"/>
                  </a:lnTo>
                  <a:lnTo>
                    <a:pt x="4274" y="222"/>
                  </a:lnTo>
                  <a:lnTo>
                    <a:pt x="4321" y="213"/>
                  </a:lnTo>
                  <a:lnTo>
                    <a:pt x="4329" y="188"/>
                  </a:lnTo>
                  <a:lnTo>
                    <a:pt x="4317" y="173"/>
                  </a:lnTo>
                  <a:lnTo>
                    <a:pt x="4257" y="152"/>
                  </a:lnTo>
                  <a:lnTo>
                    <a:pt x="4240" y="143"/>
                  </a:lnTo>
                  <a:lnTo>
                    <a:pt x="4253" y="135"/>
                  </a:lnTo>
                  <a:lnTo>
                    <a:pt x="4296" y="147"/>
                  </a:lnTo>
                  <a:lnTo>
                    <a:pt x="4350" y="140"/>
                  </a:lnTo>
                  <a:lnTo>
                    <a:pt x="4388" y="148"/>
                  </a:lnTo>
                  <a:lnTo>
                    <a:pt x="4418" y="152"/>
                  </a:lnTo>
                  <a:lnTo>
                    <a:pt x="4472" y="159"/>
                  </a:lnTo>
                  <a:lnTo>
                    <a:pt x="4531" y="150"/>
                  </a:lnTo>
                  <a:lnTo>
                    <a:pt x="4522" y="143"/>
                  </a:lnTo>
                  <a:lnTo>
                    <a:pt x="4456" y="148"/>
                  </a:lnTo>
                  <a:lnTo>
                    <a:pt x="4426" y="139"/>
                  </a:lnTo>
                  <a:lnTo>
                    <a:pt x="4392" y="138"/>
                  </a:lnTo>
                  <a:lnTo>
                    <a:pt x="4375" y="120"/>
                  </a:lnTo>
                  <a:lnTo>
                    <a:pt x="4392" y="116"/>
                  </a:lnTo>
                  <a:lnTo>
                    <a:pt x="4371" y="110"/>
                  </a:lnTo>
                  <a:lnTo>
                    <a:pt x="4359" y="91"/>
                  </a:lnTo>
                  <a:lnTo>
                    <a:pt x="4392" y="77"/>
                  </a:lnTo>
                  <a:lnTo>
                    <a:pt x="4396" y="58"/>
                  </a:lnTo>
                  <a:lnTo>
                    <a:pt x="4451" y="33"/>
                  </a:lnTo>
                  <a:lnTo>
                    <a:pt x="4468" y="20"/>
                  </a:lnTo>
                  <a:lnTo>
                    <a:pt x="4549" y="0"/>
                  </a:lnTo>
                  <a:lnTo>
                    <a:pt x="4611" y="17"/>
                  </a:lnTo>
                  <a:lnTo>
                    <a:pt x="4649" y="14"/>
                  </a:lnTo>
                  <a:lnTo>
                    <a:pt x="4671" y="33"/>
                  </a:lnTo>
                  <a:lnTo>
                    <a:pt x="4640" y="57"/>
                  </a:lnTo>
                  <a:lnTo>
                    <a:pt x="4569" y="62"/>
                  </a:lnTo>
                  <a:lnTo>
                    <a:pt x="4569" y="71"/>
                  </a:lnTo>
                  <a:lnTo>
                    <a:pt x="4632" y="73"/>
                  </a:lnTo>
                  <a:lnTo>
                    <a:pt x="4632" y="90"/>
                  </a:lnTo>
                  <a:lnTo>
                    <a:pt x="4657" y="91"/>
                  </a:lnTo>
                  <a:lnTo>
                    <a:pt x="4686" y="79"/>
                  </a:lnTo>
                  <a:lnTo>
                    <a:pt x="4729" y="86"/>
                  </a:lnTo>
                  <a:lnTo>
                    <a:pt x="4721" y="111"/>
                  </a:lnTo>
                  <a:lnTo>
                    <a:pt x="4675" y="130"/>
                  </a:lnTo>
                  <a:lnTo>
                    <a:pt x="4708" y="140"/>
                  </a:lnTo>
                  <a:lnTo>
                    <a:pt x="4763" y="135"/>
                  </a:lnTo>
                  <a:lnTo>
                    <a:pt x="4775" y="120"/>
                  </a:lnTo>
                  <a:lnTo>
                    <a:pt x="4949" y="114"/>
                  </a:lnTo>
                  <a:lnTo>
                    <a:pt x="4965" y="123"/>
                  </a:lnTo>
                  <a:lnTo>
                    <a:pt x="4995" y="126"/>
                  </a:lnTo>
                  <a:lnTo>
                    <a:pt x="5057" y="157"/>
                  </a:lnTo>
                  <a:lnTo>
                    <a:pt x="5045" y="177"/>
                  </a:lnTo>
                  <a:lnTo>
                    <a:pt x="5057" y="181"/>
                  </a:lnTo>
                  <a:lnTo>
                    <a:pt x="5092" y="159"/>
                  </a:lnTo>
                  <a:lnTo>
                    <a:pt x="5113" y="163"/>
                  </a:lnTo>
                  <a:lnTo>
                    <a:pt x="5108" y="196"/>
                  </a:lnTo>
                  <a:lnTo>
                    <a:pt x="5129" y="200"/>
                  </a:lnTo>
                  <a:lnTo>
                    <a:pt x="5129" y="234"/>
                  </a:lnTo>
                  <a:lnTo>
                    <a:pt x="5083" y="222"/>
                  </a:lnTo>
                  <a:lnTo>
                    <a:pt x="5057" y="206"/>
                  </a:lnTo>
                  <a:lnTo>
                    <a:pt x="5045" y="206"/>
                  </a:lnTo>
                  <a:lnTo>
                    <a:pt x="5042" y="214"/>
                  </a:lnTo>
                  <a:lnTo>
                    <a:pt x="5053" y="229"/>
                  </a:lnTo>
                  <a:lnTo>
                    <a:pt x="5113" y="252"/>
                  </a:lnTo>
                  <a:lnTo>
                    <a:pt x="5088" y="285"/>
                  </a:lnTo>
                  <a:lnTo>
                    <a:pt x="5028" y="318"/>
                  </a:lnTo>
                  <a:lnTo>
                    <a:pt x="5024" y="343"/>
                  </a:lnTo>
                  <a:lnTo>
                    <a:pt x="4978" y="343"/>
                  </a:lnTo>
                  <a:lnTo>
                    <a:pt x="4897" y="388"/>
                  </a:lnTo>
                  <a:lnTo>
                    <a:pt x="4893" y="408"/>
                  </a:lnTo>
                  <a:lnTo>
                    <a:pt x="4868" y="410"/>
                  </a:lnTo>
                  <a:lnTo>
                    <a:pt x="4814" y="436"/>
                  </a:lnTo>
                  <a:lnTo>
                    <a:pt x="4775" y="474"/>
                  </a:lnTo>
                  <a:lnTo>
                    <a:pt x="4742" y="474"/>
                  </a:lnTo>
                  <a:lnTo>
                    <a:pt x="4713" y="483"/>
                  </a:lnTo>
                  <a:lnTo>
                    <a:pt x="4708" y="511"/>
                  </a:lnTo>
                  <a:lnTo>
                    <a:pt x="4683" y="511"/>
                  </a:lnTo>
                  <a:lnTo>
                    <a:pt x="4657" y="524"/>
                  </a:lnTo>
                  <a:lnTo>
                    <a:pt x="4657" y="558"/>
                  </a:lnTo>
                  <a:lnTo>
                    <a:pt x="4607" y="588"/>
                  </a:lnTo>
                  <a:lnTo>
                    <a:pt x="4645" y="585"/>
                  </a:lnTo>
                  <a:lnTo>
                    <a:pt x="4700" y="561"/>
                  </a:lnTo>
                  <a:lnTo>
                    <a:pt x="4708" y="539"/>
                  </a:lnTo>
                  <a:lnTo>
                    <a:pt x="4775" y="536"/>
                  </a:lnTo>
                  <a:lnTo>
                    <a:pt x="4785" y="524"/>
                  </a:lnTo>
                  <a:lnTo>
                    <a:pt x="4814" y="509"/>
                  </a:lnTo>
                  <a:lnTo>
                    <a:pt x="4843" y="509"/>
                  </a:lnTo>
                  <a:lnTo>
                    <a:pt x="4860" y="499"/>
                  </a:lnTo>
                  <a:lnTo>
                    <a:pt x="4897" y="502"/>
                  </a:lnTo>
                  <a:lnTo>
                    <a:pt x="4943" y="461"/>
                  </a:lnTo>
                  <a:lnTo>
                    <a:pt x="4914" y="466"/>
                  </a:lnTo>
                  <a:lnTo>
                    <a:pt x="4885" y="466"/>
                  </a:lnTo>
                  <a:lnTo>
                    <a:pt x="4877" y="452"/>
                  </a:lnTo>
                  <a:lnTo>
                    <a:pt x="4910" y="428"/>
                  </a:lnTo>
                  <a:lnTo>
                    <a:pt x="4940" y="433"/>
                  </a:lnTo>
                  <a:lnTo>
                    <a:pt x="4986" y="428"/>
                  </a:lnTo>
                  <a:lnTo>
                    <a:pt x="4982" y="456"/>
                  </a:lnTo>
                  <a:lnTo>
                    <a:pt x="5036" y="466"/>
                  </a:lnTo>
                  <a:lnTo>
                    <a:pt x="5075" y="463"/>
                  </a:lnTo>
                  <a:lnTo>
                    <a:pt x="5075" y="436"/>
                  </a:lnTo>
                  <a:lnTo>
                    <a:pt x="5104" y="444"/>
                  </a:lnTo>
                  <a:lnTo>
                    <a:pt x="5121" y="458"/>
                  </a:lnTo>
                  <a:lnTo>
                    <a:pt x="5108" y="479"/>
                  </a:lnTo>
                  <a:lnTo>
                    <a:pt x="5088" y="491"/>
                  </a:lnTo>
                  <a:lnTo>
                    <a:pt x="5096" y="509"/>
                  </a:lnTo>
                  <a:lnTo>
                    <a:pt x="5129" y="505"/>
                  </a:lnTo>
                  <a:lnTo>
                    <a:pt x="5134" y="483"/>
                  </a:lnTo>
                  <a:lnTo>
                    <a:pt x="5235" y="463"/>
                  </a:lnTo>
                  <a:lnTo>
                    <a:pt x="5281" y="471"/>
                  </a:lnTo>
                  <a:lnTo>
                    <a:pt x="5378" y="477"/>
                  </a:lnTo>
                  <a:lnTo>
                    <a:pt x="5432" y="482"/>
                  </a:lnTo>
                  <a:lnTo>
                    <a:pt x="5442" y="494"/>
                  </a:lnTo>
                  <a:lnTo>
                    <a:pt x="5407" y="497"/>
                  </a:lnTo>
                  <a:lnTo>
                    <a:pt x="5390" y="502"/>
                  </a:lnTo>
                  <a:lnTo>
                    <a:pt x="5386" y="524"/>
                  </a:lnTo>
                  <a:lnTo>
                    <a:pt x="5504" y="555"/>
                  </a:lnTo>
                  <a:lnTo>
                    <a:pt x="5521" y="547"/>
                  </a:lnTo>
                  <a:lnTo>
                    <a:pt x="5554" y="550"/>
                  </a:lnTo>
                  <a:lnTo>
                    <a:pt x="5606" y="563"/>
                  </a:lnTo>
                  <a:lnTo>
                    <a:pt x="5643" y="563"/>
                  </a:lnTo>
                  <a:lnTo>
                    <a:pt x="5664" y="544"/>
                  </a:lnTo>
                  <a:lnTo>
                    <a:pt x="5685" y="544"/>
                  </a:lnTo>
                  <a:lnTo>
                    <a:pt x="5714" y="539"/>
                  </a:lnTo>
                  <a:lnTo>
                    <a:pt x="5714" y="507"/>
                  </a:lnTo>
                  <a:lnTo>
                    <a:pt x="5703" y="494"/>
                  </a:lnTo>
                  <a:lnTo>
                    <a:pt x="5697" y="474"/>
                  </a:lnTo>
                  <a:lnTo>
                    <a:pt x="5711" y="463"/>
                  </a:lnTo>
                  <a:lnTo>
                    <a:pt x="5732" y="469"/>
                  </a:lnTo>
                  <a:lnTo>
                    <a:pt x="5749" y="461"/>
                  </a:lnTo>
                  <a:lnTo>
                    <a:pt x="5807" y="471"/>
                  </a:lnTo>
                  <a:lnTo>
                    <a:pt x="5803" y="486"/>
                  </a:lnTo>
                  <a:lnTo>
                    <a:pt x="5832" y="502"/>
                  </a:lnTo>
                  <a:lnTo>
                    <a:pt x="5867" y="489"/>
                  </a:lnTo>
                  <a:lnTo>
                    <a:pt x="5904" y="514"/>
                  </a:lnTo>
                  <a:lnTo>
                    <a:pt x="5942" y="494"/>
                  </a:lnTo>
                  <a:lnTo>
                    <a:pt x="5971" y="499"/>
                  </a:lnTo>
                  <a:lnTo>
                    <a:pt x="6031" y="555"/>
                  </a:lnTo>
                  <a:lnTo>
                    <a:pt x="6031" y="575"/>
                  </a:lnTo>
                  <a:lnTo>
                    <a:pt x="6064" y="588"/>
                  </a:lnTo>
                  <a:lnTo>
                    <a:pt x="6039" y="608"/>
                  </a:lnTo>
                  <a:lnTo>
                    <a:pt x="5997" y="600"/>
                  </a:lnTo>
                  <a:lnTo>
                    <a:pt x="5997" y="613"/>
                  </a:lnTo>
                  <a:lnTo>
                    <a:pt x="6014" y="620"/>
                  </a:lnTo>
                  <a:lnTo>
                    <a:pt x="6060" y="628"/>
                  </a:lnTo>
                  <a:lnTo>
                    <a:pt x="6056" y="661"/>
                  </a:lnTo>
                  <a:lnTo>
                    <a:pt x="6031" y="658"/>
                  </a:lnTo>
                  <a:lnTo>
                    <a:pt x="5989" y="645"/>
                  </a:lnTo>
                  <a:lnTo>
                    <a:pt x="5993" y="670"/>
                  </a:lnTo>
                  <a:lnTo>
                    <a:pt x="6018" y="689"/>
                  </a:lnTo>
                  <a:lnTo>
                    <a:pt x="6035" y="678"/>
                  </a:lnTo>
                  <a:lnTo>
                    <a:pt x="6056" y="698"/>
                  </a:lnTo>
                  <a:lnTo>
                    <a:pt x="6039" y="709"/>
                  </a:lnTo>
                  <a:lnTo>
                    <a:pt x="6047" y="731"/>
                  </a:lnTo>
                  <a:lnTo>
                    <a:pt x="6174" y="803"/>
                  </a:lnTo>
                  <a:lnTo>
                    <a:pt x="6199" y="780"/>
                  </a:lnTo>
                  <a:lnTo>
                    <a:pt x="6221" y="719"/>
                  </a:lnTo>
                  <a:lnTo>
                    <a:pt x="6254" y="678"/>
                  </a:lnTo>
                  <a:lnTo>
                    <a:pt x="6271" y="698"/>
                  </a:lnTo>
                  <a:lnTo>
                    <a:pt x="6321" y="731"/>
                  </a:lnTo>
                  <a:lnTo>
                    <a:pt x="6368" y="734"/>
                  </a:lnTo>
                  <a:lnTo>
                    <a:pt x="6427" y="711"/>
                  </a:lnTo>
                  <a:lnTo>
                    <a:pt x="6499" y="719"/>
                  </a:lnTo>
                  <a:lnTo>
                    <a:pt x="6549" y="752"/>
                  </a:lnTo>
                  <a:lnTo>
                    <a:pt x="6578" y="750"/>
                  </a:lnTo>
                  <a:lnTo>
                    <a:pt x="6586" y="722"/>
                  </a:lnTo>
                  <a:lnTo>
                    <a:pt x="6607" y="703"/>
                  </a:lnTo>
                  <a:lnTo>
                    <a:pt x="6638" y="711"/>
                  </a:lnTo>
                  <a:lnTo>
                    <a:pt x="6642" y="728"/>
                  </a:lnTo>
                  <a:lnTo>
                    <a:pt x="6696" y="719"/>
                  </a:lnTo>
                  <a:lnTo>
                    <a:pt x="6675" y="689"/>
                  </a:lnTo>
                  <a:lnTo>
                    <a:pt x="6679" y="650"/>
                  </a:lnTo>
                  <a:lnTo>
                    <a:pt x="6696" y="636"/>
                  </a:lnTo>
                  <a:lnTo>
                    <a:pt x="6642" y="638"/>
                  </a:lnTo>
                  <a:lnTo>
                    <a:pt x="6650" y="610"/>
                  </a:lnTo>
                  <a:lnTo>
                    <a:pt x="6675" y="616"/>
                  </a:lnTo>
                  <a:lnTo>
                    <a:pt x="6709" y="613"/>
                  </a:lnTo>
                  <a:lnTo>
                    <a:pt x="6756" y="589"/>
                  </a:lnTo>
                  <a:lnTo>
                    <a:pt x="6742" y="577"/>
                  </a:lnTo>
                  <a:lnTo>
                    <a:pt x="6750" y="564"/>
                  </a:lnTo>
                  <a:lnTo>
                    <a:pt x="6768" y="569"/>
                  </a:lnTo>
                  <a:lnTo>
                    <a:pt x="6776" y="583"/>
                  </a:lnTo>
                  <a:lnTo>
                    <a:pt x="6822" y="580"/>
                  </a:lnTo>
                  <a:lnTo>
                    <a:pt x="6899" y="589"/>
                  </a:lnTo>
                  <a:lnTo>
                    <a:pt x="6957" y="595"/>
                  </a:lnTo>
                  <a:lnTo>
                    <a:pt x="7067" y="628"/>
                  </a:lnTo>
                  <a:lnTo>
                    <a:pt x="7013" y="620"/>
                  </a:lnTo>
                  <a:lnTo>
                    <a:pt x="6957" y="620"/>
                  </a:lnTo>
                  <a:lnTo>
                    <a:pt x="6932" y="641"/>
                  </a:lnTo>
                  <a:lnTo>
                    <a:pt x="6949" y="653"/>
                  </a:lnTo>
                  <a:lnTo>
                    <a:pt x="7021" y="648"/>
                  </a:lnTo>
                  <a:lnTo>
                    <a:pt x="7013" y="675"/>
                  </a:lnTo>
                  <a:lnTo>
                    <a:pt x="6970" y="675"/>
                  </a:lnTo>
                  <a:lnTo>
                    <a:pt x="6978" y="709"/>
                  </a:lnTo>
                  <a:lnTo>
                    <a:pt x="7042" y="697"/>
                  </a:lnTo>
                  <a:lnTo>
                    <a:pt x="7092" y="673"/>
                  </a:lnTo>
                  <a:lnTo>
                    <a:pt x="7121" y="636"/>
                  </a:lnTo>
                  <a:lnTo>
                    <a:pt x="7214" y="636"/>
                  </a:lnTo>
                  <a:lnTo>
                    <a:pt x="7260" y="656"/>
                  </a:lnTo>
                  <a:lnTo>
                    <a:pt x="7286" y="658"/>
                  </a:lnTo>
                  <a:lnTo>
                    <a:pt x="7282" y="691"/>
                  </a:lnTo>
                  <a:lnTo>
                    <a:pt x="7257" y="686"/>
                  </a:lnTo>
                  <a:lnTo>
                    <a:pt x="7231" y="683"/>
                  </a:lnTo>
                  <a:lnTo>
                    <a:pt x="7235" y="701"/>
                  </a:lnTo>
                  <a:lnTo>
                    <a:pt x="7290" y="711"/>
                  </a:lnTo>
                  <a:lnTo>
                    <a:pt x="7353" y="736"/>
                  </a:lnTo>
                  <a:lnTo>
                    <a:pt x="7400" y="764"/>
                  </a:lnTo>
                  <a:lnTo>
                    <a:pt x="7404" y="784"/>
                  </a:lnTo>
                  <a:lnTo>
                    <a:pt x="7446" y="800"/>
                  </a:lnTo>
                  <a:lnTo>
                    <a:pt x="7521" y="792"/>
                  </a:lnTo>
                  <a:lnTo>
                    <a:pt x="7623" y="762"/>
                  </a:lnTo>
                  <a:lnTo>
                    <a:pt x="7691" y="759"/>
                  </a:lnTo>
                  <a:lnTo>
                    <a:pt x="7745" y="772"/>
                  </a:lnTo>
                  <a:lnTo>
                    <a:pt x="7796" y="777"/>
                  </a:lnTo>
                  <a:lnTo>
                    <a:pt x="7867" y="817"/>
                  </a:lnTo>
                  <a:lnTo>
                    <a:pt x="7880" y="853"/>
                  </a:lnTo>
                  <a:lnTo>
                    <a:pt x="7854" y="875"/>
                  </a:lnTo>
                  <a:lnTo>
                    <a:pt x="7863" y="906"/>
                  </a:lnTo>
                  <a:lnTo>
                    <a:pt x="7900" y="920"/>
                  </a:lnTo>
                  <a:lnTo>
                    <a:pt x="7922" y="918"/>
                  </a:lnTo>
                  <a:lnTo>
                    <a:pt x="7935" y="928"/>
                  </a:lnTo>
                  <a:lnTo>
                    <a:pt x="7947" y="923"/>
                  </a:lnTo>
                  <a:lnTo>
                    <a:pt x="7968" y="926"/>
                  </a:lnTo>
                  <a:lnTo>
                    <a:pt x="7981" y="920"/>
                  </a:lnTo>
                  <a:lnTo>
                    <a:pt x="8002" y="923"/>
                  </a:lnTo>
                  <a:lnTo>
                    <a:pt x="8039" y="909"/>
                  </a:lnTo>
                  <a:lnTo>
                    <a:pt x="8078" y="915"/>
                  </a:lnTo>
                  <a:lnTo>
                    <a:pt x="8107" y="906"/>
                  </a:lnTo>
                  <a:lnTo>
                    <a:pt x="8163" y="928"/>
                  </a:lnTo>
                  <a:lnTo>
                    <a:pt x="8285" y="936"/>
                  </a:lnTo>
                  <a:lnTo>
                    <a:pt x="8322" y="909"/>
                  </a:lnTo>
                  <a:lnTo>
                    <a:pt x="8343" y="920"/>
                  </a:lnTo>
                  <a:lnTo>
                    <a:pt x="8368" y="962"/>
                  </a:lnTo>
                  <a:lnTo>
                    <a:pt x="8424" y="964"/>
                  </a:lnTo>
                  <a:lnTo>
                    <a:pt x="8432" y="992"/>
                  </a:lnTo>
                  <a:lnTo>
                    <a:pt x="8516" y="995"/>
                  </a:lnTo>
                  <a:lnTo>
                    <a:pt x="8528" y="959"/>
                  </a:lnTo>
                  <a:lnTo>
                    <a:pt x="8461" y="920"/>
                  </a:lnTo>
                  <a:lnTo>
                    <a:pt x="8470" y="909"/>
                  </a:lnTo>
                  <a:lnTo>
                    <a:pt x="8486" y="906"/>
                  </a:lnTo>
                  <a:lnTo>
                    <a:pt x="8499" y="895"/>
                  </a:lnTo>
                  <a:lnTo>
                    <a:pt x="8478" y="883"/>
                  </a:lnTo>
                  <a:lnTo>
                    <a:pt x="8495" y="865"/>
                  </a:lnTo>
                  <a:lnTo>
                    <a:pt x="8625" y="890"/>
                  </a:lnTo>
                  <a:lnTo>
                    <a:pt x="8659" y="895"/>
                  </a:lnTo>
                  <a:lnTo>
                    <a:pt x="8685" y="887"/>
                  </a:lnTo>
                  <a:lnTo>
                    <a:pt x="8731" y="893"/>
                  </a:lnTo>
                  <a:lnTo>
                    <a:pt x="8768" y="895"/>
                  </a:lnTo>
                  <a:lnTo>
                    <a:pt x="8795" y="903"/>
                  </a:lnTo>
                  <a:lnTo>
                    <a:pt x="8810" y="898"/>
                  </a:lnTo>
                  <a:lnTo>
                    <a:pt x="8882" y="920"/>
                  </a:lnTo>
                  <a:lnTo>
                    <a:pt x="8912" y="920"/>
                  </a:lnTo>
                  <a:lnTo>
                    <a:pt x="8954" y="942"/>
                  </a:lnTo>
                  <a:lnTo>
                    <a:pt x="8992" y="946"/>
                  </a:lnTo>
                  <a:lnTo>
                    <a:pt x="9046" y="979"/>
                  </a:lnTo>
                  <a:lnTo>
                    <a:pt x="9050" y="995"/>
                  </a:lnTo>
                  <a:lnTo>
                    <a:pt x="9089" y="995"/>
                  </a:lnTo>
                  <a:lnTo>
                    <a:pt x="9118" y="1012"/>
                  </a:lnTo>
                  <a:lnTo>
                    <a:pt x="9118" y="1024"/>
                  </a:lnTo>
                  <a:lnTo>
                    <a:pt x="9203" y="1065"/>
                  </a:lnTo>
                  <a:lnTo>
                    <a:pt x="9241" y="1073"/>
                  </a:lnTo>
                  <a:lnTo>
                    <a:pt x="9241" y="1085"/>
                  </a:lnTo>
                  <a:lnTo>
                    <a:pt x="9270" y="1090"/>
                  </a:lnTo>
                  <a:lnTo>
                    <a:pt x="9270" y="1110"/>
                  </a:lnTo>
                  <a:lnTo>
                    <a:pt x="9299" y="1106"/>
                  </a:lnTo>
                  <a:lnTo>
                    <a:pt x="9354" y="1143"/>
                  </a:lnTo>
                  <a:lnTo>
                    <a:pt x="9363" y="1179"/>
                  </a:lnTo>
                  <a:lnTo>
                    <a:pt x="9338" y="1199"/>
                  </a:lnTo>
                  <a:lnTo>
                    <a:pt x="9392" y="1234"/>
                  </a:lnTo>
                  <a:lnTo>
                    <a:pt x="9405" y="1218"/>
                  </a:lnTo>
                  <a:lnTo>
                    <a:pt x="9388" y="1207"/>
                  </a:lnTo>
                  <a:lnTo>
                    <a:pt x="9392" y="1188"/>
                  </a:lnTo>
                  <a:lnTo>
                    <a:pt x="9379" y="1163"/>
                  </a:lnTo>
                  <a:lnTo>
                    <a:pt x="9438" y="1163"/>
                  </a:lnTo>
                  <a:lnTo>
                    <a:pt x="9471" y="1171"/>
                  </a:lnTo>
                  <a:lnTo>
                    <a:pt x="9506" y="1166"/>
                  </a:lnTo>
                  <a:lnTo>
                    <a:pt x="9577" y="1216"/>
                  </a:lnTo>
                  <a:lnTo>
                    <a:pt x="9649" y="1254"/>
                  </a:lnTo>
                  <a:lnTo>
                    <a:pt x="9641" y="1283"/>
                  </a:lnTo>
                  <a:lnTo>
                    <a:pt x="9603" y="1289"/>
                  </a:lnTo>
                  <a:lnTo>
                    <a:pt x="9597" y="1319"/>
                  </a:lnTo>
                  <a:lnTo>
                    <a:pt x="9577" y="1342"/>
                  </a:lnTo>
                  <a:lnTo>
                    <a:pt x="9502" y="1359"/>
                  </a:lnTo>
                  <a:lnTo>
                    <a:pt x="9493" y="1377"/>
                  </a:lnTo>
                  <a:lnTo>
                    <a:pt x="9479" y="1389"/>
                  </a:lnTo>
                  <a:lnTo>
                    <a:pt x="9502" y="1415"/>
                  </a:lnTo>
                  <a:lnTo>
                    <a:pt x="9462" y="1445"/>
                  </a:lnTo>
                  <a:lnTo>
                    <a:pt x="9460" y="1479"/>
                  </a:lnTo>
                  <a:lnTo>
                    <a:pt x="9487" y="1505"/>
                  </a:lnTo>
                  <a:lnTo>
                    <a:pt x="9434" y="1527"/>
                  </a:lnTo>
                  <a:lnTo>
                    <a:pt x="9400" y="1507"/>
                  </a:lnTo>
                  <a:lnTo>
                    <a:pt x="9372" y="1465"/>
                  </a:lnTo>
                  <a:lnTo>
                    <a:pt x="9342" y="1448"/>
                  </a:lnTo>
                  <a:lnTo>
                    <a:pt x="9294" y="1457"/>
                  </a:lnTo>
                  <a:lnTo>
                    <a:pt x="9286" y="1387"/>
                  </a:lnTo>
                  <a:lnTo>
                    <a:pt x="9274" y="1369"/>
                  </a:lnTo>
                  <a:lnTo>
                    <a:pt x="9229" y="1352"/>
                  </a:lnTo>
                  <a:lnTo>
                    <a:pt x="9189" y="1359"/>
                  </a:lnTo>
                  <a:lnTo>
                    <a:pt x="9148" y="1362"/>
                  </a:lnTo>
                  <a:lnTo>
                    <a:pt x="9128" y="1339"/>
                  </a:lnTo>
                  <a:lnTo>
                    <a:pt x="9131" y="1294"/>
                  </a:lnTo>
                  <a:lnTo>
                    <a:pt x="9136" y="1269"/>
                  </a:lnTo>
                  <a:lnTo>
                    <a:pt x="9134" y="1241"/>
                  </a:lnTo>
                  <a:lnTo>
                    <a:pt x="9103" y="1254"/>
                  </a:lnTo>
                  <a:lnTo>
                    <a:pt x="9089" y="1249"/>
                  </a:lnTo>
                  <a:lnTo>
                    <a:pt x="9056" y="1271"/>
                  </a:lnTo>
                  <a:lnTo>
                    <a:pt x="9078" y="1334"/>
                  </a:lnTo>
                  <a:lnTo>
                    <a:pt x="9089" y="1369"/>
                  </a:lnTo>
                  <a:lnTo>
                    <a:pt x="9044" y="1422"/>
                  </a:lnTo>
                  <a:lnTo>
                    <a:pt x="9026" y="1434"/>
                  </a:lnTo>
                  <a:lnTo>
                    <a:pt x="9001" y="1465"/>
                  </a:lnTo>
                  <a:lnTo>
                    <a:pt x="8923" y="1470"/>
                  </a:lnTo>
                  <a:lnTo>
                    <a:pt x="8908" y="1442"/>
                  </a:lnTo>
                  <a:lnTo>
                    <a:pt x="8881" y="1412"/>
                  </a:lnTo>
                  <a:lnTo>
                    <a:pt x="8855" y="1425"/>
                  </a:lnTo>
                  <a:lnTo>
                    <a:pt x="8881" y="1448"/>
                  </a:lnTo>
                  <a:lnTo>
                    <a:pt x="8870" y="1460"/>
                  </a:lnTo>
                  <a:lnTo>
                    <a:pt x="8855" y="1440"/>
                  </a:lnTo>
                  <a:lnTo>
                    <a:pt x="8828" y="1437"/>
                  </a:lnTo>
                  <a:lnTo>
                    <a:pt x="8845" y="1477"/>
                  </a:lnTo>
                  <a:lnTo>
                    <a:pt x="8881" y="1485"/>
                  </a:lnTo>
                  <a:lnTo>
                    <a:pt x="8901" y="1499"/>
                  </a:lnTo>
                  <a:lnTo>
                    <a:pt x="8935" y="1527"/>
                  </a:lnTo>
                  <a:lnTo>
                    <a:pt x="8943" y="1502"/>
                  </a:lnTo>
                  <a:lnTo>
                    <a:pt x="8963" y="1510"/>
                  </a:lnTo>
                  <a:lnTo>
                    <a:pt x="8960" y="1535"/>
                  </a:lnTo>
                  <a:lnTo>
                    <a:pt x="8983" y="1552"/>
                  </a:lnTo>
                  <a:lnTo>
                    <a:pt x="8983" y="1625"/>
                  </a:lnTo>
                  <a:lnTo>
                    <a:pt x="9005" y="1645"/>
                  </a:lnTo>
                  <a:lnTo>
                    <a:pt x="9010" y="1698"/>
                  </a:lnTo>
                  <a:lnTo>
                    <a:pt x="9026" y="1713"/>
                  </a:lnTo>
                  <a:lnTo>
                    <a:pt x="9010" y="1754"/>
                  </a:lnTo>
                  <a:lnTo>
                    <a:pt x="9008" y="1779"/>
                  </a:lnTo>
                  <a:lnTo>
                    <a:pt x="8951" y="1768"/>
                  </a:lnTo>
                  <a:lnTo>
                    <a:pt x="8918" y="1748"/>
                  </a:lnTo>
                  <a:lnTo>
                    <a:pt x="8850" y="1760"/>
                  </a:lnTo>
                  <a:lnTo>
                    <a:pt x="8828" y="1796"/>
                  </a:lnTo>
                  <a:lnTo>
                    <a:pt x="8752" y="1813"/>
                  </a:lnTo>
                  <a:lnTo>
                    <a:pt x="8710" y="1856"/>
                  </a:lnTo>
                  <a:lnTo>
                    <a:pt x="8677" y="1861"/>
                  </a:lnTo>
                  <a:lnTo>
                    <a:pt x="8669" y="1869"/>
                  </a:lnTo>
                  <a:lnTo>
                    <a:pt x="8642" y="1903"/>
                  </a:lnTo>
                  <a:lnTo>
                    <a:pt x="8612" y="1911"/>
                  </a:lnTo>
                  <a:lnTo>
                    <a:pt x="8594" y="1944"/>
                  </a:lnTo>
                  <a:lnTo>
                    <a:pt x="8535" y="1976"/>
                  </a:lnTo>
                  <a:lnTo>
                    <a:pt x="8496" y="2021"/>
                  </a:lnTo>
                  <a:lnTo>
                    <a:pt x="8489" y="2049"/>
                  </a:lnTo>
                  <a:lnTo>
                    <a:pt x="8459" y="2065"/>
                  </a:lnTo>
                  <a:lnTo>
                    <a:pt x="8454" y="2032"/>
                  </a:lnTo>
                  <a:lnTo>
                    <a:pt x="8440" y="2004"/>
                  </a:lnTo>
                  <a:lnTo>
                    <a:pt x="8387" y="1976"/>
                  </a:lnTo>
                  <a:lnTo>
                    <a:pt x="8283" y="2024"/>
                  </a:lnTo>
                  <a:lnTo>
                    <a:pt x="8258" y="2074"/>
                  </a:lnTo>
                  <a:lnTo>
                    <a:pt x="8226" y="2097"/>
                  </a:lnTo>
                  <a:lnTo>
                    <a:pt x="8224" y="2054"/>
                  </a:lnTo>
                  <a:lnTo>
                    <a:pt x="8246" y="2012"/>
                  </a:lnTo>
                  <a:lnTo>
                    <a:pt x="8241" y="2001"/>
                  </a:lnTo>
                  <a:lnTo>
                    <a:pt x="8210" y="2029"/>
                  </a:lnTo>
                  <a:lnTo>
                    <a:pt x="8185" y="2049"/>
                  </a:lnTo>
                  <a:lnTo>
                    <a:pt x="8163" y="2079"/>
                  </a:lnTo>
                  <a:lnTo>
                    <a:pt x="8140" y="2065"/>
                  </a:lnTo>
                  <a:lnTo>
                    <a:pt x="8111" y="2062"/>
                  </a:lnTo>
                  <a:lnTo>
                    <a:pt x="8070" y="2105"/>
                  </a:lnTo>
                  <a:lnTo>
                    <a:pt x="8058" y="2162"/>
                  </a:lnTo>
                  <a:lnTo>
                    <a:pt x="8028" y="2209"/>
                  </a:lnTo>
                  <a:lnTo>
                    <a:pt x="8005" y="2220"/>
                  </a:lnTo>
                  <a:lnTo>
                    <a:pt x="7988" y="2285"/>
                  </a:lnTo>
                  <a:lnTo>
                    <a:pt x="8018" y="2315"/>
                  </a:lnTo>
                  <a:lnTo>
                    <a:pt x="8028" y="2295"/>
                  </a:lnTo>
                  <a:lnTo>
                    <a:pt x="8066" y="2313"/>
                  </a:lnTo>
                  <a:lnTo>
                    <a:pt x="8073" y="2327"/>
                  </a:lnTo>
                  <a:lnTo>
                    <a:pt x="8033" y="2363"/>
                  </a:lnTo>
                  <a:lnTo>
                    <a:pt x="8035" y="2413"/>
                  </a:lnTo>
                  <a:lnTo>
                    <a:pt x="8063" y="2428"/>
                  </a:lnTo>
                  <a:lnTo>
                    <a:pt x="8080" y="2486"/>
                  </a:lnTo>
                  <a:lnTo>
                    <a:pt x="8066" y="2501"/>
                  </a:lnTo>
                  <a:lnTo>
                    <a:pt x="8035" y="2501"/>
                  </a:lnTo>
                  <a:lnTo>
                    <a:pt x="8035" y="2458"/>
                  </a:lnTo>
                  <a:lnTo>
                    <a:pt x="7996" y="2501"/>
                  </a:lnTo>
                  <a:lnTo>
                    <a:pt x="7971" y="2568"/>
                  </a:lnTo>
                  <a:lnTo>
                    <a:pt x="7980" y="2584"/>
                  </a:lnTo>
                  <a:lnTo>
                    <a:pt x="8000" y="2613"/>
                  </a:lnTo>
                  <a:lnTo>
                    <a:pt x="7982" y="2654"/>
                  </a:lnTo>
                  <a:lnTo>
                    <a:pt x="7957" y="2664"/>
                  </a:lnTo>
                  <a:lnTo>
                    <a:pt x="7945" y="2646"/>
                  </a:lnTo>
                  <a:lnTo>
                    <a:pt x="7870" y="2709"/>
                  </a:lnTo>
                  <a:lnTo>
                    <a:pt x="7884" y="2782"/>
                  </a:lnTo>
                  <a:lnTo>
                    <a:pt x="7873" y="2804"/>
                  </a:lnTo>
                  <a:lnTo>
                    <a:pt x="7839" y="2792"/>
                  </a:lnTo>
                  <a:lnTo>
                    <a:pt x="7802" y="2804"/>
                  </a:lnTo>
                  <a:lnTo>
                    <a:pt x="7792" y="2857"/>
                  </a:lnTo>
                  <a:lnTo>
                    <a:pt x="7785" y="2887"/>
                  </a:lnTo>
                  <a:lnTo>
                    <a:pt x="7690" y="3011"/>
                  </a:lnTo>
                  <a:lnTo>
                    <a:pt x="7665" y="3017"/>
                  </a:lnTo>
                  <a:lnTo>
                    <a:pt x="7676" y="3000"/>
                  </a:lnTo>
                  <a:lnTo>
                    <a:pt x="7662" y="2960"/>
                  </a:lnTo>
                  <a:lnTo>
                    <a:pt x="7665" y="2907"/>
                  </a:lnTo>
                  <a:lnTo>
                    <a:pt x="7659" y="2857"/>
                  </a:lnTo>
                  <a:lnTo>
                    <a:pt x="7637" y="2762"/>
                  </a:lnTo>
                  <a:lnTo>
                    <a:pt x="7623" y="2725"/>
                  </a:lnTo>
                  <a:lnTo>
                    <a:pt x="7619" y="2672"/>
                  </a:lnTo>
                  <a:lnTo>
                    <a:pt x="7612" y="2571"/>
                  </a:lnTo>
                  <a:lnTo>
                    <a:pt x="7619" y="2466"/>
                  </a:lnTo>
                  <a:lnTo>
                    <a:pt x="7662" y="2416"/>
                  </a:lnTo>
                  <a:lnTo>
                    <a:pt x="7671" y="2400"/>
                  </a:lnTo>
                  <a:lnTo>
                    <a:pt x="7682" y="2301"/>
                  </a:lnTo>
                  <a:lnTo>
                    <a:pt x="7732" y="2301"/>
                  </a:lnTo>
                  <a:lnTo>
                    <a:pt x="7752" y="2276"/>
                  </a:lnTo>
                  <a:lnTo>
                    <a:pt x="7774" y="2268"/>
                  </a:lnTo>
                  <a:lnTo>
                    <a:pt x="7812" y="2237"/>
                  </a:lnTo>
                  <a:lnTo>
                    <a:pt x="7814" y="2217"/>
                  </a:lnTo>
                  <a:lnTo>
                    <a:pt x="7878" y="2162"/>
                  </a:lnTo>
                  <a:lnTo>
                    <a:pt x="7884" y="2114"/>
                  </a:lnTo>
                  <a:lnTo>
                    <a:pt x="7915" y="2107"/>
                  </a:lnTo>
                  <a:lnTo>
                    <a:pt x="7971" y="2034"/>
                  </a:lnTo>
                  <a:lnTo>
                    <a:pt x="7985" y="2001"/>
                  </a:lnTo>
                  <a:lnTo>
                    <a:pt x="8080" y="1962"/>
                  </a:lnTo>
                  <a:lnTo>
                    <a:pt x="8083" y="1931"/>
                  </a:lnTo>
                  <a:lnTo>
                    <a:pt x="8092" y="1917"/>
                  </a:lnTo>
                  <a:lnTo>
                    <a:pt x="8100" y="1840"/>
                  </a:lnTo>
                  <a:lnTo>
                    <a:pt x="8111" y="1819"/>
                  </a:lnTo>
                  <a:lnTo>
                    <a:pt x="8126" y="1768"/>
                  </a:lnTo>
                  <a:lnTo>
                    <a:pt x="8165" y="1754"/>
                  </a:lnTo>
                  <a:lnTo>
                    <a:pt x="8128" y="1718"/>
                  </a:lnTo>
                  <a:lnTo>
                    <a:pt x="8073" y="1743"/>
                  </a:lnTo>
                  <a:lnTo>
                    <a:pt x="8041" y="1821"/>
                  </a:lnTo>
                  <a:lnTo>
                    <a:pt x="8055" y="1841"/>
                  </a:lnTo>
                  <a:lnTo>
                    <a:pt x="8047" y="1866"/>
                  </a:lnTo>
                  <a:lnTo>
                    <a:pt x="7996" y="1869"/>
                  </a:lnTo>
                  <a:lnTo>
                    <a:pt x="7985" y="1886"/>
                  </a:lnTo>
                  <a:lnTo>
                    <a:pt x="7927" y="1934"/>
                  </a:lnTo>
                  <a:lnTo>
                    <a:pt x="7910" y="1981"/>
                  </a:lnTo>
                  <a:lnTo>
                    <a:pt x="7884" y="1981"/>
                  </a:lnTo>
                  <a:lnTo>
                    <a:pt x="7882" y="1939"/>
                  </a:lnTo>
                  <a:lnTo>
                    <a:pt x="7867" y="1934"/>
                  </a:lnTo>
                  <a:lnTo>
                    <a:pt x="7853" y="1917"/>
                  </a:lnTo>
                  <a:lnTo>
                    <a:pt x="7887" y="1862"/>
                  </a:lnTo>
                  <a:lnTo>
                    <a:pt x="7892" y="1858"/>
                  </a:lnTo>
                  <a:lnTo>
                    <a:pt x="7895" y="1854"/>
                  </a:lnTo>
                  <a:lnTo>
                    <a:pt x="7896" y="1850"/>
                  </a:lnTo>
                  <a:lnTo>
                    <a:pt x="7895" y="1846"/>
                  </a:lnTo>
                  <a:lnTo>
                    <a:pt x="7892" y="1842"/>
                  </a:lnTo>
                  <a:lnTo>
                    <a:pt x="7890" y="1841"/>
                  </a:lnTo>
                  <a:lnTo>
                    <a:pt x="7867" y="1821"/>
                  </a:lnTo>
                  <a:lnTo>
                    <a:pt x="7853" y="1838"/>
                  </a:lnTo>
                  <a:lnTo>
                    <a:pt x="7842" y="1846"/>
                  </a:lnTo>
                  <a:lnTo>
                    <a:pt x="7808" y="1821"/>
                  </a:lnTo>
                  <a:lnTo>
                    <a:pt x="7782" y="1844"/>
                  </a:lnTo>
                  <a:lnTo>
                    <a:pt x="7710" y="1846"/>
                  </a:lnTo>
                  <a:lnTo>
                    <a:pt x="7679" y="1869"/>
                  </a:lnTo>
                  <a:lnTo>
                    <a:pt x="7668" y="1878"/>
                  </a:lnTo>
                  <a:lnTo>
                    <a:pt x="7676" y="1917"/>
                  </a:lnTo>
                  <a:lnTo>
                    <a:pt x="7617" y="1967"/>
                  </a:lnTo>
                  <a:lnTo>
                    <a:pt x="7617" y="1989"/>
                  </a:lnTo>
                  <a:lnTo>
                    <a:pt x="7572" y="2024"/>
                  </a:lnTo>
                  <a:lnTo>
                    <a:pt x="7549" y="2057"/>
                  </a:lnTo>
                  <a:lnTo>
                    <a:pt x="7527" y="2077"/>
                  </a:lnTo>
                  <a:lnTo>
                    <a:pt x="7531" y="2114"/>
                  </a:lnTo>
                  <a:lnTo>
                    <a:pt x="7559" y="2102"/>
                  </a:lnTo>
                  <a:lnTo>
                    <a:pt x="7584" y="2117"/>
                  </a:lnTo>
                  <a:lnTo>
                    <a:pt x="7584" y="2150"/>
                  </a:lnTo>
                  <a:lnTo>
                    <a:pt x="7539" y="2158"/>
                  </a:lnTo>
                  <a:lnTo>
                    <a:pt x="7533" y="2183"/>
                  </a:lnTo>
                  <a:lnTo>
                    <a:pt x="7511" y="2180"/>
                  </a:lnTo>
                  <a:lnTo>
                    <a:pt x="7486" y="2150"/>
                  </a:lnTo>
                  <a:lnTo>
                    <a:pt x="7443" y="2183"/>
                  </a:lnTo>
                  <a:lnTo>
                    <a:pt x="7406" y="2172"/>
                  </a:lnTo>
                  <a:lnTo>
                    <a:pt x="7376" y="2189"/>
                  </a:lnTo>
                  <a:lnTo>
                    <a:pt x="7356" y="2175"/>
                  </a:lnTo>
                  <a:lnTo>
                    <a:pt x="7370" y="2155"/>
                  </a:lnTo>
                  <a:lnTo>
                    <a:pt x="7393" y="2142"/>
                  </a:lnTo>
                  <a:lnTo>
                    <a:pt x="7378" y="2110"/>
                  </a:lnTo>
                  <a:lnTo>
                    <a:pt x="7308" y="2107"/>
                  </a:lnTo>
                  <a:lnTo>
                    <a:pt x="7275" y="2102"/>
                  </a:lnTo>
                  <a:lnTo>
                    <a:pt x="7233" y="2105"/>
                  </a:lnTo>
                  <a:lnTo>
                    <a:pt x="7202" y="2152"/>
                  </a:lnTo>
                  <a:lnTo>
                    <a:pt x="7180" y="2147"/>
                  </a:lnTo>
                  <a:lnTo>
                    <a:pt x="7115" y="2152"/>
                  </a:lnTo>
                  <a:lnTo>
                    <a:pt x="7092" y="2135"/>
                  </a:lnTo>
                  <a:lnTo>
                    <a:pt x="7067" y="2164"/>
                  </a:lnTo>
                  <a:lnTo>
                    <a:pt x="7039" y="2172"/>
                  </a:lnTo>
                  <a:lnTo>
                    <a:pt x="7025" y="2152"/>
                  </a:lnTo>
                  <a:lnTo>
                    <a:pt x="7042" y="2132"/>
                  </a:lnTo>
                  <a:lnTo>
                    <a:pt x="6982" y="2130"/>
                  </a:lnTo>
                  <a:lnTo>
                    <a:pt x="6952" y="2142"/>
                  </a:lnTo>
                  <a:lnTo>
                    <a:pt x="6904" y="2139"/>
                  </a:lnTo>
                  <a:lnTo>
                    <a:pt x="6851" y="2150"/>
                  </a:lnTo>
                  <a:lnTo>
                    <a:pt x="6799" y="2189"/>
                  </a:lnTo>
                  <a:lnTo>
                    <a:pt x="6789" y="2223"/>
                  </a:lnTo>
                  <a:lnTo>
                    <a:pt x="6724" y="2279"/>
                  </a:lnTo>
                  <a:lnTo>
                    <a:pt x="6713" y="2313"/>
                  </a:lnTo>
                  <a:lnTo>
                    <a:pt x="6659" y="2375"/>
                  </a:lnTo>
                  <a:lnTo>
                    <a:pt x="6593" y="2423"/>
                  </a:lnTo>
                  <a:lnTo>
                    <a:pt x="6590" y="2450"/>
                  </a:lnTo>
                  <a:lnTo>
                    <a:pt x="6545" y="2503"/>
                  </a:lnTo>
                  <a:lnTo>
                    <a:pt x="6528" y="2529"/>
                  </a:lnTo>
                  <a:lnTo>
                    <a:pt x="6478" y="2566"/>
                  </a:lnTo>
                  <a:lnTo>
                    <a:pt x="6443" y="2599"/>
                  </a:lnTo>
                  <a:lnTo>
                    <a:pt x="6405" y="2613"/>
                  </a:lnTo>
                  <a:lnTo>
                    <a:pt x="6398" y="2632"/>
                  </a:lnTo>
                  <a:lnTo>
                    <a:pt x="6430" y="2652"/>
                  </a:lnTo>
                  <a:lnTo>
                    <a:pt x="6452" y="2646"/>
                  </a:lnTo>
                  <a:lnTo>
                    <a:pt x="6497" y="2657"/>
                  </a:lnTo>
                  <a:lnTo>
                    <a:pt x="6500" y="2731"/>
                  </a:lnTo>
                  <a:lnTo>
                    <a:pt x="6519" y="2709"/>
                  </a:lnTo>
                  <a:lnTo>
                    <a:pt x="6545" y="2691"/>
                  </a:lnTo>
                  <a:lnTo>
                    <a:pt x="6558" y="2722"/>
                  </a:lnTo>
                  <a:lnTo>
                    <a:pt x="6548" y="2750"/>
                  </a:lnTo>
                  <a:lnTo>
                    <a:pt x="6553" y="2762"/>
                  </a:lnTo>
                  <a:lnTo>
                    <a:pt x="6581" y="2747"/>
                  </a:lnTo>
                  <a:lnTo>
                    <a:pt x="6606" y="2744"/>
                  </a:lnTo>
                  <a:lnTo>
                    <a:pt x="6621" y="2689"/>
                  </a:lnTo>
                  <a:lnTo>
                    <a:pt x="6691" y="2702"/>
                  </a:lnTo>
                  <a:lnTo>
                    <a:pt x="6711" y="2742"/>
                  </a:lnTo>
                  <a:lnTo>
                    <a:pt x="6739" y="2770"/>
                  </a:lnTo>
                  <a:lnTo>
                    <a:pt x="6761" y="2809"/>
                  </a:lnTo>
                  <a:lnTo>
                    <a:pt x="6758" y="2832"/>
                  </a:lnTo>
                  <a:lnTo>
                    <a:pt x="6733" y="2817"/>
                  </a:lnTo>
                  <a:lnTo>
                    <a:pt x="6736" y="2837"/>
                  </a:lnTo>
                  <a:lnTo>
                    <a:pt x="6769" y="2865"/>
                  </a:lnTo>
                  <a:lnTo>
                    <a:pt x="6769" y="2915"/>
                  </a:lnTo>
                  <a:lnTo>
                    <a:pt x="6721" y="2988"/>
                  </a:lnTo>
                  <a:lnTo>
                    <a:pt x="6713" y="3056"/>
                  </a:lnTo>
                  <a:lnTo>
                    <a:pt x="6721" y="3088"/>
                  </a:lnTo>
                  <a:lnTo>
                    <a:pt x="6713" y="3148"/>
                  </a:lnTo>
                  <a:lnTo>
                    <a:pt x="6713" y="3179"/>
                  </a:lnTo>
                  <a:lnTo>
                    <a:pt x="6682" y="3264"/>
                  </a:lnTo>
                  <a:lnTo>
                    <a:pt x="6666" y="3286"/>
                  </a:lnTo>
                  <a:lnTo>
                    <a:pt x="6606" y="3348"/>
                  </a:lnTo>
                  <a:lnTo>
                    <a:pt x="6576" y="3404"/>
                  </a:lnTo>
                  <a:lnTo>
                    <a:pt x="6568" y="3472"/>
                  </a:lnTo>
                  <a:lnTo>
                    <a:pt x="6513" y="3522"/>
                  </a:lnTo>
                  <a:lnTo>
                    <a:pt x="6463" y="3575"/>
                  </a:lnTo>
                  <a:lnTo>
                    <a:pt x="6401" y="3677"/>
                  </a:lnTo>
                  <a:lnTo>
                    <a:pt x="6337" y="3698"/>
                  </a:lnTo>
                  <a:lnTo>
                    <a:pt x="6309" y="3730"/>
                  </a:lnTo>
                  <a:lnTo>
                    <a:pt x="6289" y="3718"/>
                  </a:lnTo>
                  <a:lnTo>
                    <a:pt x="6252" y="3715"/>
                  </a:lnTo>
                  <a:lnTo>
                    <a:pt x="6244" y="3702"/>
                  </a:lnTo>
                  <a:lnTo>
                    <a:pt x="6217" y="3688"/>
                  </a:lnTo>
                  <a:lnTo>
                    <a:pt x="6197" y="3702"/>
                  </a:lnTo>
                  <a:lnTo>
                    <a:pt x="6187" y="3727"/>
                  </a:lnTo>
                  <a:lnTo>
                    <a:pt x="6146" y="3738"/>
                  </a:lnTo>
                  <a:lnTo>
                    <a:pt x="6128" y="3726"/>
                  </a:lnTo>
                  <a:lnTo>
                    <a:pt x="6099" y="3706"/>
                  </a:lnTo>
                  <a:lnTo>
                    <a:pt x="6174" y="3684"/>
                  </a:lnTo>
                  <a:lnTo>
                    <a:pt x="6182" y="3616"/>
                  </a:lnTo>
                  <a:lnTo>
                    <a:pt x="6157" y="3541"/>
                  </a:lnTo>
                  <a:lnTo>
                    <a:pt x="6207" y="3519"/>
                  </a:lnTo>
                  <a:lnTo>
                    <a:pt x="6254" y="3531"/>
                  </a:lnTo>
                  <a:lnTo>
                    <a:pt x="6304" y="3510"/>
                  </a:lnTo>
                  <a:lnTo>
                    <a:pt x="6334" y="3380"/>
                  </a:lnTo>
                  <a:lnTo>
                    <a:pt x="6381" y="3347"/>
                  </a:lnTo>
                  <a:lnTo>
                    <a:pt x="6402" y="3233"/>
                  </a:lnTo>
                  <a:lnTo>
                    <a:pt x="6376" y="3224"/>
                  </a:lnTo>
                  <a:lnTo>
                    <a:pt x="6309" y="3266"/>
                  </a:lnTo>
                  <a:lnTo>
                    <a:pt x="6250" y="3270"/>
                  </a:lnTo>
                  <a:lnTo>
                    <a:pt x="6221" y="3288"/>
                  </a:lnTo>
                  <a:lnTo>
                    <a:pt x="6174" y="3291"/>
                  </a:lnTo>
                  <a:lnTo>
                    <a:pt x="6149" y="3208"/>
                  </a:lnTo>
                  <a:lnTo>
                    <a:pt x="6077" y="3137"/>
                  </a:lnTo>
                  <a:lnTo>
                    <a:pt x="6022" y="3115"/>
                  </a:lnTo>
                  <a:lnTo>
                    <a:pt x="5968" y="3111"/>
                  </a:lnTo>
                  <a:lnTo>
                    <a:pt x="5954" y="3027"/>
                  </a:lnTo>
                  <a:lnTo>
                    <a:pt x="5913" y="2938"/>
                  </a:lnTo>
                  <a:lnTo>
                    <a:pt x="5909" y="2891"/>
                  </a:lnTo>
                  <a:lnTo>
                    <a:pt x="5854" y="2787"/>
                  </a:lnTo>
                  <a:lnTo>
                    <a:pt x="5790" y="2774"/>
                  </a:lnTo>
                  <a:lnTo>
                    <a:pt x="5697" y="2744"/>
                  </a:lnTo>
                  <a:lnTo>
                    <a:pt x="5563" y="2762"/>
                  </a:lnTo>
                  <a:lnTo>
                    <a:pt x="5504" y="2858"/>
                  </a:lnTo>
                  <a:lnTo>
                    <a:pt x="5546" y="2854"/>
                  </a:lnTo>
                  <a:lnTo>
                    <a:pt x="5542" y="2901"/>
                  </a:lnTo>
                  <a:lnTo>
                    <a:pt x="5500" y="2934"/>
                  </a:lnTo>
                  <a:lnTo>
                    <a:pt x="5475" y="3019"/>
                  </a:lnTo>
                  <a:lnTo>
                    <a:pt x="5446" y="3035"/>
                  </a:lnTo>
                  <a:lnTo>
                    <a:pt x="5450" y="3086"/>
                  </a:lnTo>
                  <a:lnTo>
                    <a:pt x="5357" y="3148"/>
                  </a:lnTo>
                  <a:lnTo>
                    <a:pt x="5325" y="3115"/>
                  </a:lnTo>
                  <a:lnTo>
                    <a:pt x="5256" y="3123"/>
                  </a:lnTo>
                  <a:lnTo>
                    <a:pt x="5193" y="3073"/>
                  </a:lnTo>
                  <a:lnTo>
                    <a:pt x="5142" y="3065"/>
                  </a:lnTo>
                  <a:lnTo>
                    <a:pt x="5113" y="3115"/>
                  </a:lnTo>
                  <a:lnTo>
                    <a:pt x="5042" y="3162"/>
                  </a:lnTo>
                  <a:lnTo>
                    <a:pt x="4978" y="3158"/>
                  </a:lnTo>
                  <a:lnTo>
                    <a:pt x="4889" y="3174"/>
                  </a:lnTo>
                  <a:lnTo>
                    <a:pt x="4864" y="3152"/>
                  </a:lnTo>
                  <a:lnTo>
                    <a:pt x="4788" y="3123"/>
                  </a:lnTo>
                  <a:lnTo>
                    <a:pt x="4775" y="3090"/>
                  </a:lnTo>
                  <a:lnTo>
                    <a:pt x="4620" y="3044"/>
                  </a:lnTo>
                  <a:lnTo>
                    <a:pt x="4506" y="3086"/>
                  </a:lnTo>
                  <a:lnTo>
                    <a:pt x="4404" y="2947"/>
                  </a:lnTo>
                  <a:lnTo>
                    <a:pt x="4257" y="2905"/>
                  </a:lnTo>
                  <a:lnTo>
                    <a:pt x="4224" y="2951"/>
                  </a:lnTo>
                  <a:lnTo>
                    <a:pt x="4178" y="2993"/>
                  </a:lnTo>
                  <a:lnTo>
                    <a:pt x="4203" y="3048"/>
                  </a:lnTo>
                  <a:lnTo>
                    <a:pt x="4194" y="3111"/>
                  </a:lnTo>
                  <a:lnTo>
                    <a:pt x="4118" y="3119"/>
                  </a:lnTo>
                  <a:lnTo>
                    <a:pt x="4114" y="3090"/>
                  </a:lnTo>
                  <a:lnTo>
                    <a:pt x="4068" y="3090"/>
                  </a:lnTo>
                  <a:lnTo>
                    <a:pt x="4056" y="3123"/>
                  </a:lnTo>
                  <a:lnTo>
                    <a:pt x="4035" y="3123"/>
                  </a:lnTo>
                  <a:lnTo>
                    <a:pt x="3963" y="3052"/>
                  </a:lnTo>
                  <a:lnTo>
                    <a:pt x="3908" y="3056"/>
                  </a:lnTo>
                  <a:lnTo>
                    <a:pt x="3857" y="3023"/>
                  </a:lnTo>
                  <a:lnTo>
                    <a:pt x="3824" y="3023"/>
                  </a:lnTo>
                  <a:lnTo>
                    <a:pt x="3778" y="3065"/>
                  </a:lnTo>
                  <a:lnTo>
                    <a:pt x="3743" y="3069"/>
                  </a:lnTo>
                  <a:lnTo>
                    <a:pt x="3697" y="3131"/>
                  </a:lnTo>
                  <a:lnTo>
                    <a:pt x="3596" y="3152"/>
                  </a:lnTo>
                  <a:lnTo>
                    <a:pt x="3575" y="3187"/>
                  </a:lnTo>
                  <a:lnTo>
                    <a:pt x="3558" y="3187"/>
                  </a:lnTo>
                  <a:lnTo>
                    <a:pt x="3550" y="3158"/>
                  </a:lnTo>
                  <a:lnTo>
                    <a:pt x="3432" y="3123"/>
                  </a:lnTo>
                  <a:lnTo>
                    <a:pt x="3339" y="3015"/>
                  </a:lnTo>
                  <a:lnTo>
                    <a:pt x="3272" y="3015"/>
                  </a:lnTo>
                  <a:lnTo>
                    <a:pt x="3121" y="3015"/>
                  </a:lnTo>
                  <a:lnTo>
                    <a:pt x="3065" y="2917"/>
                  </a:lnTo>
                  <a:lnTo>
                    <a:pt x="3036" y="2845"/>
                  </a:lnTo>
                  <a:lnTo>
                    <a:pt x="2947" y="2791"/>
                  </a:lnTo>
                  <a:lnTo>
                    <a:pt x="2926" y="2727"/>
                  </a:lnTo>
                  <a:lnTo>
                    <a:pt x="2926" y="2686"/>
                  </a:lnTo>
                  <a:lnTo>
                    <a:pt x="2850" y="2677"/>
                  </a:lnTo>
                  <a:lnTo>
                    <a:pt x="2821" y="2711"/>
                  </a:lnTo>
                  <a:lnTo>
                    <a:pt x="2804" y="2748"/>
                  </a:lnTo>
                  <a:lnTo>
                    <a:pt x="2732" y="2762"/>
                  </a:lnTo>
                  <a:lnTo>
                    <a:pt x="2725" y="2711"/>
                  </a:lnTo>
                  <a:lnTo>
                    <a:pt x="2644" y="2677"/>
                  </a:lnTo>
                  <a:lnTo>
                    <a:pt x="2597" y="2690"/>
                  </a:lnTo>
                  <a:lnTo>
                    <a:pt x="2572" y="2615"/>
                  </a:lnTo>
                  <a:lnTo>
                    <a:pt x="2530" y="2597"/>
                  </a:lnTo>
                  <a:lnTo>
                    <a:pt x="2450" y="2589"/>
                  </a:lnTo>
                  <a:lnTo>
                    <a:pt x="2375" y="2597"/>
                  </a:lnTo>
                  <a:lnTo>
                    <a:pt x="2307" y="2652"/>
                  </a:lnTo>
                  <a:lnTo>
                    <a:pt x="2147" y="2719"/>
                  </a:lnTo>
                  <a:lnTo>
                    <a:pt x="2054" y="2744"/>
                  </a:lnTo>
                  <a:lnTo>
                    <a:pt x="1979" y="2758"/>
                  </a:lnTo>
                  <a:lnTo>
                    <a:pt x="1979" y="2804"/>
                  </a:lnTo>
                  <a:lnTo>
                    <a:pt x="2033" y="2799"/>
                  </a:lnTo>
                  <a:lnTo>
                    <a:pt x="2033" y="2816"/>
                  </a:lnTo>
                  <a:lnTo>
                    <a:pt x="1983" y="2833"/>
                  </a:lnTo>
                  <a:lnTo>
                    <a:pt x="1975" y="2858"/>
                  </a:lnTo>
                  <a:lnTo>
                    <a:pt x="2000" y="2880"/>
                  </a:lnTo>
                  <a:lnTo>
                    <a:pt x="1991" y="2905"/>
                  </a:lnTo>
                  <a:lnTo>
                    <a:pt x="1958" y="2913"/>
                  </a:lnTo>
                  <a:lnTo>
                    <a:pt x="1954" y="2955"/>
                  </a:lnTo>
                  <a:lnTo>
                    <a:pt x="1996" y="2984"/>
                  </a:lnTo>
                  <a:lnTo>
                    <a:pt x="2000" y="3031"/>
                  </a:lnTo>
                  <a:lnTo>
                    <a:pt x="1971" y="3052"/>
                  </a:lnTo>
                  <a:lnTo>
                    <a:pt x="1944" y="3013"/>
                  </a:lnTo>
                  <a:lnTo>
                    <a:pt x="1928" y="3019"/>
                  </a:lnTo>
                  <a:lnTo>
                    <a:pt x="1924" y="3052"/>
                  </a:lnTo>
                  <a:lnTo>
                    <a:pt x="1844" y="3035"/>
                  </a:lnTo>
                  <a:lnTo>
                    <a:pt x="1814" y="3009"/>
                  </a:lnTo>
                  <a:lnTo>
                    <a:pt x="1708" y="3009"/>
                  </a:lnTo>
                  <a:lnTo>
                    <a:pt x="1675" y="3044"/>
                  </a:lnTo>
                  <a:lnTo>
                    <a:pt x="1654" y="3044"/>
                  </a:lnTo>
                  <a:lnTo>
                    <a:pt x="1629" y="3019"/>
                  </a:lnTo>
                  <a:lnTo>
                    <a:pt x="1596" y="3023"/>
                  </a:lnTo>
                  <a:lnTo>
                    <a:pt x="1561" y="2976"/>
                  </a:lnTo>
                  <a:lnTo>
                    <a:pt x="1507" y="2980"/>
                  </a:lnTo>
                  <a:lnTo>
                    <a:pt x="1482" y="2959"/>
                  </a:lnTo>
                  <a:lnTo>
                    <a:pt x="1422" y="2959"/>
                  </a:lnTo>
                  <a:lnTo>
                    <a:pt x="1393" y="2926"/>
                  </a:lnTo>
                  <a:lnTo>
                    <a:pt x="1266" y="3009"/>
                  </a:lnTo>
                  <a:lnTo>
                    <a:pt x="1266" y="3073"/>
                  </a:lnTo>
                  <a:lnTo>
                    <a:pt x="1229" y="3077"/>
                  </a:lnTo>
                  <a:lnTo>
                    <a:pt x="1208" y="3048"/>
                  </a:lnTo>
                  <a:lnTo>
                    <a:pt x="1175" y="3056"/>
                  </a:lnTo>
                  <a:lnTo>
                    <a:pt x="1157" y="3295"/>
                  </a:lnTo>
                  <a:lnTo>
                    <a:pt x="1237" y="3313"/>
                  </a:lnTo>
                  <a:lnTo>
                    <a:pt x="1275" y="3359"/>
                  </a:lnTo>
                  <a:lnTo>
                    <a:pt x="1262" y="3419"/>
                  </a:lnTo>
                  <a:lnTo>
                    <a:pt x="1292" y="3435"/>
                  </a:lnTo>
                  <a:lnTo>
                    <a:pt x="1285" y="3439"/>
                  </a:lnTo>
                  <a:lnTo>
                    <a:pt x="1275" y="3441"/>
                  </a:lnTo>
                  <a:lnTo>
                    <a:pt x="1255" y="3457"/>
                  </a:lnTo>
                  <a:lnTo>
                    <a:pt x="1237" y="3472"/>
                  </a:lnTo>
                  <a:lnTo>
                    <a:pt x="1226" y="3480"/>
                  </a:lnTo>
                  <a:lnTo>
                    <a:pt x="1216" y="3485"/>
                  </a:lnTo>
                  <a:lnTo>
                    <a:pt x="1204" y="3489"/>
                  </a:lnTo>
                  <a:lnTo>
                    <a:pt x="1192" y="3490"/>
                  </a:lnTo>
                  <a:lnTo>
                    <a:pt x="1184" y="3505"/>
                  </a:lnTo>
                  <a:lnTo>
                    <a:pt x="1176" y="3521"/>
                  </a:lnTo>
                  <a:lnTo>
                    <a:pt x="1169" y="3535"/>
                  </a:lnTo>
                  <a:lnTo>
                    <a:pt x="1164" y="3552"/>
                  </a:lnTo>
                  <a:lnTo>
                    <a:pt x="1145" y="3563"/>
                  </a:lnTo>
                  <a:lnTo>
                    <a:pt x="1145" y="3575"/>
                  </a:lnTo>
                  <a:lnTo>
                    <a:pt x="1147" y="3587"/>
                  </a:lnTo>
                  <a:lnTo>
                    <a:pt x="1152" y="3597"/>
                  </a:lnTo>
                  <a:lnTo>
                    <a:pt x="1157" y="3607"/>
                  </a:lnTo>
                  <a:lnTo>
                    <a:pt x="1172" y="3625"/>
                  </a:lnTo>
                  <a:lnTo>
                    <a:pt x="1189" y="3644"/>
                  </a:lnTo>
                  <a:lnTo>
                    <a:pt x="1190" y="3678"/>
                  </a:lnTo>
                  <a:lnTo>
                    <a:pt x="1194" y="3711"/>
                  </a:lnTo>
                  <a:lnTo>
                    <a:pt x="1198" y="3726"/>
                  </a:lnTo>
                  <a:lnTo>
                    <a:pt x="1205" y="3741"/>
                  </a:lnTo>
                  <a:lnTo>
                    <a:pt x="1210" y="3748"/>
                  </a:lnTo>
                  <a:lnTo>
                    <a:pt x="1214" y="3755"/>
                  </a:lnTo>
                  <a:lnTo>
                    <a:pt x="1221" y="3762"/>
                  </a:lnTo>
                  <a:lnTo>
                    <a:pt x="1228" y="3768"/>
                  </a:lnTo>
                  <a:lnTo>
                    <a:pt x="1232" y="3775"/>
                  </a:lnTo>
                  <a:lnTo>
                    <a:pt x="1236" y="3783"/>
                  </a:lnTo>
                  <a:lnTo>
                    <a:pt x="1241" y="3791"/>
                  </a:lnTo>
                  <a:lnTo>
                    <a:pt x="1246" y="3797"/>
                  </a:lnTo>
                  <a:lnTo>
                    <a:pt x="1246" y="3844"/>
                  </a:lnTo>
                  <a:lnTo>
                    <a:pt x="1208" y="3856"/>
                  </a:lnTo>
                  <a:lnTo>
                    <a:pt x="1132" y="3817"/>
                  </a:lnTo>
                  <a:lnTo>
                    <a:pt x="1103" y="3784"/>
                  </a:lnTo>
                  <a:lnTo>
                    <a:pt x="1086" y="3784"/>
                  </a:lnTo>
                  <a:lnTo>
                    <a:pt x="1005" y="3738"/>
                  </a:lnTo>
                  <a:lnTo>
                    <a:pt x="926" y="3699"/>
                  </a:lnTo>
                  <a:lnTo>
                    <a:pt x="896" y="3709"/>
                  </a:lnTo>
                  <a:lnTo>
                    <a:pt x="808" y="3695"/>
                  </a:lnTo>
                  <a:lnTo>
                    <a:pt x="729" y="3676"/>
                  </a:lnTo>
                  <a:lnTo>
                    <a:pt x="698" y="3654"/>
                  </a:lnTo>
                  <a:lnTo>
                    <a:pt x="645" y="3592"/>
                  </a:lnTo>
                  <a:lnTo>
                    <a:pt x="617" y="3592"/>
                  </a:lnTo>
                  <a:lnTo>
                    <a:pt x="597" y="3570"/>
                  </a:lnTo>
                  <a:lnTo>
                    <a:pt x="574" y="3558"/>
                  </a:lnTo>
                  <a:lnTo>
                    <a:pt x="564" y="3539"/>
                  </a:lnTo>
                  <a:lnTo>
                    <a:pt x="557" y="3519"/>
                  </a:lnTo>
                  <a:lnTo>
                    <a:pt x="594" y="3517"/>
                  </a:lnTo>
                  <a:lnTo>
                    <a:pt x="597" y="3502"/>
                  </a:lnTo>
                  <a:lnTo>
                    <a:pt x="627" y="3472"/>
                  </a:lnTo>
                  <a:lnTo>
                    <a:pt x="634" y="3454"/>
                  </a:lnTo>
                  <a:lnTo>
                    <a:pt x="614" y="3419"/>
                  </a:lnTo>
                  <a:lnTo>
                    <a:pt x="670" y="3390"/>
                  </a:lnTo>
                  <a:lnTo>
                    <a:pt x="662" y="3379"/>
                  </a:lnTo>
                  <a:lnTo>
                    <a:pt x="602" y="3399"/>
                  </a:lnTo>
                  <a:lnTo>
                    <a:pt x="639" y="3334"/>
                  </a:lnTo>
                  <a:lnTo>
                    <a:pt x="682" y="3291"/>
                  </a:lnTo>
                  <a:lnTo>
                    <a:pt x="707" y="3295"/>
                  </a:lnTo>
                  <a:lnTo>
                    <a:pt x="715" y="3224"/>
                  </a:lnTo>
                  <a:lnTo>
                    <a:pt x="748" y="3183"/>
                  </a:lnTo>
                  <a:lnTo>
                    <a:pt x="698" y="3137"/>
                  </a:lnTo>
                  <a:lnTo>
                    <a:pt x="665" y="3106"/>
                  </a:lnTo>
                  <a:lnTo>
                    <a:pt x="622" y="3105"/>
                  </a:lnTo>
                  <a:lnTo>
                    <a:pt x="580" y="3069"/>
                  </a:lnTo>
                  <a:lnTo>
                    <a:pt x="479" y="3070"/>
                  </a:lnTo>
                  <a:lnTo>
                    <a:pt x="454" y="3041"/>
                  </a:lnTo>
                  <a:lnTo>
                    <a:pt x="450" y="3007"/>
                  </a:lnTo>
                  <a:lnTo>
                    <a:pt x="408" y="2999"/>
                  </a:lnTo>
                  <a:lnTo>
                    <a:pt x="382" y="2902"/>
                  </a:lnTo>
                  <a:lnTo>
                    <a:pt x="302" y="2894"/>
                  </a:lnTo>
                  <a:lnTo>
                    <a:pt x="260" y="2915"/>
                  </a:lnTo>
                  <a:lnTo>
                    <a:pt x="251" y="2876"/>
                  </a:lnTo>
                  <a:lnTo>
                    <a:pt x="226" y="2850"/>
                  </a:lnTo>
                  <a:lnTo>
                    <a:pt x="218" y="2812"/>
                  </a:lnTo>
                  <a:lnTo>
                    <a:pt x="243" y="2809"/>
                  </a:lnTo>
                  <a:lnTo>
                    <a:pt x="268" y="2827"/>
                  </a:lnTo>
                  <a:lnTo>
                    <a:pt x="298" y="2829"/>
                  </a:lnTo>
                  <a:lnTo>
                    <a:pt x="311" y="2787"/>
                  </a:lnTo>
                  <a:lnTo>
                    <a:pt x="247" y="2727"/>
                  </a:lnTo>
                  <a:lnTo>
                    <a:pt x="218" y="2673"/>
                  </a:lnTo>
                  <a:lnTo>
                    <a:pt x="209" y="2580"/>
                  </a:lnTo>
                  <a:lnTo>
                    <a:pt x="189" y="2547"/>
                  </a:lnTo>
                  <a:lnTo>
                    <a:pt x="147" y="2543"/>
                  </a:lnTo>
                  <a:lnTo>
                    <a:pt x="117" y="2551"/>
                  </a:lnTo>
                  <a:lnTo>
                    <a:pt x="79" y="2519"/>
                  </a:lnTo>
                  <a:lnTo>
                    <a:pt x="45" y="2517"/>
                  </a:lnTo>
                  <a:lnTo>
                    <a:pt x="49" y="2450"/>
                  </a:lnTo>
                  <a:lnTo>
                    <a:pt x="42" y="2438"/>
                  </a:lnTo>
                  <a:lnTo>
                    <a:pt x="17" y="2405"/>
                  </a:lnTo>
                  <a:lnTo>
                    <a:pt x="21" y="2342"/>
                  </a:lnTo>
                  <a:lnTo>
                    <a:pt x="21" y="2295"/>
                  </a:lnTo>
                  <a:lnTo>
                    <a:pt x="0" y="2245"/>
                  </a:lnTo>
                  <a:lnTo>
                    <a:pt x="23" y="2152"/>
                  </a:lnTo>
                  <a:lnTo>
                    <a:pt x="55" y="2127"/>
                  </a:lnTo>
                  <a:lnTo>
                    <a:pt x="53" y="2107"/>
                  </a:lnTo>
                  <a:lnTo>
                    <a:pt x="88" y="2107"/>
                  </a:lnTo>
                  <a:lnTo>
                    <a:pt x="98" y="2094"/>
                  </a:lnTo>
                  <a:lnTo>
                    <a:pt x="161" y="2099"/>
                  </a:lnTo>
                  <a:lnTo>
                    <a:pt x="170" y="2062"/>
                  </a:lnTo>
                  <a:lnTo>
                    <a:pt x="143" y="2054"/>
                  </a:lnTo>
                  <a:lnTo>
                    <a:pt x="100" y="2057"/>
                  </a:lnTo>
                  <a:lnTo>
                    <a:pt x="72" y="2042"/>
                  </a:lnTo>
                  <a:lnTo>
                    <a:pt x="78" y="2001"/>
                  </a:lnTo>
                  <a:lnTo>
                    <a:pt x="91" y="1940"/>
                  </a:lnTo>
                  <a:lnTo>
                    <a:pt x="155" y="1852"/>
                  </a:lnTo>
                  <a:lnTo>
                    <a:pt x="260" y="1726"/>
                  </a:lnTo>
                  <a:lnTo>
                    <a:pt x="214" y="1662"/>
                  </a:lnTo>
                  <a:lnTo>
                    <a:pt x="172" y="1650"/>
                  </a:lnTo>
                  <a:lnTo>
                    <a:pt x="162" y="1616"/>
                  </a:lnTo>
                  <a:lnTo>
                    <a:pt x="184" y="1579"/>
                  </a:lnTo>
                  <a:lnTo>
                    <a:pt x="184" y="1540"/>
                  </a:lnTo>
                  <a:lnTo>
                    <a:pt x="158" y="1494"/>
                  </a:lnTo>
                  <a:lnTo>
                    <a:pt x="176" y="1465"/>
                  </a:lnTo>
                  <a:lnTo>
                    <a:pt x="147" y="1444"/>
                  </a:lnTo>
                  <a:lnTo>
                    <a:pt x="162" y="1389"/>
                  </a:lnTo>
                  <a:lnTo>
                    <a:pt x="151" y="1343"/>
                  </a:lnTo>
                  <a:lnTo>
                    <a:pt x="158" y="1271"/>
                  </a:lnTo>
                  <a:lnTo>
                    <a:pt x="100" y="1184"/>
                  </a:lnTo>
                  <a:lnTo>
                    <a:pt x="143" y="1138"/>
                  </a:lnTo>
                  <a:lnTo>
                    <a:pt x="117" y="1085"/>
                  </a:lnTo>
                  <a:lnTo>
                    <a:pt x="66" y="1057"/>
                  </a:lnTo>
                  <a:lnTo>
                    <a:pt x="66" y="1024"/>
                  </a:lnTo>
                  <a:lnTo>
                    <a:pt x="104" y="979"/>
                  </a:lnTo>
                  <a:lnTo>
                    <a:pt x="133" y="964"/>
                  </a:lnTo>
                  <a:lnTo>
                    <a:pt x="137" y="951"/>
                  </a:lnTo>
                  <a:lnTo>
                    <a:pt x="218" y="920"/>
                  </a:lnTo>
                  <a:lnTo>
                    <a:pt x="247" y="920"/>
                  </a:lnTo>
                  <a:lnTo>
                    <a:pt x="247" y="906"/>
                  </a:lnTo>
                  <a:lnTo>
                    <a:pt x="280" y="903"/>
                  </a:lnTo>
                  <a:lnTo>
                    <a:pt x="327" y="918"/>
                  </a:lnTo>
                  <a:lnTo>
                    <a:pt x="327" y="934"/>
                  </a:lnTo>
                  <a:lnTo>
                    <a:pt x="286" y="939"/>
                  </a:lnTo>
                  <a:lnTo>
                    <a:pt x="302" y="954"/>
                  </a:lnTo>
                  <a:lnTo>
                    <a:pt x="340" y="959"/>
                  </a:lnTo>
                  <a:lnTo>
                    <a:pt x="365" y="973"/>
                  </a:lnTo>
                  <a:lnTo>
                    <a:pt x="425" y="964"/>
                  </a:lnTo>
                  <a:lnTo>
                    <a:pt x="512" y="987"/>
                  </a:lnTo>
                  <a:lnTo>
                    <a:pt x="597" y="1034"/>
                  </a:lnTo>
                  <a:lnTo>
                    <a:pt x="669" y="1060"/>
                  </a:lnTo>
                  <a:lnTo>
                    <a:pt x="702" y="1073"/>
                  </a:lnTo>
                  <a:lnTo>
                    <a:pt x="723" y="1090"/>
                  </a:lnTo>
                  <a:lnTo>
                    <a:pt x="748" y="1090"/>
                  </a:lnTo>
                  <a:lnTo>
                    <a:pt x="782" y="1110"/>
                  </a:lnTo>
                  <a:lnTo>
                    <a:pt x="808" y="1128"/>
                  </a:lnTo>
                  <a:lnTo>
                    <a:pt x="808" y="1207"/>
                  </a:lnTo>
                  <a:lnTo>
                    <a:pt x="686" y="1293"/>
                  </a:lnTo>
                  <a:lnTo>
                    <a:pt x="614" y="1289"/>
                  </a:lnTo>
                  <a:lnTo>
                    <a:pt x="529" y="1258"/>
                  </a:lnTo>
                  <a:lnTo>
                    <a:pt x="454" y="1232"/>
                  </a:lnTo>
                  <a:lnTo>
                    <a:pt x="400" y="1207"/>
                  </a:lnTo>
                  <a:lnTo>
                    <a:pt x="361" y="1209"/>
                  </a:lnTo>
                  <a:lnTo>
                    <a:pt x="290" y="1166"/>
                  </a:lnTo>
                  <a:lnTo>
                    <a:pt x="286" y="1193"/>
                  </a:lnTo>
                  <a:lnTo>
                    <a:pt x="361" y="1242"/>
                  </a:lnTo>
                  <a:lnTo>
                    <a:pt x="429" y="1314"/>
                  </a:lnTo>
                  <a:lnTo>
                    <a:pt x="437" y="1355"/>
                  </a:lnTo>
                  <a:lnTo>
                    <a:pt x="404" y="1401"/>
                  </a:lnTo>
                  <a:lnTo>
                    <a:pt x="437" y="1440"/>
                  </a:lnTo>
                  <a:lnTo>
                    <a:pt x="429" y="1511"/>
                  </a:lnTo>
                  <a:lnTo>
                    <a:pt x="433" y="1544"/>
                  </a:lnTo>
                  <a:lnTo>
                    <a:pt x="479" y="1532"/>
                  </a:lnTo>
                  <a:lnTo>
                    <a:pt x="533" y="1591"/>
                  </a:lnTo>
                  <a:lnTo>
                    <a:pt x="610" y="1583"/>
                  </a:lnTo>
                  <a:lnTo>
                    <a:pt x="622" y="1558"/>
                  </a:lnTo>
                  <a:lnTo>
                    <a:pt x="597" y="1536"/>
                  </a:lnTo>
                  <a:lnTo>
                    <a:pt x="572" y="1528"/>
                  </a:lnTo>
                  <a:lnTo>
                    <a:pt x="529" y="1469"/>
                  </a:lnTo>
                  <a:lnTo>
                    <a:pt x="547" y="1419"/>
                  </a:lnTo>
                  <a:lnTo>
                    <a:pt x="576" y="1422"/>
                  </a:lnTo>
                  <a:lnTo>
                    <a:pt x="597" y="1457"/>
                  </a:lnTo>
                  <a:lnTo>
                    <a:pt x="682" y="1494"/>
                  </a:lnTo>
                  <a:lnTo>
                    <a:pt x="744" y="1490"/>
                  </a:lnTo>
                  <a:lnTo>
                    <a:pt x="761" y="1457"/>
                  </a:lnTo>
                  <a:lnTo>
                    <a:pt x="715" y="1364"/>
                  </a:lnTo>
                  <a:lnTo>
                    <a:pt x="790" y="1301"/>
                  </a:lnTo>
                  <a:lnTo>
                    <a:pt x="841" y="1271"/>
                  </a:lnTo>
                  <a:lnTo>
                    <a:pt x="846" y="1226"/>
                  </a:lnTo>
                  <a:lnTo>
                    <a:pt x="904" y="1232"/>
                  </a:lnTo>
                  <a:lnTo>
                    <a:pt x="976" y="1279"/>
                  </a:lnTo>
                  <a:lnTo>
                    <a:pt x="1005" y="1184"/>
                  </a:lnTo>
                  <a:lnTo>
                    <a:pt x="964" y="1163"/>
                  </a:lnTo>
                  <a:lnTo>
                    <a:pt x="964" y="1143"/>
                  </a:lnTo>
                  <a:lnTo>
                    <a:pt x="985" y="1128"/>
                  </a:lnTo>
                  <a:lnTo>
                    <a:pt x="985" y="1079"/>
                  </a:lnTo>
                  <a:lnTo>
                    <a:pt x="964" y="1065"/>
                  </a:lnTo>
                  <a:lnTo>
                    <a:pt x="926" y="1045"/>
                  </a:lnTo>
                  <a:lnTo>
                    <a:pt x="929" y="1029"/>
                  </a:lnTo>
                  <a:lnTo>
                    <a:pt x="955" y="1026"/>
                  </a:lnTo>
                  <a:lnTo>
                    <a:pt x="1030" y="1037"/>
                  </a:lnTo>
                  <a:lnTo>
                    <a:pt x="1103" y="1057"/>
                  </a:lnTo>
                  <a:lnTo>
                    <a:pt x="1140" y="1101"/>
                  </a:lnTo>
                  <a:lnTo>
                    <a:pt x="1061" y="1115"/>
                  </a:lnTo>
                  <a:lnTo>
                    <a:pt x="1057" y="1128"/>
                  </a:lnTo>
                  <a:lnTo>
                    <a:pt x="1030" y="1140"/>
                  </a:lnTo>
                  <a:lnTo>
                    <a:pt x="1065" y="1163"/>
                  </a:lnTo>
                  <a:lnTo>
                    <a:pt x="1069" y="1181"/>
                  </a:lnTo>
                  <a:lnTo>
                    <a:pt x="1140" y="1199"/>
                  </a:lnTo>
                  <a:lnTo>
                    <a:pt x="1196" y="1181"/>
                  </a:lnTo>
                  <a:lnTo>
                    <a:pt x="1200" y="1148"/>
                  </a:lnTo>
                  <a:lnTo>
                    <a:pt x="1196" y="1120"/>
                  </a:lnTo>
                  <a:lnTo>
                    <a:pt x="1212" y="1115"/>
                  </a:lnTo>
                  <a:lnTo>
                    <a:pt x="1237" y="1130"/>
                  </a:lnTo>
                  <a:lnTo>
                    <a:pt x="1254" y="1128"/>
                  </a:lnTo>
                  <a:lnTo>
                    <a:pt x="1254" y="1105"/>
                  </a:lnTo>
                  <a:lnTo>
                    <a:pt x="1300" y="1105"/>
                  </a:lnTo>
                  <a:lnTo>
                    <a:pt x="1339" y="1082"/>
                  </a:lnTo>
                  <a:lnTo>
                    <a:pt x="1372" y="1054"/>
                  </a:lnTo>
                  <a:lnTo>
                    <a:pt x="1432" y="1040"/>
                  </a:lnTo>
                  <a:lnTo>
                    <a:pt x="1451" y="1045"/>
                  </a:lnTo>
                  <a:lnTo>
                    <a:pt x="1457" y="1060"/>
                  </a:lnTo>
                  <a:lnTo>
                    <a:pt x="1482" y="1050"/>
                  </a:lnTo>
                  <a:lnTo>
                    <a:pt x="1478" y="1032"/>
                  </a:lnTo>
                  <a:lnTo>
                    <a:pt x="1503" y="1024"/>
                  </a:lnTo>
                  <a:lnTo>
                    <a:pt x="1536" y="1007"/>
                  </a:lnTo>
                  <a:lnTo>
                    <a:pt x="1579" y="1004"/>
                  </a:lnTo>
                  <a:lnTo>
                    <a:pt x="1557" y="1022"/>
                  </a:lnTo>
                  <a:lnTo>
                    <a:pt x="1569" y="1042"/>
                  </a:lnTo>
                  <a:lnTo>
                    <a:pt x="1536" y="1062"/>
                  </a:lnTo>
                  <a:lnTo>
                    <a:pt x="1553" y="1077"/>
                  </a:lnTo>
                  <a:lnTo>
                    <a:pt x="1587" y="1065"/>
                  </a:lnTo>
                  <a:lnTo>
                    <a:pt x="1600" y="1073"/>
                  </a:lnTo>
                  <a:lnTo>
                    <a:pt x="1633" y="1073"/>
                  </a:lnTo>
                  <a:lnTo>
                    <a:pt x="1629" y="1054"/>
                  </a:lnTo>
                  <a:lnTo>
                    <a:pt x="1658" y="1034"/>
                  </a:lnTo>
                  <a:lnTo>
                    <a:pt x="1693" y="1034"/>
                  </a:lnTo>
                  <a:lnTo>
                    <a:pt x="1697" y="1042"/>
                  </a:lnTo>
                  <a:lnTo>
                    <a:pt x="1743" y="1042"/>
                  </a:lnTo>
                  <a:lnTo>
                    <a:pt x="1776" y="1022"/>
                  </a:lnTo>
                  <a:lnTo>
                    <a:pt x="1810" y="1020"/>
                  </a:lnTo>
                  <a:lnTo>
                    <a:pt x="1844" y="999"/>
                  </a:lnTo>
                  <a:lnTo>
                    <a:pt x="1878" y="1012"/>
                  </a:lnTo>
                  <a:lnTo>
                    <a:pt x="1873" y="1042"/>
                  </a:lnTo>
                  <a:lnTo>
                    <a:pt x="1899" y="1054"/>
                  </a:lnTo>
                  <a:lnTo>
                    <a:pt x="1924" y="1045"/>
                  </a:lnTo>
                  <a:lnTo>
                    <a:pt x="1919" y="1026"/>
                  </a:lnTo>
                  <a:lnTo>
                    <a:pt x="1971" y="1015"/>
                  </a:lnTo>
                  <a:lnTo>
                    <a:pt x="1975" y="968"/>
                  </a:lnTo>
                  <a:lnTo>
                    <a:pt x="1950" y="946"/>
                  </a:lnTo>
                  <a:lnTo>
                    <a:pt x="1991" y="918"/>
                  </a:lnTo>
                  <a:lnTo>
                    <a:pt x="2155" y="9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 447"/>
            <p:cNvSpPr>
              <a:spLocks/>
            </p:cNvSpPr>
            <p:nvPr/>
          </p:nvSpPr>
          <p:spPr bwMode="auto">
            <a:xfrm>
              <a:off x="4863771" y="2771473"/>
              <a:ext cx="69722" cy="35673"/>
            </a:xfrm>
            <a:custGeom>
              <a:avLst/>
              <a:gdLst/>
              <a:ahLst/>
              <a:cxnLst>
                <a:cxn ang="0">
                  <a:pos x="174" y="79"/>
                </a:cxn>
                <a:cxn ang="0">
                  <a:pos x="86" y="86"/>
                </a:cxn>
                <a:cxn ang="0">
                  <a:pos x="35" y="76"/>
                </a:cxn>
                <a:cxn ang="0">
                  <a:pos x="0" y="70"/>
                </a:cxn>
                <a:cxn ang="0">
                  <a:pos x="12" y="50"/>
                </a:cxn>
                <a:cxn ang="0">
                  <a:pos x="1" y="33"/>
                </a:cxn>
                <a:cxn ang="0">
                  <a:pos x="6" y="17"/>
                </a:cxn>
                <a:cxn ang="0">
                  <a:pos x="71" y="14"/>
                </a:cxn>
                <a:cxn ang="0">
                  <a:pos x="82" y="0"/>
                </a:cxn>
                <a:cxn ang="0">
                  <a:pos x="124" y="14"/>
                </a:cxn>
                <a:cxn ang="0">
                  <a:pos x="153" y="30"/>
                </a:cxn>
                <a:cxn ang="0">
                  <a:pos x="174" y="79"/>
                </a:cxn>
              </a:cxnLst>
              <a:rect l="0" t="0" r="r" b="b"/>
              <a:pathLst>
                <a:path w="174" h="86">
                  <a:moveTo>
                    <a:pt x="174" y="79"/>
                  </a:moveTo>
                  <a:lnTo>
                    <a:pt x="86" y="86"/>
                  </a:lnTo>
                  <a:lnTo>
                    <a:pt x="35" y="76"/>
                  </a:lnTo>
                  <a:lnTo>
                    <a:pt x="0" y="70"/>
                  </a:lnTo>
                  <a:lnTo>
                    <a:pt x="12" y="50"/>
                  </a:lnTo>
                  <a:lnTo>
                    <a:pt x="1" y="33"/>
                  </a:lnTo>
                  <a:lnTo>
                    <a:pt x="6" y="17"/>
                  </a:lnTo>
                  <a:lnTo>
                    <a:pt x="71" y="14"/>
                  </a:lnTo>
                  <a:lnTo>
                    <a:pt x="82" y="0"/>
                  </a:lnTo>
                  <a:lnTo>
                    <a:pt x="124" y="14"/>
                  </a:lnTo>
                  <a:lnTo>
                    <a:pt x="153" y="30"/>
                  </a:lnTo>
                  <a:lnTo>
                    <a:pt x="174" y="7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 448"/>
            <p:cNvSpPr>
              <a:spLocks/>
            </p:cNvSpPr>
            <p:nvPr/>
          </p:nvSpPr>
          <p:spPr bwMode="auto">
            <a:xfrm>
              <a:off x="5586940" y="3689213"/>
              <a:ext cx="17835" cy="12972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9" y="0"/>
                </a:cxn>
                <a:cxn ang="0">
                  <a:pos x="44" y="17"/>
                </a:cxn>
                <a:cxn ang="0">
                  <a:pos x="13" y="31"/>
                </a:cxn>
                <a:cxn ang="0">
                  <a:pos x="0" y="17"/>
                </a:cxn>
              </a:cxnLst>
              <a:rect l="0" t="0" r="r" b="b"/>
              <a:pathLst>
                <a:path w="44" h="31">
                  <a:moveTo>
                    <a:pt x="0" y="17"/>
                  </a:moveTo>
                  <a:lnTo>
                    <a:pt x="19" y="0"/>
                  </a:lnTo>
                  <a:lnTo>
                    <a:pt x="44" y="17"/>
                  </a:lnTo>
                  <a:lnTo>
                    <a:pt x="13" y="31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 449"/>
            <p:cNvSpPr>
              <a:spLocks/>
            </p:cNvSpPr>
            <p:nvPr/>
          </p:nvSpPr>
          <p:spPr bwMode="auto">
            <a:xfrm>
              <a:off x="4315720" y="4081606"/>
              <a:ext cx="90802" cy="158903"/>
            </a:xfrm>
            <a:custGeom>
              <a:avLst/>
              <a:gdLst/>
              <a:ahLst/>
              <a:cxnLst>
                <a:cxn ang="0">
                  <a:pos x="191" y="25"/>
                </a:cxn>
                <a:cxn ang="0">
                  <a:pos x="194" y="95"/>
                </a:cxn>
                <a:cxn ang="0">
                  <a:pos x="199" y="203"/>
                </a:cxn>
                <a:cxn ang="0">
                  <a:pos x="216" y="230"/>
                </a:cxn>
                <a:cxn ang="0">
                  <a:pos x="216" y="261"/>
                </a:cxn>
                <a:cxn ang="0">
                  <a:pos x="216" y="293"/>
                </a:cxn>
                <a:cxn ang="0">
                  <a:pos x="226" y="332"/>
                </a:cxn>
                <a:cxn ang="0">
                  <a:pos x="187" y="346"/>
                </a:cxn>
                <a:cxn ang="0">
                  <a:pos x="60" y="392"/>
                </a:cxn>
                <a:cxn ang="0">
                  <a:pos x="31" y="377"/>
                </a:cxn>
                <a:cxn ang="0">
                  <a:pos x="8" y="332"/>
                </a:cxn>
                <a:cxn ang="0">
                  <a:pos x="0" y="294"/>
                </a:cxn>
                <a:cxn ang="0">
                  <a:pos x="48" y="201"/>
                </a:cxn>
                <a:cxn ang="0">
                  <a:pos x="48" y="176"/>
                </a:cxn>
                <a:cxn ang="0">
                  <a:pos x="14" y="87"/>
                </a:cxn>
                <a:cxn ang="0">
                  <a:pos x="44" y="9"/>
                </a:cxn>
                <a:cxn ang="0">
                  <a:pos x="81" y="0"/>
                </a:cxn>
                <a:cxn ang="0">
                  <a:pos x="124" y="17"/>
                </a:cxn>
                <a:cxn ang="0">
                  <a:pos x="153" y="13"/>
                </a:cxn>
                <a:cxn ang="0">
                  <a:pos x="191" y="25"/>
                </a:cxn>
              </a:cxnLst>
              <a:rect l="0" t="0" r="r" b="b"/>
              <a:pathLst>
                <a:path w="226" h="392">
                  <a:moveTo>
                    <a:pt x="191" y="25"/>
                  </a:moveTo>
                  <a:lnTo>
                    <a:pt x="194" y="95"/>
                  </a:lnTo>
                  <a:lnTo>
                    <a:pt x="199" y="203"/>
                  </a:lnTo>
                  <a:lnTo>
                    <a:pt x="216" y="230"/>
                  </a:lnTo>
                  <a:lnTo>
                    <a:pt x="216" y="261"/>
                  </a:lnTo>
                  <a:lnTo>
                    <a:pt x="216" y="293"/>
                  </a:lnTo>
                  <a:lnTo>
                    <a:pt x="226" y="332"/>
                  </a:lnTo>
                  <a:lnTo>
                    <a:pt x="187" y="346"/>
                  </a:lnTo>
                  <a:lnTo>
                    <a:pt x="60" y="392"/>
                  </a:lnTo>
                  <a:lnTo>
                    <a:pt x="31" y="377"/>
                  </a:lnTo>
                  <a:lnTo>
                    <a:pt x="8" y="332"/>
                  </a:lnTo>
                  <a:lnTo>
                    <a:pt x="0" y="294"/>
                  </a:lnTo>
                  <a:lnTo>
                    <a:pt x="48" y="201"/>
                  </a:lnTo>
                  <a:lnTo>
                    <a:pt x="48" y="176"/>
                  </a:lnTo>
                  <a:lnTo>
                    <a:pt x="14" y="87"/>
                  </a:lnTo>
                  <a:lnTo>
                    <a:pt x="44" y="9"/>
                  </a:lnTo>
                  <a:lnTo>
                    <a:pt x="81" y="0"/>
                  </a:lnTo>
                  <a:lnTo>
                    <a:pt x="124" y="17"/>
                  </a:lnTo>
                  <a:lnTo>
                    <a:pt x="153" y="13"/>
                  </a:lnTo>
                  <a:lnTo>
                    <a:pt x="191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 450"/>
            <p:cNvSpPr>
              <a:spLocks/>
            </p:cNvSpPr>
            <p:nvPr/>
          </p:nvSpPr>
          <p:spPr bwMode="auto">
            <a:xfrm>
              <a:off x="3983322" y="3945402"/>
              <a:ext cx="136203" cy="118366"/>
            </a:xfrm>
            <a:custGeom>
              <a:avLst/>
              <a:gdLst/>
              <a:ahLst/>
              <a:cxnLst>
                <a:cxn ang="0">
                  <a:pos x="12" y="270"/>
                </a:cxn>
                <a:cxn ang="0">
                  <a:pos x="22" y="239"/>
                </a:cxn>
                <a:cxn ang="0">
                  <a:pos x="120" y="230"/>
                </a:cxn>
                <a:cxn ang="0">
                  <a:pos x="178" y="243"/>
                </a:cxn>
                <a:cxn ang="0">
                  <a:pos x="203" y="230"/>
                </a:cxn>
                <a:cxn ang="0">
                  <a:pos x="182" y="201"/>
                </a:cxn>
                <a:cxn ang="0">
                  <a:pos x="132" y="189"/>
                </a:cxn>
                <a:cxn ang="0">
                  <a:pos x="22" y="197"/>
                </a:cxn>
                <a:cxn ang="0">
                  <a:pos x="8" y="172"/>
                </a:cxn>
                <a:cxn ang="0">
                  <a:pos x="0" y="131"/>
                </a:cxn>
                <a:cxn ang="0">
                  <a:pos x="22" y="92"/>
                </a:cxn>
                <a:cxn ang="0">
                  <a:pos x="43" y="17"/>
                </a:cxn>
                <a:cxn ang="0">
                  <a:pos x="84" y="0"/>
                </a:cxn>
                <a:cxn ang="0">
                  <a:pos x="93" y="1"/>
                </a:cxn>
                <a:cxn ang="0">
                  <a:pos x="113" y="2"/>
                </a:cxn>
                <a:cxn ang="0">
                  <a:pos x="135" y="5"/>
                </a:cxn>
                <a:cxn ang="0">
                  <a:pos x="151" y="9"/>
                </a:cxn>
                <a:cxn ang="0">
                  <a:pos x="165" y="15"/>
                </a:cxn>
                <a:cxn ang="0">
                  <a:pos x="179" y="27"/>
                </a:cxn>
                <a:cxn ang="0">
                  <a:pos x="192" y="38"/>
                </a:cxn>
                <a:cxn ang="0">
                  <a:pos x="198" y="42"/>
                </a:cxn>
                <a:cxn ang="0">
                  <a:pos x="223" y="75"/>
                </a:cxn>
                <a:cxn ang="0">
                  <a:pos x="287" y="131"/>
                </a:cxn>
                <a:cxn ang="0">
                  <a:pos x="298" y="223"/>
                </a:cxn>
                <a:cxn ang="0">
                  <a:pos x="337" y="253"/>
                </a:cxn>
                <a:cxn ang="0">
                  <a:pos x="337" y="295"/>
                </a:cxn>
                <a:cxn ang="0">
                  <a:pos x="248" y="274"/>
                </a:cxn>
                <a:cxn ang="0">
                  <a:pos x="194" y="278"/>
                </a:cxn>
                <a:cxn ang="0">
                  <a:pos x="105" y="270"/>
                </a:cxn>
                <a:cxn ang="0">
                  <a:pos x="33" y="295"/>
                </a:cxn>
                <a:cxn ang="0">
                  <a:pos x="12" y="270"/>
                </a:cxn>
                <a:cxn ang="0">
                  <a:pos x="22" y="239"/>
                </a:cxn>
                <a:cxn ang="0">
                  <a:pos x="12" y="270"/>
                </a:cxn>
              </a:cxnLst>
              <a:rect l="0" t="0" r="r" b="b"/>
              <a:pathLst>
                <a:path w="337" h="295">
                  <a:moveTo>
                    <a:pt x="12" y="270"/>
                  </a:moveTo>
                  <a:lnTo>
                    <a:pt x="22" y="239"/>
                  </a:lnTo>
                  <a:lnTo>
                    <a:pt x="120" y="230"/>
                  </a:lnTo>
                  <a:lnTo>
                    <a:pt x="178" y="243"/>
                  </a:lnTo>
                  <a:lnTo>
                    <a:pt x="203" y="230"/>
                  </a:lnTo>
                  <a:lnTo>
                    <a:pt x="182" y="201"/>
                  </a:lnTo>
                  <a:lnTo>
                    <a:pt x="132" y="189"/>
                  </a:lnTo>
                  <a:lnTo>
                    <a:pt x="22" y="197"/>
                  </a:lnTo>
                  <a:lnTo>
                    <a:pt x="8" y="172"/>
                  </a:lnTo>
                  <a:lnTo>
                    <a:pt x="0" y="131"/>
                  </a:lnTo>
                  <a:lnTo>
                    <a:pt x="22" y="92"/>
                  </a:lnTo>
                  <a:lnTo>
                    <a:pt x="43" y="17"/>
                  </a:lnTo>
                  <a:lnTo>
                    <a:pt x="84" y="0"/>
                  </a:lnTo>
                  <a:lnTo>
                    <a:pt x="93" y="1"/>
                  </a:lnTo>
                  <a:lnTo>
                    <a:pt x="113" y="2"/>
                  </a:lnTo>
                  <a:lnTo>
                    <a:pt x="135" y="5"/>
                  </a:lnTo>
                  <a:lnTo>
                    <a:pt x="151" y="9"/>
                  </a:lnTo>
                  <a:lnTo>
                    <a:pt x="165" y="15"/>
                  </a:lnTo>
                  <a:lnTo>
                    <a:pt x="179" y="27"/>
                  </a:lnTo>
                  <a:lnTo>
                    <a:pt x="192" y="38"/>
                  </a:lnTo>
                  <a:lnTo>
                    <a:pt x="198" y="42"/>
                  </a:lnTo>
                  <a:lnTo>
                    <a:pt x="223" y="75"/>
                  </a:lnTo>
                  <a:lnTo>
                    <a:pt x="287" y="131"/>
                  </a:lnTo>
                  <a:lnTo>
                    <a:pt x="298" y="223"/>
                  </a:lnTo>
                  <a:lnTo>
                    <a:pt x="337" y="253"/>
                  </a:lnTo>
                  <a:lnTo>
                    <a:pt x="337" y="295"/>
                  </a:lnTo>
                  <a:lnTo>
                    <a:pt x="248" y="274"/>
                  </a:lnTo>
                  <a:lnTo>
                    <a:pt x="194" y="278"/>
                  </a:lnTo>
                  <a:lnTo>
                    <a:pt x="105" y="270"/>
                  </a:lnTo>
                  <a:lnTo>
                    <a:pt x="33" y="295"/>
                  </a:lnTo>
                  <a:lnTo>
                    <a:pt x="12" y="270"/>
                  </a:lnTo>
                  <a:lnTo>
                    <a:pt x="22" y="239"/>
                  </a:lnTo>
                  <a:lnTo>
                    <a:pt x="12" y="27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 451"/>
            <p:cNvSpPr>
              <a:spLocks/>
            </p:cNvSpPr>
            <p:nvPr/>
          </p:nvSpPr>
          <p:spPr bwMode="auto">
            <a:xfrm>
              <a:off x="5684226" y="4851794"/>
              <a:ext cx="19457" cy="25944"/>
            </a:xfrm>
            <a:custGeom>
              <a:avLst/>
              <a:gdLst/>
              <a:ahLst/>
              <a:cxnLst>
                <a:cxn ang="0">
                  <a:pos x="3" y="28"/>
                </a:cxn>
                <a:cxn ang="0">
                  <a:pos x="9" y="17"/>
                </a:cxn>
                <a:cxn ang="0">
                  <a:pos x="16" y="8"/>
                </a:cxn>
                <a:cxn ang="0">
                  <a:pos x="19" y="5"/>
                </a:cxn>
                <a:cxn ang="0">
                  <a:pos x="23" y="3"/>
                </a:cxn>
                <a:cxn ang="0">
                  <a:pos x="25" y="0"/>
                </a:cxn>
                <a:cxn ang="0">
                  <a:pos x="29" y="0"/>
                </a:cxn>
                <a:cxn ang="0">
                  <a:pos x="32" y="0"/>
                </a:cxn>
                <a:cxn ang="0">
                  <a:pos x="35" y="3"/>
                </a:cxn>
                <a:cxn ang="0">
                  <a:pos x="37" y="5"/>
                </a:cxn>
                <a:cxn ang="0">
                  <a:pos x="40" y="11"/>
                </a:cxn>
                <a:cxn ang="0">
                  <a:pos x="44" y="21"/>
                </a:cxn>
                <a:cxn ang="0">
                  <a:pos x="47" y="35"/>
                </a:cxn>
                <a:cxn ang="0">
                  <a:pos x="45" y="41"/>
                </a:cxn>
                <a:cxn ang="0">
                  <a:pos x="44" y="46"/>
                </a:cxn>
                <a:cxn ang="0">
                  <a:pos x="41" y="52"/>
                </a:cxn>
                <a:cxn ang="0">
                  <a:pos x="37" y="56"/>
                </a:cxn>
                <a:cxn ang="0">
                  <a:pos x="33" y="60"/>
                </a:cxn>
                <a:cxn ang="0">
                  <a:pos x="29" y="61"/>
                </a:cxn>
                <a:cxn ang="0">
                  <a:pos x="24" y="62"/>
                </a:cxn>
                <a:cxn ang="0">
                  <a:pos x="20" y="62"/>
                </a:cxn>
                <a:cxn ang="0">
                  <a:pos x="15" y="61"/>
                </a:cxn>
                <a:cxn ang="0">
                  <a:pos x="11" y="58"/>
                </a:cxn>
                <a:cxn ang="0">
                  <a:pos x="7" y="54"/>
                </a:cxn>
                <a:cxn ang="0">
                  <a:pos x="4" y="50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1" y="33"/>
                </a:cxn>
                <a:cxn ang="0">
                  <a:pos x="3" y="28"/>
                </a:cxn>
              </a:cxnLst>
              <a:rect l="0" t="0" r="r" b="b"/>
              <a:pathLst>
                <a:path w="47" h="62">
                  <a:moveTo>
                    <a:pt x="3" y="28"/>
                  </a:moveTo>
                  <a:lnTo>
                    <a:pt x="9" y="17"/>
                  </a:lnTo>
                  <a:lnTo>
                    <a:pt x="16" y="8"/>
                  </a:lnTo>
                  <a:lnTo>
                    <a:pt x="19" y="5"/>
                  </a:lnTo>
                  <a:lnTo>
                    <a:pt x="23" y="3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2" y="0"/>
                  </a:lnTo>
                  <a:lnTo>
                    <a:pt x="35" y="3"/>
                  </a:lnTo>
                  <a:lnTo>
                    <a:pt x="37" y="5"/>
                  </a:lnTo>
                  <a:lnTo>
                    <a:pt x="40" y="11"/>
                  </a:lnTo>
                  <a:lnTo>
                    <a:pt x="44" y="21"/>
                  </a:lnTo>
                  <a:lnTo>
                    <a:pt x="47" y="35"/>
                  </a:lnTo>
                  <a:lnTo>
                    <a:pt x="45" y="41"/>
                  </a:lnTo>
                  <a:lnTo>
                    <a:pt x="44" y="46"/>
                  </a:lnTo>
                  <a:lnTo>
                    <a:pt x="41" y="52"/>
                  </a:lnTo>
                  <a:lnTo>
                    <a:pt x="37" y="56"/>
                  </a:lnTo>
                  <a:lnTo>
                    <a:pt x="33" y="60"/>
                  </a:lnTo>
                  <a:lnTo>
                    <a:pt x="29" y="61"/>
                  </a:lnTo>
                  <a:lnTo>
                    <a:pt x="24" y="62"/>
                  </a:lnTo>
                  <a:lnTo>
                    <a:pt x="20" y="62"/>
                  </a:lnTo>
                  <a:lnTo>
                    <a:pt x="15" y="61"/>
                  </a:lnTo>
                  <a:lnTo>
                    <a:pt x="11" y="58"/>
                  </a:lnTo>
                  <a:lnTo>
                    <a:pt x="7" y="54"/>
                  </a:lnTo>
                  <a:lnTo>
                    <a:pt x="4" y="50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1" y="33"/>
                  </a:lnTo>
                  <a:lnTo>
                    <a:pt x="3" y="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 452"/>
            <p:cNvSpPr>
              <a:spLocks/>
            </p:cNvSpPr>
            <p:nvPr/>
          </p:nvSpPr>
          <p:spPr bwMode="auto">
            <a:xfrm>
              <a:off x="4910793" y="2620677"/>
              <a:ext cx="32428" cy="27564"/>
            </a:xfrm>
            <a:custGeom>
              <a:avLst/>
              <a:gdLst/>
              <a:ahLst/>
              <a:cxnLst>
                <a:cxn ang="0">
                  <a:pos x="78" y="25"/>
                </a:cxn>
                <a:cxn ang="0">
                  <a:pos x="70" y="12"/>
                </a:cxn>
                <a:cxn ang="0">
                  <a:pos x="36" y="0"/>
                </a:cxn>
                <a:cxn ang="0">
                  <a:pos x="0" y="25"/>
                </a:cxn>
                <a:cxn ang="0">
                  <a:pos x="8" y="68"/>
                </a:cxn>
                <a:cxn ang="0">
                  <a:pos x="25" y="65"/>
                </a:cxn>
                <a:cxn ang="0">
                  <a:pos x="36" y="48"/>
                </a:cxn>
                <a:cxn ang="0">
                  <a:pos x="78" y="25"/>
                </a:cxn>
              </a:cxnLst>
              <a:rect l="0" t="0" r="r" b="b"/>
              <a:pathLst>
                <a:path w="78" h="68">
                  <a:moveTo>
                    <a:pt x="78" y="25"/>
                  </a:moveTo>
                  <a:lnTo>
                    <a:pt x="70" y="12"/>
                  </a:lnTo>
                  <a:lnTo>
                    <a:pt x="36" y="0"/>
                  </a:lnTo>
                  <a:lnTo>
                    <a:pt x="0" y="25"/>
                  </a:lnTo>
                  <a:lnTo>
                    <a:pt x="8" y="68"/>
                  </a:lnTo>
                  <a:lnTo>
                    <a:pt x="25" y="65"/>
                  </a:lnTo>
                  <a:lnTo>
                    <a:pt x="36" y="48"/>
                  </a:lnTo>
                  <a:lnTo>
                    <a:pt x="78" y="2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 453"/>
            <p:cNvSpPr>
              <a:spLocks/>
            </p:cNvSpPr>
            <p:nvPr/>
          </p:nvSpPr>
          <p:spPr bwMode="auto">
            <a:xfrm>
              <a:off x="4917279" y="2599597"/>
              <a:ext cx="16214" cy="1135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37" y="3"/>
                </a:cxn>
                <a:cxn ang="0">
                  <a:pos x="40" y="17"/>
                </a:cxn>
                <a:cxn ang="0">
                  <a:pos x="12" y="31"/>
                </a:cxn>
                <a:cxn ang="0">
                  <a:pos x="0" y="12"/>
                </a:cxn>
                <a:cxn ang="0">
                  <a:pos x="20" y="0"/>
                </a:cxn>
              </a:cxnLst>
              <a:rect l="0" t="0" r="r" b="b"/>
              <a:pathLst>
                <a:path w="40" h="31">
                  <a:moveTo>
                    <a:pt x="20" y="0"/>
                  </a:moveTo>
                  <a:lnTo>
                    <a:pt x="37" y="3"/>
                  </a:lnTo>
                  <a:lnTo>
                    <a:pt x="40" y="17"/>
                  </a:lnTo>
                  <a:lnTo>
                    <a:pt x="12" y="31"/>
                  </a:lnTo>
                  <a:lnTo>
                    <a:pt x="0" y="12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 454"/>
            <p:cNvSpPr>
              <a:spLocks/>
            </p:cNvSpPr>
            <p:nvPr/>
          </p:nvSpPr>
          <p:spPr bwMode="auto">
            <a:xfrm>
              <a:off x="4889713" y="2717965"/>
              <a:ext cx="129716" cy="102153"/>
            </a:xfrm>
            <a:custGeom>
              <a:avLst/>
              <a:gdLst/>
              <a:ahLst/>
              <a:cxnLst>
                <a:cxn ang="0">
                  <a:pos x="59" y="148"/>
                </a:cxn>
                <a:cxn ang="0">
                  <a:pos x="88" y="164"/>
                </a:cxn>
                <a:cxn ang="0">
                  <a:pos x="109" y="213"/>
                </a:cxn>
                <a:cxn ang="0">
                  <a:pos x="131" y="210"/>
                </a:cxn>
                <a:cxn ang="0">
                  <a:pos x="147" y="232"/>
                </a:cxn>
                <a:cxn ang="0">
                  <a:pos x="189" y="253"/>
                </a:cxn>
                <a:cxn ang="0">
                  <a:pos x="210" y="232"/>
                </a:cxn>
                <a:cxn ang="0">
                  <a:pos x="214" y="210"/>
                </a:cxn>
                <a:cxn ang="0">
                  <a:pos x="264" y="189"/>
                </a:cxn>
                <a:cxn ang="0">
                  <a:pos x="291" y="143"/>
                </a:cxn>
                <a:cxn ang="0">
                  <a:pos x="320" y="89"/>
                </a:cxn>
                <a:cxn ang="0">
                  <a:pos x="266" y="21"/>
                </a:cxn>
                <a:cxn ang="0">
                  <a:pos x="160" y="0"/>
                </a:cxn>
                <a:cxn ang="0">
                  <a:pos x="30" y="0"/>
                </a:cxn>
                <a:cxn ang="0">
                  <a:pos x="0" y="30"/>
                </a:cxn>
                <a:cxn ang="0">
                  <a:pos x="17" y="134"/>
                </a:cxn>
                <a:cxn ang="0">
                  <a:pos x="59" y="148"/>
                </a:cxn>
              </a:cxnLst>
              <a:rect l="0" t="0" r="r" b="b"/>
              <a:pathLst>
                <a:path w="320" h="253">
                  <a:moveTo>
                    <a:pt x="59" y="148"/>
                  </a:moveTo>
                  <a:lnTo>
                    <a:pt x="88" y="164"/>
                  </a:lnTo>
                  <a:lnTo>
                    <a:pt x="109" y="213"/>
                  </a:lnTo>
                  <a:lnTo>
                    <a:pt x="131" y="210"/>
                  </a:lnTo>
                  <a:lnTo>
                    <a:pt x="147" y="232"/>
                  </a:lnTo>
                  <a:lnTo>
                    <a:pt x="189" y="253"/>
                  </a:lnTo>
                  <a:lnTo>
                    <a:pt x="210" y="232"/>
                  </a:lnTo>
                  <a:lnTo>
                    <a:pt x="214" y="210"/>
                  </a:lnTo>
                  <a:lnTo>
                    <a:pt x="264" y="189"/>
                  </a:lnTo>
                  <a:lnTo>
                    <a:pt x="291" y="143"/>
                  </a:lnTo>
                  <a:lnTo>
                    <a:pt x="320" y="89"/>
                  </a:lnTo>
                  <a:lnTo>
                    <a:pt x="266" y="21"/>
                  </a:lnTo>
                  <a:lnTo>
                    <a:pt x="160" y="0"/>
                  </a:lnTo>
                  <a:lnTo>
                    <a:pt x="30" y="0"/>
                  </a:lnTo>
                  <a:lnTo>
                    <a:pt x="0" y="30"/>
                  </a:lnTo>
                  <a:lnTo>
                    <a:pt x="17" y="134"/>
                  </a:lnTo>
                  <a:lnTo>
                    <a:pt x="59" y="14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 455"/>
            <p:cNvSpPr>
              <a:spLocks/>
            </p:cNvSpPr>
            <p:nvPr/>
          </p:nvSpPr>
          <p:spPr bwMode="auto">
            <a:xfrm>
              <a:off x="4943223" y="2575275"/>
              <a:ext cx="103774" cy="87559"/>
            </a:xfrm>
            <a:custGeom>
              <a:avLst/>
              <a:gdLst/>
              <a:ahLst/>
              <a:cxnLst>
                <a:cxn ang="0">
                  <a:pos x="252" y="210"/>
                </a:cxn>
                <a:cxn ang="0">
                  <a:pos x="184" y="215"/>
                </a:cxn>
                <a:cxn ang="0">
                  <a:pos x="155" y="202"/>
                </a:cxn>
                <a:cxn ang="0">
                  <a:pos x="134" y="177"/>
                </a:cxn>
                <a:cxn ang="0">
                  <a:pos x="103" y="173"/>
                </a:cxn>
                <a:cxn ang="0">
                  <a:pos x="65" y="178"/>
                </a:cxn>
                <a:cxn ang="0">
                  <a:pos x="50" y="155"/>
                </a:cxn>
                <a:cxn ang="0">
                  <a:pos x="23" y="145"/>
                </a:cxn>
                <a:cxn ang="0">
                  <a:pos x="25" y="97"/>
                </a:cxn>
                <a:cxn ang="0">
                  <a:pos x="0" y="77"/>
                </a:cxn>
                <a:cxn ang="0">
                  <a:pos x="3" y="65"/>
                </a:cxn>
                <a:cxn ang="0">
                  <a:pos x="68" y="12"/>
                </a:cxn>
                <a:cxn ang="0">
                  <a:pos x="115" y="18"/>
                </a:cxn>
                <a:cxn ang="0">
                  <a:pos x="148" y="0"/>
                </a:cxn>
                <a:cxn ang="0">
                  <a:pos x="174" y="7"/>
                </a:cxn>
                <a:cxn ang="0">
                  <a:pos x="254" y="20"/>
                </a:cxn>
                <a:cxn ang="0">
                  <a:pos x="231" y="113"/>
                </a:cxn>
                <a:cxn ang="0">
                  <a:pos x="252" y="163"/>
                </a:cxn>
                <a:cxn ang="0">
                  <a:pos x="252" y="210"/>
                </a:cxn>
              </a:cxnLst>
              <a:rect l="0" t="0" r="r" b="b"/>
              <a:pathLst>
                <a:path w="254" h="215">
                  <a:moveTo>
                    <a:pt x="252" y="210"/>
                  </a:moveTo>
                  <a:lnTo>
                    <a:pt x="184" y="215"/>
                  </a:lnTo>
                  <a:lnTo>
                    <a:pt x="155" y="202"/>
                  </a:lnTo>
                  <a:lnTo>
                    <a:pt x="134" y="177"/>
                  </a:lnTo>
                  <a:lnTo>
                    <a:pt x="103" y="173"/>
                  </a:lnTo>
                  <a:lnTo>
                    <a:pt x="65" y="178"/>
                  </a:lnTo>
                  <a:lnTo>
                    <a:pt x="50" y="155"/>
                  </a:lnTo>
                  <a:lnTo>
                    <a:pt x="23" y="145"/>
                  </a:lnTo>
                  <a:lnTo>
                    <a:pt x="25" y="97"/>
                  </a:lnTo>
                  <a:lnTo>
                    <a:pt x="0" y="77"/>
                  </a:lnTo>
                  <a:lnTo>
                    <a:pt x="3" y="65"/>
                  </a:lnTo>
                  <a:lnTo>
                    <a:pt x="68" y="12"/>
                  </a:lnTo>
                  <a:lnTo>
                    <a:pt x="115" y="18"/>
                  </a:lnTo>
                  <a:lnTo>
                    <a:pt x="148" y="0"/>
                  </a:lnTo>
                  <a:lnTo>
                    <a:pt x="174" y="7"/>
                  </a:lnTo>
                  <a:lnTo>
                    <a:pt x="254" y="20"/>
                  </a:lnTo>
                  <a:lnTo>
                    <a:pt x="231" y="113"/>
                  </a:lnTo>
                  <a:lnTo>
                    <a:pt x="252" y="163"/>
                  </a:lnTo>
                  <a:lnTo>
                    <a:pt x="252" y="21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 456"/>
            <p:cNvSpPr>
              <a:spLocks/>
            </p:cNvSpPr>
            <p:nvPr/>
          </p:nvSpPr>
          <p:spPr bwMode="auto">
            <a:xfrm>
              <a:off x="4883229" y="2644997"/>
              <a:ext cx="173494" cy="108637"/>
            </a:xfrm>
            <a:custGeom>
              <a:avLst/>
              <a:gdLst/>
              <a:ahLst/>
              <a:cxnLst>
                <a:cxn ang="0">
                  <a:pos x="424" y="212"/>
                </a:cxn>
                <a:cxn ang="0">
                  <a:pos x="428" y="145"/>
                </a:cxn>
                <a:cxn ang="0">
                  <a:pos x="421" y="133"/>
                </a:cxn>
                <a:cxn ang="0">
                  <a:pos x="396" y="100"/>
                </a:cxn>
                <a:cxn ang="0">
                  <a:pos x="400" y="37"/>
                </a:cxn>
                <a:cxn ang="0">
                  <a:pos x="332" y="42"/>
                </a:cxn>
                <a:cxn ang="0">
                  <a:pos x="303" y="29"/>
                </a:cxn>
                <a:cxn ang="0">
                  <a:pos x="282" y="4"/>
                </a:cxn>
                <a:cxn ang="0">
                  <a:pos x="251" y="0"/>
                </a:cxn>
                <a:cxn ang="0">
                  <a:pos x="213" y="5"/>
                </a:cxn>
                <a:cxn ang="0">
                  <a:pos x="214" y="13"/>
                </a:cxn>
                <a:cxn ang="0">
                  <a:pos x="218" y="42"/>
                </a:cxn>
                <a:cxn ang="0">
                  <a:pos x="205" y="112"/>
                </a:cxn>
                <a:cxn ang="0">
                  <a:pos x="168" y="120"/>
                </a:cxn>
                <a:cxn ang="0">
                  <a:pos x="128" y="73"/>
                </a:cxn>
                <a:cxn ang="0">
                  <a:pos x="112" y="35"/>
                </a:cxn>
                <a:cxn ang="0">
                  <a:pos x="73" y="53"/>
                </a:cxn>
                <a:cxn ang="0">
                  <a:pos x="33" y="63"/>
                </a:cxn>
                <a:cxn ang="0">
                  <a:pos x="35" y="123"/>
                </a:cxn>
                <a:cxn ang="0">
                  <a:pos x="8" y="153"/>
                </a:cxn>
                <a:cxn ang="0">
                  <a:pos x="0" y="185"/>
                </a:cxn>
                <a:cxn ang="0">
                  <a:pos x="16" y="210"/>
                </a:cxn>
                <a:cxn ang="0">
                  <a:pos x="46" y="180"/>
                </a:cxn>
                <a:cxn ang="0">
                  <a:pos x="176" y="180"/>
                </a:cxn>
                <a:cxn ang="0">
                  <a:pos x="282" y="201"/>
                </a:cxn>
                <a:cxn ang="0">
                  <a:pos x="336" y="269"/>
                </a:cxn>
                <a:cxn ang="0">
                  <a:pos x="369" y="269"/>
                </a:cxn>
                <a:cxn ang="0">
                  <a:pos x="424" y="212"/>
                </a:cxn>
              </a:cxnLst>
              <a:rect l="0" t="0" r="r" b="b"/>
              <a:pathLst>
                <a:path w="428" h="269">
                  <a:moveTo>
                    <a:pt x="424" y="212"/>
                  </a:moveTo>
                  <a:lnTo>
                    <a:pt x="428" y="145"/>
                  </a:lnTo>
                  <a:lnTo>
                    <a:pt x="421" y="133"/>
                  </a:lnTo>
                  <a:lnTo>
                    <a:pt x="396" y="100"/>
                  </a:lnTo>
                  <a:lnTo>
                    <a:pt x="400" y="37"/>
                  </a:lnTo>
                  <a:lnTo>
                    <a:pt x="332" y="42"/>
                  </a:lnTo>
                  <a:lnTo>
                    <a:pt x="303" y="29"/>
                  </a:lnTo>
                  <a:lnTo>
                    <a:pt x="282" y="4"/>
                  </a:lnTo>
                  <a:lnTo>
                    <a:pt x="251" y="0"/>
                  </a:lnTo>
                  <a:lnTo>
                    <a:pt x="213" y="5"/>
                  </a:lnTo>
                  <a:lnTo>
                    <a:pt x="214" y="13"/>
                  </a:lnTo>
                  <a:lnTo>
                    <a:pt x="218" y="42"/>
                  </a:lnTo>
                  <a:lnTo>
                    <a:pt x="205" y="112"/>
                  </a:lnTo>
                  <a:lnTo>
                    <a:pt x="168" y="120"/>
                  </a:lnTo>
                  <a:lnTo>
                    <a:pt x="128" y="73"/>
                  </a:lnTo>
                  <a:lnTo>
                    <a:pt x="112" y="35"/>
                  </a:lnTo>
                  <a:lnTo>
                    <a:pt x="73" y="53"/>
                  </a:lnTo>
                  <a:lnTo>
                    <a:pt x="33" y="63"/>
                  </a:lnTo>
                  <a:lnTo>
                    <a:pt x="35" y="123"/>
                  </a:lnTo>
                  <a:lnTo>
                    <a:pt x="8" y="153"/>
                  </a:lnTo>
                  <a:lnTo>
                    <a:pt x="0" y="185"/>
                  </a:lnTo>
                  <a:lnTo>
                    <a:pt x="16" y="210"/>
                  </a:lnTo>
                  <a:lnTo>
                    <a:pt x="46" y="180"/>
                  </a:lnTo>
                  <a:lnTo>
                    <a:pt x="176" y="180"/>
                  </a:lnTo>
                  <a:lnTo>
                    <a:pt x="282" y="201"/>
                  </a:lnTo>
                  <a:lnTo>
                    <a:pt x="336" y="269"/>
                  </a:lnTo>
                  <a:lnTo>
                    <a:pt x="369" y="269"/>
                  </a:lnTo>
                  <a:lnTo>
                    <a:pt x="424" y="2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 457"/>
            <p:cNvSpPr>
              <a:spLocks/>
            </p:cNvSpPr>
            <p:nvPr/>
          </p:nvSpPr>
          <p:spPr bwMode="auto">
            <a:xfrm>
              <a:off x="2446184" y="4332930"/>
              <a:ext cx="128094" cy="142686"/>
            </a:xfrm>
            <a:custGeom>
              <a:avLst/>
              <a:gdLst/>
              <a:ahLst/>
              <a:cxnLst>
                <a:cxn ang="0">
                  <a:pos x="317" y="112"/>
                </a:cxn>
                <a:cxn ang="0">
                  <a:pos x="309" y="147"/>
                </a:cxn>
                <a:cxn ang="0">
                  <a:pos x="256" y="200"/>
                </a:cxn>
                <a:cxn ang="0">
                  <a:pos x="186" y="230"/>
                </a:cxn>
                <a:cxn ang="0">
                  <a:pos x="110" y="312"/>
                </a:cxn>
                <a:cxn ang="0">
                  <a:pos x="116" y="348"/>
                </a:cxn>
                <a:cxn ang="0">
                  <a:pos x="88" y="351"/>
                </a:cxn>
                <a:cxn ang="0">
                  <a:pos x="59" y="323"/>
                </a:cxn>
                <a:cxn ang="0">
                  <a:pos x="8" y="323"/>
                </a:cxn>
                <a:cxn ang="0">
                  <a:pos x="0" y="298"/>
                </a:cxn>
                <a:cxn ang="0">
                  <a:pos x="2" y="282"/>
                </a:cxn>
                <a:cxn ang="0">
                  <a:pos x="33" y="274"/>
                </a:cxn>
                <a:cxn ang="0">
                  <a:pos x="64" y="268"/>
                </a:cxn>
                <a:cxn ang="0">
                  <a:pos x="69" y="237"/>
                </a:cxn>
                <a:cxn ang="0">
                  <a:pos x="61" y="211"/>
                </a:cxn>
                <a:cxn ang="0">
                  <a:pos x="47" y="226"/>
                </a:cxn>
                <a:cxn ang="0">
                  <a:pos x="21" y="223"/>
                </a:cxn>
                <a:cxn ang="0">
                  <a:pos x="2" y="198"/>
                </a:cxn>
                <a:cxn ang="0">
                  <a:pos x="2" y="116"/>
                </a:cxn>
                <a:cxn ang="0">
                  <a:pos x="31" y="94"/>
                </a:cxn>
                <a:cxn ang="0">
                  <a:pos x="31" y="23"/>
                </a:cxn>
                <a:cxn ang="0">
                  <a:pos x="56" y="10"/>
                </a:cxn>
                <a:cxn ang="0">
                  <a:pos x="81" y="1"/>
                </a:cxn>
                <a:cxn ang="0">
                  <a:pos x="104" y="0"/>
                </a:cxn>
                <a:cxn ang="0">
                  <a:pos x="149" y="31"/>
                </a:cxn>
                <a:cxn ang="0">
                  <a:pos x="146" y="59"/>
                </a:cxn>
                <a:cxn ang="0">
                  <a:pos x="168" y="72"/>
                </a:cxn>
                <a:cxn ang="0">
                  <a:pos x="188" y="64"/>
                </a:cxn>
                <a:cxn ang="0">
                  <a:pos x="233" y="64"/>
                </a:cxn>
                <a:cxn ang="0">
                  <a:pos x="264" y="82"/>
                </a:cxn>
                <a:cxn ang="0">
                  <a:pos x="317" y="112"/>
                </a:cxn>
              </a:cxnLst>
              <a:rect l="0" t="0" r="r" b="b"/>
              <a:pathLst>
                <a:path w="317" h="351">
                  <a:moveTo>
                    <a:pt x="317" y="112"/>
                  </a:moveTo>
                  <a:lnTo>
                    <a:pt x="309" y="147"/>
                  </a:lnTo>
                  <a:lnTo>
                    <a:pt x="256" y="200"/>
                  </a:lnTo>
                  <a:lnTo>
                    <a:pt x="186" y="230"/>
                  </a:lnTo>
                  <a:lnTo>
                    <a:pt x="110" y="312"/>
                  </a:lnTo>
                  <a:lnTo>
                    <a:pt x="116" y="348"/>
                  </a:lnTo>
                  <a:lnTo>
                    <a:pt x="88" y="351"/>
                  </a:lnTo>
                  <a:lnTo>
                    <a:pt x="59" y="323"/>
                  </a:lnTo>
                  <a:lnTo>
                    <a:pt x="8" y="323"/>
                  </a:lnTo>
                  <a:lnTo>
                    <a:pt x="0" y="298"/>
                  </a:lnTo>
                  <a:lnTo>
                    <a:pt x="2" y="282"/>
                  </a:lnTo>
                  <a:lnTo>
                    <a:pt x="33" y="274"/>
                  </a:lnTo>
                  <a:lnTo>
                    <a:pt x="64" y="268"/>
                  </a:lnTo>
                  <a:lnTo>
                    <a:pt x="69" y="237"/>
                  </a:lnTo>
                  <a:lnTo>
                    <a:pt x="61" y="211"/>
                  </a:lnTo>
                  <a:lnTo>
                    <a:pt x="47" y="226"/>
                  </a:lnTo>
                  <a:lnTo>
                    <a:pt x="21" y="223"/>
                  </a:lnTo>
                  <a:lnTo>
                    <a:pt x="2" y="198"/>
                  </a:lnTo>
                  <a:lnTo>
                    <a:pt x="2" y="116"/>
                  </a:lnTo>
                  <a:lnTo>
                    <a:pt x="31" y="94"/>
                  </a:lnTo>
                  <a:lnTo>
                    <a:pt x="31" y="23"/>
                  </a:lnTo>
                  <a:lnTo>
                    <a:pt x="56" y="10"/>
                  </a:lnTo>
                  <a:lnTo>
                    <a:pt x="81" y="1"/>
                  </a:lnTo>
                  <a:lnTo>
                    <a:pt x="104" y="0"/>
                  </a:lnTo>
                  <a:lnTo>
                    <a:pt x="149" y="31"/>
                  </a:lnTo>
                  <a:lnTo>
                    <a:pt x="146" y="59"/>
                  </a:lnTo>
                  <a:lnTo>
                    <a:pt x="168" y="72"/>
                  </a:lnTo>
                  <a:lnTo>
                    <a:pt x="188" y="64"/>
                  </a:lnTo>
                  <a:lnTo>
                    <a:pt x="233" y="64"/>
                  </a:lnTo>
                  <a:lnTo>
                    <a:pt x="264" y="82"/>
                  </a:lnTo>
                  <a:lnTo>
                    <a:pt x="317" y="1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 458"/>
            <p:cNvSpPr>
              <a:spLocks/>
            </p:cNvSpPr>
            <p:nvPr/>
          </p:nvSpPr>
          <p:spPr bwMode="auto">
            <a:xfrm>
              <a:off x="6308488" y="3587061"/>
              <a:ext cx="192953" cy="110259"/>
            </a:xfrm>
            <a:custGeom>
              <a:avLst/>
              <a:gdLst/>
              <a:ahLst/>
              <a:cxnLst>
                <a:cxn ang="0">
                  <a:pos x="33" y="8"/>
                </a:cxn>
                <a:cxn ang="0">
                  <a:pos x="105" y="0"/>
                </a:cxn>
                <a:cxn ang="0">
                  <a:pos x="180" y="58"/>
                </a:cxn>
                <a:cxn ang="0">
                  <a:pos x="256" y="88"/>
                </a:cxn>
                <a:cxn ang="0">
                  <a:pos x="323" y="139"/>
                </a:cxn>
                <a:cxn ang="0">
                  <a:pos x="462" y="168"/>
                </a:cxn>
                <a:cxn ang="0">
                  <a:pos x="475" y="216"/>
                </a:cxn>
                <a:cxn ang="0">
                  <a:pos x="456" y="261"/>
                </a:cxn>
                <a:cxn ang="0">
                  <a:pos x="388" y="271"/>
                </a:cxn>
                <a:cxn ang="0">
                  <a:pos x="320" y="249"/>
                </a:cxn>
                <a:cxn ang="0">
                  <a:pos x="250" y="196"/>
                </a:cxn>
                <a:cxn ang="0">
                  <a:pos x="188" y="190"/>
                </a:cxn>
                <a:cxn ang="0">
                  <a:pos x="82" y="168"/>
                </a:cxn>
                <a:cxn ang="0">
                  <a:pos x="54" y="151"/>
                </a:cxn>
                <a:cxn ang="0">
                  <a:pos x="14" y="133"/>
                </a:cxn>
                <a:cxn ang="0">
                  <a:pos x="0" y="90"/>
                </a:cxn>
                <a:cxn ang="0">
                  <a:pos x="17" y="50"/>
                </a:cxn>
                <a:cxn ang="0">
                  <a:pos x="33" y="8"/>
                </a:cxn>
              </a:cxnLst>
              <a:rect l="0" t="0" r="r" b="b"/>
              <a:pathLst>
                <a:path w="475" h="271">
                  <a:moveTo>
                    <a:pt x="33" y="8"/>
                  </a:moveTo>
                  <a:lnTo>
                    <a:pt x="105" y="0"/>
                  </a:lnTo>
                  <a:lnTo>
                    <a:pt x="180" y="58"/>
                  </a:lnTo>
                  <a:lnTo>
                    <a:pt x="256" y="88"/>
                  </a:lnTo>
                  <a:lnTo>
                    <a:pt x="323" y="139"/>
                  </a:lnTo>
                  <a:lnTo>
                    <a:pt x="462" y="168"/>
                  </a:lnTo>
                  <a:lnTo>
                    <a:pt x="475" y="216"/>
                  </a:lnTo>
                  <a:lnTo>
                    <a:pt x="456" y="261"/>
                  </a:lnTo>
                  <a:lnTo>
                    <a:pt x="388" y="271"/>
                  </a:lnTo>
                  <a:lnTo>
                    <a:pt x="320" y="249"/>
                  </a:lnTo>
                  <a:lnTo>
                    <a:pt x="250" y="196"/>
                  </a:lnTo>
                  <a:lnTo>
                    <a:pt x="188" y="190"/>
                  </a:lnTo>
                  <a:lnTo>
                    <a:pt x="82" y="168"/>
                  </a:lnTo>
                  <a:lnTo>
                    <a:pt x="54" y="151"/>
                  </a:lnTo>
                  <a:lnTo>
                    <a:pt x="14" y="133"/>
                  </a:lnTo>
                  <a:lnTo>
                    <a:pt x="0" y="90"/>
                  </a:lnTo>
                  <a:lnTo>
                    <a:pt x="17" y="50"/>
                  </a:lnTo>
                  <a:lnTo>
                    <a:pt x="33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 459"/>
            <p:cNvSpPr>
              <a:spLocks/>
            </p:cNvSpPr>
            <p:nvPr/>
          </p:nvSpPr>
          <p:spPr bwMode="auto">
            <a:xfrm>
              <a:off x="6240385" y="3450861"/>
              <a:ext cx="47022" cy="72964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35" y="2"/>
                </a:cxn>
                <a:cxn ang="0">
                  <a:pos x="74" y="0"/>
                </a:cxn>
                <a:cxn ang="0">
                  <a:pos x="98" y="21"/>
                </a:cxn>
                <a:cxn ang="0">
                  <a:pos x="105" y="54"/>
                </a:cxn>
                <a:cxn ang="0">
                  <a:pos x="93" y="91"/>
                </a:cxn>
                <a:cxn ang="0">
                  <a:pos x="96" y="115"/>
                </a:cxn>
                <a:cxn ang="0">
                  <a:pos x="110" y="155"/>
                </a:cxn>
                <a:cxn ang="0">
                  <a:pos x="117" y="173"/>
                </a:cxn>
                <a:cxn ang="0">
                  <a:pos x="100" y="181"/>
                </a:cxn>
                <a:cxn ang="0">
                  <a:pos x="98" y="162"/>
                </a:cxn>
                <a:cxn ang="0">
                  <a:pos x="68" y="123"/>
                </a:cxn>
                <a:cxn ang="0">
                  <a:pos x="57" y="79"/>
                </a:cxn>
                <a:cxn ang="0">
                  <a:pos x="31" y="63"/>
                </a:cxn>
                <a:cxn ang="0">
                  <a:pos x="10" y="43"/>
                </a:cxn>
                <a:cxn ang="0">
                  <a:pos x="0" y="35"/>
                </a:cxn>
              </a:cxnLst>
              <a:rect l="0" t="0" r="r" b="b"/>
              <a:pathLst>
                <a:path w="117" h="181">
                  <a:moveTo>
                    <a:pt x="0" y="35"/>
                  </a:moveTo>
                  <a:lnTo>
                    <a:pt x="35" y="2"/>
                  </a:lnTo>
                  <a:lnTo>
                    <a:pt x="74" y="0"/>
                  </a:lnTo>
                  <a:lnTo>
                    <a:pt x="98" y="21"/>
                  </a:lnTo>
                  <a:lnTo>
                    <a:pt x="105" y="54"/>
                  </a:lnTo>
                  <a:lnTo>
                    <a:pt x="93" y="91"/>
                  </a:lnTo>
                  <a:lnTo>
                    <a:pt x="96" y="115"/>
                  </a:lnTo>
                  <a:lnTo>
                    <a:pt x="110" y="155"/>
                  </a:lnTo>
                  <a:lnTo>
                    <a:pt x="117" y="173"/>
                  </a:lnTo>
                  <a:lnTo>
                    <a:pt x="100" y="181"/>
                  </a:lnTo>
                  <a:lnTo>
                    <a:pt x="98" y="162"/>
                  </a:lnTo>
                  <a:lnTo>
                    <a:pt x="68" y="123"/>
                  </a:lnTo>
                  <a:lnTo>
                    <a:pt x="57" y="79"/>
                  </a:lnTo>
                  <a:lnTo>
                    <a:pt x="31" y="63"/>
                  </a:lnTo>
                  <a:lnTo>
                    <a:pt x="10" y="43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 460"/>
            <p:cNvSpPr>
              <a:spLocks/>
            </p:cNvSpPr>
            <p:nvPr/>
          </p:nvSpPr>
          <p:spPr bwMode="auto">
            <a:xfrm>
              <a:off x="4870257" y="4788558"/>
              <a:ext cx="197818" cy="227002"/>
            </a:xfrm>
            <a:custGeom>
              <a:avLst/>
              <a:gdLst/>
              <a:ahLst/>
              <a:cxnLst>
                <a:cxn ang="0">
                  <a:pos x="0" y="417"/>
                </a:cxn>
                <a:cxn ang="0">
                  <a:pos x="5" y="248"/>
                </a:cxn>
                <a:cxn ang="0">
                  <a:pos x="63" y="240"/>
                </a:cxn>
                <a:cxn ang="0">
                  <a:pos x="68" y="46"/>
                </a:cxn>
                <a:cxn ang="0">
                  <a:pos x="177" y="8"/>
                </a:cxn>
                <a:cxn ang="0">
                  <a:pos x="223" y="25"/>
                </a:cxn>
                <a:cxn ang="0">
                  <a:pos x="287" y="0"/>
                </a:cxn>
                <a:cxn ang="0">
                  <a:pos x="333" y="0"/>
                </a:cxn>
                <a:cxn ang="0">
                  <a:pos x="335" y="40"/>
                </a:cxn>
                <a:cxn ang="0">
                  <a:pos x="423" y="107"/>
                </a:cxn>
                <a:cxn ang="0">
                  <a:pos x="431" y="144"/>
                </a:cxn>
                <a:cxn ang="0">
                  <a:pos x="465" y="225"/>
                </a:cxn>
                <a:cxn ang="0">
                  <a:pos x="490" y="262"/>
                </a:cxn>
                <a:cxn ang="0">
                  <a:pos x="427" y="324"/>
                </a:cxn>
                <a:cxn ang="0">
                  <a:pos x="410" y="349"/>
                </a:cxn>
                <a:cxn ang="0">
                  <a:pos x="352" y="371"/>
                </a:cxn>
                <a:cxn ang="0">
                  <a:pos x="344" y="442"/>
                </a:cxn>
                <a:cxn ang="0">
                  <a:pos x="302" y="489"/>
                </a:cxn>
                <a:cxn ang="0">
                  <a:pos x="251" y="493"/>
                </a:cxn>
                <a:cxn ang="0">
                  <a:pos x="221" y="471"/>
                </a:cxn>
                <a:cxn ang="0">
                  <a:pos x="188" y="475"/>
                </a:cxn>
                <a:cxn ang="0">
                  <a:pos x="116" y="560"/>
                </a:cxn>
                <a:cxn ang="0">
                  <a:pos x="60" y="560"/>
                </a:cxn>
                <a:cxn ang="0">
                  <a:pos x="41" y="458"/>
                </a:cxn>
                <a:cxn ang="0">
                  <a:pos x="0" y="417"/>
                </a:cxn>
              </a:cxnLst>
              <a:rect l="0" t="0" r="r" b="b"/>
              <a:pathLst>
                <a:path w="490" h="560">
                  <a:moveTo>
                    <a:pt x="0" y="417"/>
                  </a:moveTo>
                  <a:lnTo>
                    <a:pt x="5" y="248"/>
                  </a:lnTo>
                  <a:lnTo>
                    <a:pt x="63" y="240"/>
                  </a:lnTo>
                  <a:lnTo>
                    <a:pt x="68" y="46"/>
                  </a:lnTo>
                  <a:lnTo>
                    <a:pt x="177" y="8"/>
                  </a:lnTo>
                  <a:lnTo>
                    <a:pt x="223" y="25"/>
                  </a:lnTo>
                  <a:lnTo>
                    <a:pt x="287" y="0"/>
                  </a:lnTo>
                  <a:lnTo>
                    <a:pt x="333" y="0"/>
                  </a:lnTo>
                  <a:lnTo>
                    <a:pt x="335" y="40"/>
                  </a:lnTo>
                  <a:lnTo>
                    <a:pt x="423" y="107"/>
                  </a:lnTo>
                  <a:lnTo>
                    <a:pt x="431" y="144"/>
                  </a:lnTo>
                  <a:lnTo>
                    <a:pt x="465" y="225"/>
                  </a:lnTo>
                  <a:lnTo>
                    <a:pt x="490" y="262"/>
                  </a:lnTo>
                  <a:lnTo>
                    <a:pt x="427" y="324"/>
                  </a:lnTo>
                  <a:lnTo>
                    <a:pt x="410" y="349"/>
                  </a:lnTo>
                  <a:lnTo>
                    <a:pt x="352" y="371"/>
                  </a:lnTo>
                  <a:lnTo>
                    <a:pt x="344" y="442"/>
                  </a:lnTo>
                  <a:lnTo>
                    <a:pt x="302" y="489"/>
                  </a:lnTo>
                  <a:lnTo>
                    <a:pt x="251" y="493"/>
                  </a:lnTo>
                  <a:lnTo>
                    <a:pt x="221" y="471"/>
                  </a:lnTo>
                  <a:lnTo>
                    <a:pt x="188" y="475"/>
                  </a:lnTo>
                  <a:lnTo>
                    <a:pt x="116" y="560"/>
                  </a:lnTo>
                  <a:lnTo>
                    <a:pt x="60" y="560"/>
                  </a:lnTo>
                  <a:lnTo>
                    <a:pt x="41" y="458"/>
                  </a:lnTo>
                  <a:lnTo>
                    <a:pt x="0" y="41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 461"/>
            <p:cNvSpPr>
              <a:spLocks/>
            </p:cNvSpPr>
            <p:nvPr/>
          </p:nvSpPr>
          <p:spPr bwMode="auto">
            <a:xfrm>
              <a:off x="4717841" y="3087655"/>
              <a:ext cx="68101" cy="42158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0" y="67"/>
                </a:cxn>
                <a:cxn ang="0">
                  <a:pos x="18" y="88"/>
                </a:cxn>
                <a:cxn ang="0">
                  <a:pos x="18" y="105"/>
                </a:cxn>
                <a:cxn ang="0">
                  <a:pos x="114" y="101"/>
                </a:cxn>
                <a:cxn ang="0">
                  <a:pos x="139" y="59"/>
                </a:cxn>
                <a:cxn ang="0">
                  <a:pos x="143" y="34"/>
                </a:cxn>
                <a:cxn ang="0">
                  <a:pos x="169" y="22"/>
                </a:cxn>
                <a:cxn ang="0">
                  <a:pos x="155" y="0"/>
                </a:cxn>
                <a:cxn ang="0">
                  <a:pos x="105" y="12"/>
                </a:cxn>
                <a:cxn ang="0">
                  <a:pos x="43" y="51"/>
                </a:cxn>
                <a:cxn ang="0">
                  <a:pos x="0" y="34"/>
                </a:cxn>
              </a:cxnLst>
              <a:rect l="0" t="0" r="r" b="b"/>
              <a:pathLst>
                <a:path w="169" h="105">
                  <a:moveTo>
                    <a:pt x="0" y="34"/>
                  </a:moveTo>
                  <a:lnTo>
                    <a:pt x="0" y="67"/>
                  </a:lnTo>
                  <a:lnTo>
                    <a:pt x="18" y="88"/>
                  </a:lnTo>
                  <a:lnTo>
                    <a:pt x="18" y="105"/>
                  </a:lnTo>
                  <a:lnTo>
                    <a:pt x="114" y="101"/>
                  </a:lnTo>
                  <a:lnTo>
                    <a:pt x="139" y="59"/>
                  </a:lnTo>
                  <a:lnTo>
                    <a:pt x="143" y="34"/>
                  </a:lnTo>
                  <a:lnTo>
                    <a:pt x="169" y="22"/>
                  </a:lnTo>
                  <a:lnTo>
                    <a:pt x="155" y="0"/>
                  </a:lnTo>
                  <a:lnTo>
                    <a:pt x="105" y="12"/>
                  </a:lnTo>
                  <a:lnTo>
                    <a:pt x="43" y="51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 462"/>
            <p:cNvSpPr>
              <a:spLocks/>
            </p:cNvSpPr>
            <p:nvPr/>
          </p:nvSpPr>
          <p:spPr bwMode="auto">
            <a:xfrm>
              <a:off x="4771348" y="3141163"/>
              <a:ext cx="84316" cy="92424"/>
            </a:xfrm>
            <a:custGeom>
              <a:avLst/>
              <a:gdLst/>
              <a:ahLst/>
              <a:cxnLst>
                <a:cxn ang="0">
                  <a:pos x="38" y="39"/>
                </a:cxn>
                <a:cxn ang="0">
                  <a:pos x="16" y="35"/>
                </a:cxn>
                <a:cxn ang="0">
                  <a:pos x="0" y="47"/>
                </a:cxn>
                <a:cxn ang="0">
                  <a:pos x="12" y="97"/>
                </a:cxn>
                <a:cxn ang="0">
                  <a:pos x="57" y="142"/>
                </a:cxn>
                <a:cxn ang="0">
                  <a:pos x="109" y="190"/>
                </a:cxn>
                <a:cxn ang="0">
                  <a:pos x="114" y="215"/>
                </a:cxn>
                <a:cxn ang="0">
                  <a:pos x="143" y="228"/>
                </a:cxn>
                <a:cxn ang="0">
                  <a:pos x="159" y="203"/>
                </a:cxn>
                <a:cxn ang="0">
                  <a:pos x="206" y="143"/>
                </a:cxn>
                <a:cxn ang="0">
                  <a:pos x="202" y="67"/>
                </a:cxn>
                <a:cxn ang="0">
                  <a:pos x="190" y="21"/>
                </a:cxn>
                <a:cxn ang="0">
                  <a:pos x="118" y="29"/>
                </a:cxn>
                <a:cxn ang="0">
                  <a:pos x="68" y="0"/>
                </a:cxn>
                <a:cxn ang="0">
                  <a:pos x="47" y="10"/>
                </a:cxn>
                <a:cxn ang="0">
                  <a:pos x="38" y="39"/>
                </a:cxn>
              </a:cxnLst>
              <a:rect l="0" t="0" r="r" b="b"/>
              <a:pathLst>
                <a:path w="206" h="228">
                  <a:moveTo>
                    <a:pt x="38" y="39"/>
                  </a:moveTo>
                  <a:lnTo>
                    <a:pt x="16" y="35"/>
                  </a:lnTo>
                  <a:lnTo>
                    <a:pt x="0" y="47"/>
                  </a:lnTo>
                  <a:lnTo>
                    <a:pt x="12" y="97"/>
                  </a:lnTo>
                  <a:lnTo>
                    <a:pt x="57" y="142"/>
                  </a:lnTo>
                  <a:lnTo>
                    <a:pt x="109" y="190"/>
                  </a:lnTo>
                  <a:lnTo>
                    <a:pt x="114" y="215"/>
                  </a:lnTo>
                  <a:lnTo>
                    <a:pt x="143" y="228"/>
                  </a:lnTo>
                  <a:lnTo>
                    <a:pt x="159" y="203"/>
                  </a:lnTo>
                  <a:lnTo>
                    <a:pt x="206" y="143"/>
                  </a:lnTo>
                  <a:lnTo>
                    <a:pt x="202" y="67"/>
                  </a:lnTo>
                  <a:lnTo>
                    <a:pt x="190" y="21"/>
                  </a:lnTo>
                  <a:lnTo>
                    <a:pt x="118" y="29"/>
                  </a:lnTo>
                  <a:lnTo>
                    <a:pt x="68" y="0"/>
                  </a:lnTo>
                  <a:lnTo>
                    <a:pt x="47" y="10"/>
                  </a:lnTo>
                  <a:lnTo>
                    <a:pt x="38" y="3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 463"/>
            <p:cNvSpPr>
              <a:spLocks/>
            </p:cNvSpPr>
            <p:nvPr/>
          </p:nvSpPr>
          <p:spPr bwMode="auto">
            <a:xfrm>
              <a:off x="4883230" y="3231963"/>
              <a:ext cx="61615" cy="53508"/>
            </a:xfrm>
            <a:custGeom>
              <a:avLst/>
              <a:gdLst/>
              <a:ahLst/>
              <a:cxnLst>
                <a:cxn ang="0">
                  <a:pos x="127" y="0"/>
                </a:cxn>
                <a:cxn ang="0">
                  <a:pos x="64" y="20"/>
                </a:cxn>
                <a:cxn ang="0">
                  <a:pos x="14" y="48"/>
                </a:cxn>
                <a:cxn ang="0">
                  <a:pos x="0" y="90"/>
                </a:cxn>
                <a:cxn ang="0">
                  <a:pos x="24" y="135"/>
                </a:cxn>
                <a:cxn ang="0">
                  <a:pos x="97" y="134"/>
                </a:cxn>
                <a:cxn ang="0">
                  <a:pos x="122" y="105"/>
                </a:cxn>
                <a:cxn ang="0">
                  <a:pos x="153" y="105"/>
                </a:cxn>
                <a:cxn ang="0">
                  <a:pos x="149" y="53"/>
                </a:cxn>
                <a:cxn ang="0">
                  <a:pos x="127" y="0"/>
                </a:cxn>
              </a:cxnLst>
              <a:rect l="0" t="0" r="r" b="b"/>
              <a:pathLst>
                <a:path w="153" h="135">
                  <a:moveTo>
                    <a:pt x="127" y="0"/>
                  </a:moveTo>
                  <a:lnTo>
                    <a:pt x="64" y="20"/>
                  </a:lnTo>
                  <a:lnTo>
                    <a:pt x="14" y="48"/>
                  </a:lnTo>
                  <a:lnTo>
                    <a:pt x="0" y="90"/>
                  </a:lnTo>
                  <a:lnTo>
                    <a:pt x="24" y="135"/>
                  </a:lnTo>
                  <a:lnTo>
                    <a:pt x="97" y="134"/>
                  </a:lnTo>
                  <a:lnTo>
                    <a:pt x="122" y="105"/>
                  </a:lnTo>
                  <a:lnTo>
                    <a:pt x="153" y="105"/>
                  </a:lnTo>
                  <a:lnTo>
                    <a:pt x="149" y="53"/>
                  </a:lnTo>
                  <a:lnTo>
                    <a:pt x="127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 464"/>
            <p:cNvSpPr>
              <a:spLocks/>
            </p:cNvSpPr>
            <p:nvPr/>
          </p:nvSpPr>
          <p:spPr bwMode="auto">
            <a:xfrm>
              <a:off x="5222112" y="3536797"/>
              <a:ext cx="16214" cy="3567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2" y="32"/>
                </a:cxn>
                <a:cxn ang="0">
                  <a:pos x="15" y="53"/>
                </a:cxn>
                <a:cxn ang="0">
                  <a:pos x="0" y="66"/>
                </a:cxn>
                <a:cxn ang="0">
                  <a:pos x="18" y="86"/>
                </a:cxn>
                <a:cxn ang="0">
                  <a:pos x="39" y="11"/>
                </a:cxn>
                <a:cxn ang="0">
                  <a:pos x="10" y="0"/>
                </a:cxn>
              </a:cxnLst>
              <a:rect l="0" t="0" r="r" b="b"/>
              <a:pathLst>
                <a:path w="39" h="86">
                  <a:moveTo>
                    <a:pt x="10" y="0"/>
                  </a:moveTo>
                  <a:lnTo>
                    <a:pt x="2" y="32"/>
                  </a:lnTo>
                  <a:lnTo>
                    <a:pt x="15" y="53"/>
                  </a:lnTo>
                  <a:lnTo>
                    <a:pt x="0" y="66"/>
                  </a:lnTo>
                  <a:lnTo>
                    <a:pt x="18" y="86"/>
                  </a:lnTo>
                  <a:lnTo>
                    <a:pt x="39" y="1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 465"/>
            <p:cNvSpPr>
              <a:spLocks/>
            </p:cNvSpPr>
            <p:nvPr/>
          </p:nvSpPr>
          <p:spPr bwMode="auto">
            <a:xfrm>
              <a:off x="4604339" y="3076304"/>
              <a:ext cx="11350" cy="12972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29" y="21"/>
                </a:cxn>
                <a:cxn ang="0">
                  <a:pos x="25" y="25"/>
                </a:cxn>
                <a:cxn ang="0">
                  <a:pos x="20" y="29"/>
                </a:cxn>
                <a:cxn ang="0">
                  <a:pos x="15" y="30"/>
                </a:cxn>
                <a:cxn ang="0">
                  <a:pos x="9" y="29"/>
                </a:cxn>
                <a:cxn ang="0">
                  <a:pos x="4" y="25"/>
                </a:cxn>
                <a:cxn ang="0">
                  <a:pos x="1" y="21"/>
                </a:cxn>
                <a:cxn ang="0">
                  <a:pos x="0" y="15"/>
                </a:cxn>
                <a:cxn ang="0">
                  <a:pos x="1" y="9"/>
                </a:cxn>
                <a:cxn ang="0">
                  <a:pos x="4" y="4"/>
                </a:cxn>
                <a:cxn ang="0">
                  <a:pos x="9" y="1"/>
                </a:cxn>
                <a:cxn ang="0">
                  <a:pos x="15" y="0"/>
                </a:cxn>
                <a:cxn ang="0">
                  <a:pos x="20" y="1"/>
                </a:cxn>
                <a:cxn ang="0">
                  <a:pos x="25" y="4"/>
                </a:cxn>
                <a:cxn ang="0">
                  <a:pos x="29" y="9"/>
                </a:cxn>
                <a:cxn ang="0">
                  <a:pos x="29" y="15"/>
                </a:cxn>
              </a:cxnLst>
              <a:rect l="0" t="0" r="r" b="b"/>
              <a:pathLst>
                <a:path w="29" h="30">
                  <a:moveTo>
                    <a:pt x="29" y="15"/>
                  </a:moveTo>
                  <a:lnTo>
                    <a:pt x="29" y="21"/>
                  </a:lnTo>
                  <a:lnTo>
                    <a:pt x="25" y="25"/>
                  </a:lnTo>
                  <a:lnTo>
                    <a:pt x="20" y="29"/>
                  </a:lnTo>
                  <a:lnTo>
                    <a:pt x="15" y="30"/>
                  </a:lnTo>
                  <a:lnTo>
                    <a:pt x="9" y="29"/>
                  </a:lnTo>
                  <a:lnTo>
                    <a:pt x="4" y="25"/>
                  </a:lnTo>
                  <a:lnTo>
                    <a:pt x="1" y="21"/>
                  </a:lnTo>
                  <a:lnTo>
                    <a:pt x="0" y="15"/>
                  </a:lnTo>
                  <a:lnTo>
                    <a:pt x="1" y="9"/>
                  </a:lnTo>
                  <a:lnTo>
                    <a:pt x="4" y="4"/>
                  </a:lnTo>
                  <a:lnTo>
                    <a:pt x="9" y="1"/>
                  </a:lnTo>
                  <a:lnTo>
                    <a:pt x="15" y="0"/>
                  </a:lnTo>
                  <a:lnTo>
                    <a:pt x="20" y="1"/>
                  </a:lnTo>
                  <a:lnTo>
                    <a:pt x="25" y="4"/>
                  </a:lnTo>
                  <a:lnTo>
                    <a:pt x="29" y="9"/>
                  </a:lnTo>
                  <a:lnTo>
                    <a:pt x="29" y="1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 466"/>
            <p:cNvSpPr>
              <a:spLocks/>
            </p:cNvSpPr>
            <p:nvPr/>
          </p:nvSpPr>
          <p:spPr bwMode="auto">
            <a:xfrm>
              <a:off x="5238327" y="3394108"/>
              <a:ext cx="154037" cy="144309"/>
            </a:xfrm>
            <a:custGeom>
              <a:avLst/>
              <a:gdLst/>
              <a:ahLst/>
              <a:cxnLst>
                <a:cxn ang="0">
                  <a:pos x="1" y="137"/>
                </a:cxn>
                <a:cxn ang="0">
                  <a:pos x="1" y="174"/>
                </a:cxn>
                <a:cxn ang="0">
                  <a:pos x="37" y="174"/>
                </a:cxn>
                <a:cxn ang="0">
                  <a:pos x="58" y="187"/>
                </a:cxn>
                <a:cxn ang="0">
                  <a:pos x="59" y="209"/>
                </a:cxn>
                <a:cxn ang="0">
                  <a:pos x="37" y="229"/>
                </a:cxn>
                <a:cxn ang="0">
                  <a:pos x="38" y="254"/>
                </a:cxn>
                <a:cxn ang="0">
                  <a:pos x="25" y="273"/>
                </a:cxn>
                <a:cxn ang="0">
                  <a:pos x="0" y="355"/>
                </a:cxn>
                <a:cxn ang="0">
                  <a:pos x="50" y="359"/>
                </a:cxn>
                <a:cxn ang="0">
                  <a:pos x="122" y="313"/>
                </a:cxn>
                <a:cxn ang="0">
                  <a:pos x="177" y="301"/>
                </a:cxn>
                <a:cxn ang="0">
                  <a:pos x="189" y="274"/>
                </a:cxn>
                <a:cxn ang="0">
                  <a:pos x="312" y="194"/>
                </a:cxn>
                <a:cxn ang="0">
                  <a:pos x="335" y="123"/>
                </a:cxn>
                <a:cxn ang="0">
                  <a:pos x="307" y="66"/>
                </a:cxn>
                <a:cxn ang="0">
                  <a:pos x="377" y="17"/>
                </a:cxn>
                <a:cxn ang="0">
                  <a:pos x="363" y="0"/>
                </a:cxn>
                <a:cxn ang="0">
                  <a:pos x="311" y="7"/>
                </a:cxn>
                <a:cxn ang="0">
                  <a:pos x="237" y="33"/>
                </a:cxn>
                <a:cxn ang="0">
                  <a:pos x="167" y="44"/>
                </a:cxn>
                <a:cxn ang="0">
                  <a:pos x="136" y="36"/>
                </a:cxn>
                <a:cxn ang="0">
                  <a:pos x="49" y="56"/>
                </a:cxn>
                <a:cxn ang="0">
                  <a:pos x="45" y="89"/>
                </a:cxn>
                <a:cxn ang="0">
                  <a:pos x="5" y="127"/>
                </a:cxn>
                <a:cxn ang="0">
                  <a:pos x="1" y="137"/>
                </a:cxn>
              </a:cxnLst>
              <a:rect l="0" t="0" r="r" b="b"/>
              <a:pathLst>
                <a:path w="377" h="359">
                  <a:moveTo>
                    <a:pt x="1" y="137"/>
                  </a:moveTo>
                  <a:lnTo>
                    <a:pt x="1" y="174"/>
                  </a:lnTo>
                  <a:lnTo>
                    <a:pt x="37" y="174"/>
                  </a:lnTo>
                  <a:lnTo>
                    <a:pt x="58" y="187"/>
                  </a:lnTo>
                  <a:lnTo>
                    <a:pt x="59" y="209"/>
                  </a:lnTo>
                  <a:lnTo>
                    <a:pt x="37" y="229"/>
                  </a:lnTo>
                  <a:lnTo>
                    <a:pt x="38" y="254"/>
                  </a:lnTo>
                  <a:lnTo>
                    <a:pt x="25" y="273"/>
                  </a:lnTo>
                  <a:lnTo>
                    <a:pt x="0" y="355"/>
                  </a:lnTo>
                  <a:lnTo>
                    <a:pt x="50" y="359"/>
                  </a:lnTo>
                  <a:lnTo>
                    <a:pt x="122" y="313"/>
                  </a:lnTo>
                  <a:lnTo>
                    <a:pt x="177" y="301"/>
                  </a:lnTo>
                  <a:lnTo>
                    <a:pt x="189" y="274"/>
                  </a:lnTo>
                  <a:lnTo>
                    <a:pt x="312" y="194"/>
                  </a:lnTo>
                  <a:lnTo>
                    <a:pt x="335" y="123"/>
                  </a:lnTo>
                  <a:lnTo>
                    <a:pt x="307" y="66"/>
                  </a:lnTo>
                  <a:lnTo>
                    <a:pt x="377" y="17"/>
                  </a:lnTo>
                  <a:lnTo>
                    <a:pt x="363" y="0"/>
                  </a:lnTo>
                  <a:lnTo>
                    <a:pt x="311" y="7"/>
                  </a:lnTo>
                  <a:lnTo>
                    <a:pt x="237" y="33"/>
                  </a:lnTo>
                  <a:lnTo>
                    <a:pt x="167" y="44"/>
                  </a:lnTo>
                  <a:lnTo>
                    <a:pt x="136" y="36"/>
                  </a:lnTo>
                  <a:lnTo>
                    <a:pt x="49" y="56"/>
                  </a:lnTo>
                  <a:lnTo>
                    <a:pt x="45" y="89"/>
                  </a:lnTo>
                  <a:lnTo>
                    <a:pt x="5" y="127"/>
                  </a:lnTo>
                  <a:lnTo>
                    <a:pt x="1" y="13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 467"/>
            <p:cNvSpPr>
              <a:spLocks/>
            </p:cNvSpPr>
            <p:nvPr/>
          </p:nvSpPr>
          <p:spPr bwMode="auto">
            <a:xfrm>
              <a:off x="2629409" y="1312166"/>
              <a:ext cx="1478766" cy="1259869"/>
            </a:xfrm>
            <a:custGeom>
              <a:avLst/>
              <a:gdLst/>
              <a:ahLst/>
              <a:cxnLst>
                <a:cxn ang="0">
                  <a:pos x="1457" y="2935"/>
                </a:cxn>
                <a:cxn ang="0">
                  <a:pos x="1291" y="2643"/>
                </a:cxn>
                <a:cxn ang="0">
                  <a:pos x="1249" y="2429"/>
                </a:cxn>
                <a:cxn ang="0">
                  <a:pos x="1159" y="2205"/>
                </a:cxn>
                <a:cxn ang="0">
                  <a:pos x="1159" y="2109"/>
                </a:cxn>
                <a:cxn ang="0">
                  <a:pos x="1334" y="2020"/>
                </a:cxn>
                <a:cxn ang="0">
                  <a:pos x="1122" y="1805"/>
                </a:cxn>
                <a:cxn ang="0">
                  <a:pos x="1245" y="1719"/>
                </a:cxn>
                <a:cxn ang="0">
                  <a:pos x="1058" y="1617"/>
                </a:cxn>
                <a:cxn ang="0">
                  <a:pos x="956" y="1338"/>
                </a:cxn>
                <a:cxn ang="0">
                  <a:pos x="604" y="1150"/>
                </a:cxn>
                <a:cxn ang="0">
                  <a:pos x="379" y="1156"/>
                </a:cxn>
                <a:cxn ang="0">
                  <a:pos x="196" y="1103"/>
                </a:cxn>
                <a:cxn ang="0">
                  <a:pos x="396" y="1064"/>
                </a:cxn>
                <a:cxn ang="0">
                  <a:pos x="294" y="1007"/>
                </a:cxn>
                <a:cxn ang="0">
                  <a:pos x="17" y="919"/>
                </a:cxn>
                <a:cxn ang="0">
                  <a:pos x="294" y="808"/>
                </a:cxn>
                <a:cxn ang="0">
                  <a:pos x="433" y="681"/>
                </a:cxn>
                <a:cxn ang="0">
                  <a:pos x="591" y="534"/>
                </a:cxn>
                <a:cxn ang="0">
                  <a:pos x="710" y="372"/>
                </a:cxn>
                <a:cxn ang="0">
                  <a:pos x="989" y="303"/>
                </a:cxn>
                <a:cxn ang="0">
                  <a:pos x="1236" y="359"/>
                </a:cxn>
                <a:cxn ang="0">
                  <a:pos x="1414" y="283"/>
                </a:cxn>
                <a:cxn ang="0">
                  <a:pos x="1721" y="299"/>
                </a:cxn>
                <a:cxn ang="0">
                  <a:pos x="1817" y="246"/>
                </a:cxn>
                <a:cxn ang="0">
                  <a:pos x="1661" y="184"/>
                </a:cxn>
                <a:cxn ang="0">
                  <a:pos x="1707" y="95"/>
                </a:cxn>
                <a:cxn ang="0">
                  <a:pos x="2013" y="146"/>
                </a:cxn>
                <a:cxn ang="0">
                  <a:pos x="2013" y="46"/>
                </a:cxn>
                <a:cxn ang="0">
                  <a:pos x="2246" y="19"/>
                </a:cxn>
                <a:cxn ang="0">
                  <a:pos x="2587" y="38"/>
                </a:cxn>
                <a:cxn ang="0">
                  <a:pos x="2319" y="123"/>
                </a:cxn>
                <a:cxn ang="0">
                  <a:pos x="2416" y="158"/>
                </a:cxn>
                <a:cxn ang="0">
                  <a:pos x="2905" y="166"/>
                </a:cxn>
                <a:cxn ang="0">
                  <a:pos x="2739" y="314"/>
                </a:cxn>
                <a:cxn ang="0">
                  <a:pos x="2527" y="360"/>
                </a:cxn>
                <a:cxn ang="0">
                  <a:pos x="2772" y="434"/>
                </a:cxn>
                <a:cxn ang="0">
                  <a:pos x="2947" y="554"/>
                </a:cxn>
                <a:cxn ang="0">
                  <a:pos x="3206" y="427"/>
                </a:cxn>
                <a:cxn ang="0">
                  <a:pos x="3546" y="497"/>
                </a:cxn>
                <a:cxn ang="0">
                  <a:pos x="3172" y="559"/>
                </a:cxn>
                <a:cxn ang="0">
                  <a:pos x="3325" y="638"/>
                </a:cxn>
                <a:cxn ang="0">
                  <a:pos x="3300" y="648"/>
                </a:cxn>
                <a:cxn ang="0">
                  <a:pos x="3070" y="980"/>
                </a:cxn>
                <a:cxn ang="0">
                  <a:pos x="3290" y="1032"/>
                </a:cxn>
                <a:cxn ang="0">
                  <a:pos x="3100" y="1154"/>
                </a:cxn>
                <a:cxn ang="0">
                  <a:pos x="3121" y="1236"/>
                </a:cxn>
                <a:cxn ang="0">
                  <a:pos x="3190" y="1350"/>
                </a:cxn>
                <a:cxn ang="0">
                  <a:pos x="3092" y="1440"/>
                </a:cxn>
                <a:cxn ang="0">
                  <a:pos x="2896" y="1473"/>
                </a:cxn>
                <a:cxn ang="0">
                  <a:pos x="2853" y="1564"/>
                </a:cxn>
                <a:cxn ang="0">
                  <a:pos x="3078" y="1722"/>
                </a:cxn>
                <a:cxn ang="0">
                  <a:pos x="2726" y="1664"/>
                </a:cxn>
                <a:cxn ang="0">
                  <a:pos x="2633" y="1827"/>
                </a:cxn>
                <a:cxn ang="0">
                  <a:pos x="2820" y="1872"/>
                </a:cxn>
                <a:cxn ang="0">
                  <a:pos x="2892" y="1954"/>
                </a:cxn>
                <a:cxn ang="0">
                  <a:pos x="2518" y="2070"/>
                </a:cxn>
                <a:cxn ang="0">
                  <a:pos x="2238" y="2294"/>
                </a:cxn>
                <a:cxn ang="0">
                  <a:pos x="1975" y="2429"/>
                </a:cxn>
                <a:cxn ang="0">
                  <a:pos x="1886" y="2685"/>
                </a:cxn>
                <a:cxn ang="0">
                  <a:pos x="1758" y="3024"/>
                </a:cxn>
              </a:cxnLst>
              <a:rect l="0" t="0" r="r" b="b"/>
              <a:pathLst>
                <a:path w="3648" h="3109">
                  <a:moveTo>
                    <a:pt x="1767" y="3109"/>
                  </a:moveTo>
                  <a:lnTo>
                    <a:pt x="1742" y="3088"/>
                  </a:lnTo>
                  <a:lnTo>
                    <a:pt x="1703" y="3105"/>
                  </a:lnTo>
                  <a:lnTo>
                    <a:pt x="1690" y="3080"/>
                  </a:lnTo>
                  <a:lnTo>
                    <a:pt x="1694" y="3045"/>
                  </a:lnTo>
                  <a:lnTo>
                    <a:pt x="1634" y="3016"/>
                  </a:lnTo>
                  <a:lnTo>
                    <a:pt x="1613" y="2974"/>
                  </a:lnTo>
                  <a:lnTo>
                    <a:pt x="1528" y="2982"/>
                  </a:lnTo>
                  <a:lnTo>
                    <a:pt x="1513" y="3011"/>
                  </a:lnTo>
                  <a:lnTo>
                    <a:pt x="1495" y="3003"/>
                  </a:lnTo>
                  <a:lnTo>
                    <a:pt x="1490" y="2957"/>
                  </a:lnTo>
                  <a:lnTo>
                    <a:pt x="1457" y="2935"/>
                  </a:lnTo>
                  <a:lnTo>
                    <a:pt x="1453" y="2914"/>
                  </a:lnTo>
                  <a:lnTo>
                    <a:pt x="1422" y="2888"/>
                  </a:lnTo>
                  <a:lnTo>
                    <a:pt x="1405" y="2845"/>
                  </a:lnTo>
                  <a:lnTo>
                    <a:pt x="1401" y="2816"/>
                  </a:lnTo>
                  <a:lnTo>
                    <a:pt x="1355" y="2791"/>
                  </a:lnTo>
                  <a:lnTo>
                    <a:pt x="1347" y="2774"/>
                  </a:lnTo>
                  <a:lnTo>
                    <a:pt x="1363" y="2753"/>
                  </a:lnTo>
                  <a:lnTo>
                    <a:pt x="1355" y="2739"/>
                  </a:lnTo>
                  <a:lnTo>
                    <a:pt x="1355" y="2714"/>
                  </a:lnTo>
                  <a:lnTo>
                    <a:pt x="1324" y="2680"/>
                  </a:lnTo>
                  <a:lnTo>
                    <a:pt x="1320" y="2668"/>
                  </a:lnTo>
                  <a:lnTo>
                    <a:pt x="1291" y="2643"/>
                  </a:lnTo>
                  <a:lnTo>
                    <a:pt x="1291" y="2591"/>
                  </a:lnTo>
                  <a:lnTo>
                    <a:pt x="1338" y="2587"/>
                  </a:lnTo>
                  <a:lnTo>
                    <a:pt x="1338" y="2558"/>
                  </a:lnTo>
                  <a:lnTo>
                    <a:pt x="1355" y="2523"/>
                  </a:lnTo>
                  <a:lnTo>
                    <a:pt x="1376" y="2537"/>
                  </a:lnTo>
                  <a:lnTo>
                    <a:pt x="1384" y="2510"/>
                  </a:lnTo>
                  <a:lnTo>
                    <a:pt x="1334" y="2477"/>
                  </a:lnTo>
                  <a:lnTo>
                    <a:pt x="1309" y="2498"/>
                  </a:lnTo>
                  <a:lnTo>
                    <a:pt x="1278" y="2553"/>
                  </a:lnTo>
                  <a:lnTo>
                    <a:pt x="1253" y="2545"/>
                  </a:lnTo>
                  <a:lnTo>
                    <a:pt x="1261" y="2489"/>
                  </a:lnTo>
                  <a:lnTo>
                    <a:pt x="1249" y="2429"/>
                  </a:lnTo>
                  <a:lnTo>
                    <a:pt x="1257" y="2409"/>
                  </a:lnTo>
                  <a:lnTo>
                    <a:pt x="1197" y="2366"/>
                  </a:lnTo>
                  <a:lnTo>
                    <a:pt x="1207" y="2354"/>
                  </a:lnTo>
                  <a:lnTo>
                    <a:pt x="1240" y="2354"/>
                  </a:lnTo>
                  <a:lnTo>
                    <a:pt x="1228" y="2323"/>
                  </a:lnTo>
                  <a:lnTo>
                    <a:pt x="1193" y="2319"/>
                  </a:lnTo>
                  <a:lnTo>
                    <a:pt x="1168" y="2273"/>
                  </a:lnTo>
                  <a:lnTo>
                    <a:pt x="1180" y="2235"/>
                  </a:lnTo>
                  <a:lnTo>
                    <a:pt x="1207" y="2235"/>
                  </a:lnTo>
                  <a:lnTo>
                    <a:pt x="1228" y="2200"/>
                  </a:lnTo>
                  <a:lnTo>
                    <a:pt x="1189" y="2196"/>
                  </a:lnTo>
                  <a:lnTo>
                    <a:pt x="1159" y="2205"/>
                  </a:lnTo>
                  <a:lnTo>
                    <a:pt x="1151" y="2191"/>
                  </a:lnTo>
                  <a:lnTo>
                    <a:pt x="1168" y="2147"/>
                  </a:lnTo>
                  <a:lnTo>
                    <a:pt x="1245" y="2119"/>
                  </a:lnTo>
                  <a:lnTo>
                    <a:pt x="1282" y="2127"/>
                  </a:lnTo>
                  <a:lnTo>
                    <a:pt x="1326" y="2145"/>
                  </a:lnTo>
                  <a:lnTo>
                    <a:pt x="1347" y="2137"/>
                  </a:lnTo>
                  <a:lnTo>
                    <a:pt x="1334" y="2111"/>
                  </a:lnTo>
                  <a:lnTo>
                    <a:pt x="1261" y="2109"/>
                  </a:lnTo>
                  <a:lnTo>
                    <a:pt x="1232" y="2109"/>
                  </a:lnTo>
                  <a:lnTo>
                    <a:pt x="1180" y="2131"/>
                  </a:lnTo>
                  <a:lnTo>
                    <a:pt x="1164" y="2130"/>
                  </a:lnTo>
                  <a:lnTo>
                    <a:pt x="1159" y="2109"/>
                  </a:lnTo>
                  <a:lnTo>
                    <a:pt x="1218" y="2086"/>
                  </a:lnTo>
                  <a:lnTo>
                    <a:pt x="1278" y="2086"/>
                  </a:lnTo>
                  <a:lnTo>
                    <a:pt x="1338" y="2097"/>
                  </a:lnTo>
                  <a:lnTo>
                    <a:pt x="1351" y="2076"/>
                  </a:lnTo>
                  <a:lnTo>
                    <a:pt x="1320" y="2073"/>
                  </a:lnTo>
                  <a:lnTo>
                    <a:pt x="1303" y="2064"/>
                  </a:lnTo>
                  <a:lnTo>
                    <a:pt x="1253" y="2073"/>
                  </a:lnTo>
                  <a:lnTo>
                    <a:pt x="1224" y="2068"/>
                  </a:lnTo>
                  <a:lnTo>
                    <a:pt x="1228" y="2048"/>
                  </a:lnTo>
                  <a:lnTo>
                    <a:pt x="1278" y="2037"/>
                  </a:lnTo>
                  <a:lnTo>
                    <a:pt x="1334" y="2035"/>
                  </a:lnTo>
                  <a:lnTo>
                    <a:pt x="1334" y="2020"/>
                  </a:lnTo>
                  <a:lnTo>
                    <a:pt x="1309" y="2009"/>
                  </a:lnTo>
                  <a:lnTo>
                    <a:pt x="1320" y="1967"/>
                  </a:lnTo>
                  <a:lnTo>
                    <a:pt x="1363" y="1951"/>
                  </a:lnTo>
                  <a:lnTo>
                    <a:pt x="1342" y="1929"/>
                  </a:lnTo>
                  <a:lnTo>
                    <a:pt x="1363" y="1913"/>
                  </a:lnTo>
                  <a:lnTo>
                    <a:pt x="1359" y="1890"/>
                  </a:lnTo>
                  <a:lnTo>
                    <a:pt x="1309" y="1898"/>
                  </a:lnTo>
                  <a:lnTo>
                    <a:pt x="1232" y="1888"/>
                  </a:lnTo>
                  <a:lnTo>
                    <a:pt x="1185" y="1857"/>
                  </a:lnTo>
                  <a:lnTo>
                    <a:pt x="1134" y="1846"/>
                  </a:lnTo>
                  <a:lnTo>
                    <a:pt x="1105" y="1813"/>
                  </a:lnTo>
                  <a:lnTo>
                    <a:pt x="1122" y="1805"/>
                  </a:lnTo>
                  <a:lnTo>
                    <a:pt x="1176" y="1813"/>
                  </a:lnTo>
                  <a:lnTo>
                    <a:pt x="1224" y="1827"/>
                  </a:lnTo>
                  <a:lnTo>
                    <a:pt x="1253" y="1827"/>
                  </a:lnTo>
                  <a:lnTo>
                    <a:pt x="1326" y="1860"/>
                  </a:lnTo>
                  <a:lnTo>
                    <a:pt x="1347" y="1849"/>
                  </a:lnTo>
                  <a:lnTo>
                    <a:pt x="1303" y="1829"/>
                  </a:lnTo>
                  <a:lnTo>
                    <a:pt x="1309" y="1813"/>
                  </a:lnTo>
                  <a:lnTo>
                    <a:pt x="1287" y="1791"/>
                  </a:lnTo>
                  <a:lnTo>
                    <a:pt x="1312" y="1770"/>
                  </a:lnTo>
                  <a:lnTo>
                    <a:pt x="1278" y="1766"/>
                  </a:lnTo>
                  <a:lnTo>
                    <a:pt x="1224" y="1738"/>
                  </a:lnTo>
                  <a:lnTo>
                    <a:pt x="1245" y="1719"/>
                  </a:lnTo>
                  <a:lnTo>
                    <a:pt x="1193" y="1689"/>
                  </a:lnTo>
                  <a:lnTo>
                    <a:pt x="1185" y="1672"/>
                  </a:lnTo>
                  <a:lnTo>
                    <a:pt x="1155" y="1669"/>
                  </a:lnTo>
                  <a:lnTo>
                    <a:pt x="1155" y="1697"/>
                  </a:lnTo>
                  <a:lnTo>
                    <a:pt x="1134" y="1699"/>
                  </a:lnTo>
                  <a:lnTo>
                    <a:pt x="1130" y="1738"/>
                  </a:lnTo>
                  <a:lnTo>
                    <a:pt x="1079" y="1730"/>
                  </a:lnTo>
                  <a:lnTo>
                    <a:pt x="1037" y="1707"/>
                  </a:lnTo>
                  <a:lnTo>
                    <a:pt x="1087" y="1692"/>
                  </a:lnTo>
                  <a:lnTo>
                    <a:pt x="1062" y="1672"/>
                  </a:lnTo>
                  <a:lnTo>
                    <a:pt x="1074" y="1648"/>
                  </a:lnTo>
                  <a:lnTo>
                    <a:pt x="1058" y="1617"/>
                  </a:lnTo>
                  <a:lnTo>
                    <a:pt x="1066" y="1609"/>
                  </a:lnTo>
                  <a:lnTo>
                    <a:pt x="1108" y="1617"/>
                  </a:lnTo>
                  <a:lnTo>
                    <a:pt x="1101" y="1559"/>
                  </a:lnTo>
                  <a:lnTo>
                    <a:pt x="1049" y="1551"/>
                  </a:lnTo>
                  <a:lnTo>
                    <a:pt x="1066" y="1513"/>
                  </a:lnTo>
                  <a:lnTo>
                    <a:pt x="1020" y="1473"/>
                  </a:lnTo>
                  <a:lnTo>
                    <a:pt x="1032" y="1444"/>
                  </a:lnTo>
                  <a:lnTo>
                    <a:pt x="1003" y="1427"/>
                  </a:lnTo>
                  <a:lnTo>
                    <a:pt x="989" y="1379"/>
                  </a:lnTo>
                  <a:lnTo>
                    <a:pt x="1010" y="1368"/>
                  </a:lnTo>
                  <a:lnTo>
                    <a:pt x="985" y="1347"/>
                  </a:lnTo>
                  <a:lnTo>
                    <a:pt x="956" y="1338"/>
                  </a:lnTo>
                  <a:lnTo>
                    <a:pt x="883" y="1254"/>
                  </a:lnTo>
                  <a:lnTo>
                    <a:pt x="854" y="1249"/>
                  </a:lnTo>
                  <a:lnTo>
                    <a:pt x="862" y="1216"/>
                  </a:lnTo>
                  <a:lnTo>
                    <a:pt x="812" y="1199"/>
                  </a:lnTo>
                  <a:lnTo>
                    <a:pt x="781" y="1201"/>
                  </a:lnTo>
                  <a:lnTo>
                    <a:pt x="764" y="1183"/>
                  </a:lnTo>
                  <a:lnTo>
                    <a:pt x="731" y="1188"/>
                  </a:lnTo>
                  <a:lnTo>
                    <a:pt x="706" y="1175"/>
                  </a:lnTo>
                  <a:lnTo>
                    <a:pt x="710" y="1168"/>
                  </a:lnTo>
                  <a:lnTo>
                    <a:pt x="650" y="1159"/>
                  </a:lnTo>
                  <a:lnTo>
                    <a:pt x="616" y="1170"/>
                  </a:lnTo>
                  <a:lnTo>
                    <a:pt x="604" y="1150"/>
                  </a:lnTo>
                  <a:lnTo>
                    <a:pt x="583" y="1148"/>
                  </a:lnTo>
                  <a:lnTo>
                    <a:pt x="569" y="1166"/>
                  </a:lnTo>
                  <a:lnTo>
                    <a:pt x="535" y="1166"/>
                  </a:lnTo>
                  <a:lnTo>
                    <a:pt x="535" y="1148"/>
                  </a:lnTo>
                  <a:lnTo>
                    <a:pt x="514" y="1150"/>
                  </a:lnTo>
                  <a:lnTo>
                    <a:pt x="506" y="1172"/>
                  </a:lnTo>
                  <a:lnTo>
                    <a:pt x="467" y="1182"/>
                  </a:lnTo>
                  <a:lnTo>
                    <a:pt x="450" y="1175"/>
                  </a:lnTo>
                  <a:lnTo>
                    <a:pt x="442" y="1155"/>
                  </a:lnTo>
                  <a:lnTo>
                    <a:pt x="417" y="1159"/>
                  </a:lnTo>
                  <a:lnTo>
                    <a:pt x="400" y="1172"/>
                  </a:lnTo>
                  <a:lnTo>
                    <a:pt x="379" y="1156"/>
                  </a:lnTo>
                  <a:lnTo>
                    <a:pt x="348" y="1156"/>
                  </a:lnTo>
                  <a:lnTo>
                    <a:pt x="353" y="1174"/>
                  </a:lnTo>
                  <a:lnTo>
                    <a:pt x="383" y="1179"/>
                  </a:lnTo>
                  <a:lnTo>
                    <a:pt x="383" y="1189"/>
                  </a:lnTo>
                  <a:lnTo>
                    <a:pt x="344" y="1192"/>
                  </a:lnTo>
                  <a:lnTo>
                    <a:pt x="323" y="1183"/>
                  </a:lnTo>
                  <a:lnTo>
                    <a:pt x="246" y="1174"/>
                  </a:lnTo>
                  <a:lnTo>
                    <a:pt x="200" y="1144"/>
                  </a:lnTo>
                  <a:lnTo>
                    <a:pt x="259" y="1123"/>
                  </a:lnTo>
                  <a:lnTo>
                    <a:pt x="302" y="1126"/>
                  </a:lnTo>
                  <a:lnTo>
                    <a:pt x="298" y="1107"/>
                  </a:lnTo>
                  <a:lnTo>
                    <a:pt x="196" y="1103"/>
                  </a:lnTo>
                  <a:lnTo>
                    <a:pt x="204" y="1074"/>
                  </a:lnTo>
                  <a:lnTo>
                    <a:pt x="179" y="1074"/>
                  </a:lnTo>
                  <a:lnTo>
                    <a:pt x="167" y="1089"/>
                  </a:lnTo>
                  <a:lnTo>
                    <a:pt x="128" y="1090"/>
                  </a:lnTo>
                  <a:lnTo>
                    <a:pt x="98" y="1064"/>
                  </a:lnTo>
                  <a:lnTo>
                    <a:pt x="157" y="1045"/>
                  </a:lnTo>
                  <a:lnTo>
                    <a:pt x="209" y="1046"/>
                  </a:lnTo>
                  <a:lnTo>
                    <a:pt x="246" y="1057"/>
                  </a:lnTo>
                  <a:lnTo>
                    <a:pt x="302" y="1056"/>
                  </a:lnTo>
                  <a:lnTo>
                    <a:pt x="315" y="1052"/>
                  </a:lnTo>
                  <a:lnTo>
                    <a:pt x="369" y="1066"/>
                  </a:lnTo>
                  <a:lnTo>
                    <a:pt x="396" y="1064"/>
                  </a:lnTo>
                  <a:lnTo>
                    <a:pt x="390" y="1052"/>
                  </a:lnTo>
                  <a:lnTo>
                    <a:pt x="319" y="1040"/>
                  </a:lnTo>
                  <a:lnTo>
                    <a:pt x="255" y="1045"/>
                  </a:lnTo>
                  <a:lnTo>
                    <a:pt x="259" y="1036"/>
                  </a:lnTo>
                  <a:lnTo>
                    <a:pt x="327" y="1025"/>
                  </a:lnTo>
                  <a:lnTo>
                    <a:pt x="353" y="1025"/>
                  </a:lnTo>
                  <a:lnTo>
                    <a:pt x="383" y="1032"/>
                  </a:lnTo>
                  <a:lnTo>
                    <a:pt x="425" y="1009"/>
                  </a:lnTo>
                  <a:lnTo>
                    <a:pt x="404" y="995"/>
                  </a:lnTo>
                  <a:lnTo>
                    <a:pt x="357" y="989"/>
                  </a:lnTo>
                  <a:lnTo>
                    <a:pt x="331" y="1003"/>
                  </a:lnTo>
                  <a:lnTo>
                    <a:pt x="294" y="1007"/>
                  </a:lnTo>
                  <a:lnTo>
                    <a:pt x="267" y="999"/>
                  </a:lnTo>
                  <a:lnTo>
                    <a:pt x="238" y="1017"/>
                  </a:lnTo>
                  <a:lnTo>
                    <a:pt x="175" y="1004"/>
                  </a:lnTo>
                  <a:lnTo>
                    <a:pt x="175" y="992"/>
                  </a:lnTo>
                  <a:lnTo>
                    <a:pt x="153" y="988"/>
                  </a:lnTo>
                  <a:lnTo>
                    <a:pt x="144" y="976"/>
                  </a:lnTo>
                  <a:lnTo>
                    <a:pt x="94" y="975"/>
                  </a:lnTo>
                  <a:lnTo>
                    <a:pt x="94" y="970"/>
                  </a:lnTo>
                  <a:lnTo>
                    <a:pt x="51" y="966"/>
                  </a:lnTo>
                  <a:lnTo>
                    <a:pt x="0" y="936"/>
                  </a:lnTo>
                  <a:lnTo>
                    <a:pt x="5" y="927"/>
                  </a:lnTo>
                  <a:lnTo>
                    <a:pt x="17" y="919"/>
                  </a:lnTo>
                  <a:lnTo>
                    <a:pt x="5" y="913"/>
                  </a:lnTo>
                  <a:lnTo>
                    <a:pt x="9" y="901"/>
                  </a:lnTo>
                  <a:lnTo>
                    <a:pt x="43" y="886"/>
                  </a:lnTo>
                  <a:lnTo>
                    <a:pt x="65" y="874"/>
                  </a:lnTo>
                  <a:lnTo>
                    <a:pt x="102" y="872"/>
                  </a:lnTo>
                  <a:lnTo>
                    <a:pt x="128" y="877"/>
                  </a:lnTo>
                  <a:lnTo>
                    <a:pt x="188" y="848"/>
                  </a:lnTo>
                  <a:lnTo>
                    <a:pt x="234" y="848"/>
                  </a:lnTo>
                  <a:lnTo>
                    <a:pt x="251" y="838"/>
                  </a:lnTo>
                  <a:lnTo>
                    <a:pt x="225" y="828"/>
                  </a:lnTo>
                  <a:lnTo>
                    <a:pt x="267" y="824"/>
                  </a:lnTo>
                  <a:lnTo>
                    <a:pt x="294" y="808"/>
                  </a:lnTo>
                  <a:lnTo>
                    <a:pt x="383" y="804"/>
                  </a:lnTo>
                  <a:lnTo>
                    <a:pt x="408" y="811"/>
                  </a:lnTo>
                  <a:lnTo>
                    <a:pt x="502" y="747"/>
                  </a:lnTo>
                  <a:lnTo>
                    <a:pt x="467" y="714"/>
                  </a:lnTo>
                  <a:lnTo>
                    <a:pt x="527" y="702"/>
                  </a:lnTo>
                  <a:lnTo>
                    <a:pt x="502" y="690"/>
                  </a:lnTo>
                  <a:lnTo>
                    <a:pt x="519" y="678"/>
                  </a:lnTo>
                  <a:lnTo>
                    <a:pt x="535" y="669"/>
                  </a:lnTo>
                  <a:lnTo>
                    <a:pt x="514" y="654"/>
                  </a:lnTo>
                  <a:lnTo>
                    <a:pt x="481" y="669"/>
                  </a:lnTo>
                  <a:lnTo>
                    <a:pt x="459" y="668"/>
                  </a:lnTo>
                  <a:lnTo>
                    <a:pt x="433" y="681"/>
                  </a:lnTo>
                  <a:lnTo>
                    <a:pt x="348" y="672"/>
                  </a:lnTo>
                  <a:lnTo>
                    <a:pt x="348" y="657"/>
                  </a:lnTo>
                  <a:lnTo>
                    <a:pt x="332" y="648"/>
                  </a:lnTo>
                  <a:lnTo>
                    <a:pt x="332" y="619"/>
                  </a:lnTo>
                  <a:lnTo>
                    <a:pt x="386" y="603"/>
                  </a:lnTo>
                  <a:lnTo>
                    <a:pt x="421" y="583"/>
                  </a:lnTo>
                  <a:lnTo>
                    <a:pt x="450" y="579"/>
                  </a:lnTo>
                  <a:lnTo>
                    <a:pt x="450" y="559"/>
                  </a:lnTo>
                  <a:lnTo>
                    <a:pt x="540" y="503"/>
                  </a:lnTo>
                  <a:lnTo>
                    <a:pt x="556" y="502"/>
                  </a:lnTo>
                  <a:lnTo>
                    <a:pt x="569" y="539"/>
                  </a:lnTo>
                  <a:lnTo>
                    <a:pt x="591" y="534"/>
                  </a:lnTo>
                  <a:lnTo>
                    <a:pt x="587" y="489"/>
                  </a:lnTo>
                  <a:lnTo>
                    <a:pt x="625" y="497"/>
                  </a:lnTo>
                  <a:lnTo>
                    <a:pt x="642" y="507"/>
                  </a:lnTo>
                  <a:lnTo>
                    <a:pt x="700" y="491"/>
                  </a:lnTo>
                  <a:lnTo>
                    <a:pt x="700" y="468"/>
                  </a:lnTo>
                  <a:lnTo>
                    <a:pt x="685" y="454"/>
                  </a:lnTo>
                  <a:lnTo>
                    <a:pt x="714" y="432"/>
                  </a:lnTo>
                  <a:lnTo>
                    <a:pt x="679" y="420"/>
                  </a:lnTo>
                  <a:lnTo>
                    <a:pt x="675" y="401"/>
                  </a:lnTo>
                  <a:lnTo>
                    <a:pt x="663" y="388"/>
                  </a:lnTo>
                  <a:lnTo>
                    <a:pt x="671" y="379"/>
                  </a:lnTo>
                  <a:lnTo>
                    <a:pt x="710" y="372"/>
                  </a:lnTo>
                  <a:lnTo>
                    <a:pt x="791" y="370"/>
                  </a:lnTo>
                  <a:lnTo>
                    <a:pt x="816" y="383"/>
                  </a:lnTo>
                  <a:lnTo>
                    <a:pt x="816" y="401"/>
                  </a:lnTo>
                  <a:lnTo>
                    <a:pt x="914" y="440"/>
                  </a:lnTo>
                  <a:lnTo>
                    <a:pt x="908" y="416"/>
                  </a:lnTo>
                  <a:lnTo>
                    <a:pt x="850" y="383"/>
                  </a:lnTo>
                  <a:lnTo>
                    <a:pt x="837" y="366"/>
                  </a:lnTo>
                  <a:lnTo>
                    <a:pt x="791" y="344"/>
                  </a:lnTo>
                  <a:lnTo>
                    <a:pt x="798" y="336"/>
                  </a:lnTo>
                  <a:lnTo>
                    <a:pt x="897" y="317"/>
                  </a:lnTo>
                  <a:lnTo>
                    <a:pt x="943" y="317"/>
                  </a:lnTo>
                  <a:lnTo>
                    <a:pt x="989" y="303"/>
                  </a:lnTo>
                  <a:lnTo>
                    <a:pt x="1041" y="307"/>
                  </a:lnTo>
                  <a:lnTo>
                    <a:pt x="1032" y="287"/>
                  </a:lnTo>
                  <a:lnTo>
                    <a:pt x="1091" y="276"/>
                  </a:lnTo>
                  <a:lnTo>
                    <a:pt x="1112" y="287"/>
                  </a:lnTo>
                  <a:lnTo>
                    <a:pt x="1130" y="326"/>
                  </a:lnTo>
                  <a:lnTo>
                    <a:pt x="1122" y="417"/>
                  </a:lnTo>
                  <a:lnTo>
                    <a:pt x="1134" y="425"/>
                  </a:lnTo>
                  <a:lnTo>
                    <a:pt x="1151" y="420"/>
                  </a:lnTo>
                  <a:lnTo>
                    <a:pt x="1189" y="366"/>
                  </a:lnTo>
                  <a:lnTo>
                    <a:pt x="1172" y="359"/>
                  </a:lnTo>
                  <a:lnTo>
                    <a:pt x="1189" y="350"/>
                  </a:lnTo>
                  <a:lnTo>
                    <a:pt x="1236" y="359"/>
                  </a:lnTo>
                  <a:lnTo>
                    <a:pt x="1368" y="417"/>
                  </a:lnTo>
                  <a:lnTo>
                    <a:pt x="1384" y="407"/>
                  </a:lnTo>
                  <a:lnTo>
                    <a:pt x="1291" y="364"/>
                  </a:lnTo>
                  <a:lnTo>
                    <a:pt x="1376" y="364"/>
                  </a:lnTo>
                  <a:lnTo>
                    <a:pt x="1351" y="347"/>
                  </a:lnTo>
                  <a:lnTo>
                    <a:pt x="1299" y="318"/>
                  </a:lnTo>
                  <a:lnTo>
                    <a:pt x="1305" y="274"/>
                  </a:lnTo>
                  <a:lnTo>
                    <a:pt x="1287" y="260"/>
                  </a:lnTo>
                  <a:lnTo>
                    <a:pt x="1299" y="248"/>
                  </a:lnTo>
                  <a:lnTo>
                    <a:pt x="1372" y="246"/>
                  </a:lnTo>
                  <a:lnTo>
                    <a:pt x="1411" y="266"/>
                  </a:lnTo>
                  <a:lnTo>
                    <a:pt x="1414" y="283"/>
                  </a:lnTo>
                  <a:lnTo>
                    <a:pt x="1474" y="294"/>
                  </a:lnTo>
                  <a:lnTo>
                    <a:pt x="1478" y="311"/>
                  </a:lnTo>
                  <a:lnTo>
                    <a:pt x="1524" y="314"/>
                  </a:lnTo>
                  <a:lnTo>
                    <a:pt x="1567" y="335"/>
                  </a:lnTo>
                  <a:lnTo>
                    <a:pt x="1644" y="388"/>
                  </a:lnTo>
                  <a:lnTo>
                    <a:pt x="1686" y="388"/>
                  </a:lnTo>
                  <a:lnTo>
                    <a:pt x="1690" y="379"/>
                  </a:lnTo>
                  <a:lnTo>
                    <a:pt x="1648" y="360"/>
                  </a:lnTo>
                  <a:lnTo>
                    <a:pt x="1661" y="350"/>
                  </a:lnTo>
                  <a:lnTo>
                    <a:pt x="1648" y="307"/>
                  </a:lnTo>
                  <a:lnTo>
                    <a:pt x="1665" y="297"/>
                  </a:lnTo>
                  <a:lnTo>
                    <a:pt x="1721" y="299"/>
                  </a:lnTo>
                  <a:lnTo>
                    <a:pt x="1767" y="303"/>
                  </a:lnTo>
                  <a:lnTo>
                    <a:pt x="1788" y="297"/>
                  </a:lnTo>
                  <a:lnTo>
                    <a:pt x="1694" y="278"/>
                  </a:lnTo>
                  <a:lnTo>
                    <a:pt x="1715" y="269"/>
                  </a:lnTo>
                  <a:lnTo>
                    <a:pt x="1622" y="209"/>
                  </a:lnTo>
                  <a:lnTo>
                    <a:pt x="1584" y="199"/>
                  </a:lnTo>
                  <a:lnTo>
                    <a:pt x="1619" y="191"/>
                  </a:lnTo>
                  <a:lnTo>
                    <a:pt x="1703" y="197"/>
                  </a:lnTo>
                  <a:lnTo>
                    <a:pt x="1792" y="195"/>
                  </a:lnTo>
                  <a:lnTo>
                    <a:pt x="1809" y="203"/>
                  </a:lnTo>
                  <a:lnTo>
                    <a:pt x="1805" y="233"/>
                  </a:lnTo>
                  <a:lnTo>
                    <a:pt x="1817" y="246"/>
                  </a:lnTo>
                  <a:lnTo>
                    <a:pt x="1844" y="240"/>
                  </a:lnTo>
                  <a:lnTo>
                    <a:pt x="1830" y="212"/>
                  </a:lnTo>
                  <a:lnTo>
                    <a:pt x="1848" y="203"/>
                  </a:lnTo>
                  <a:lnTo>
                    <a:pt x="1877" y="215"/>
                  </a:lnTo>
                  <a:lnTo>
                    <a:pt x="1907" y="242"/>
                  </a:lnTo>
                  <a:lnTo>
                    <a:pt x="1907" y="257"/>
                  </a:lnTo>
                  <a:lnTo>
                    <a:pt x="1940" y="273"/>
                  </a:lnTo>
                  <a:lnTo>
                    <a:pt x="1940" y="254"/>
                  </a:lnTo>
                  <a:lnTo>
                    <a:pt x="1911" y="209"/>
                  </a:lnTo>
                  <a:lnTo>
                    <a:pt x="1873" y="193"/>
                  </a:lnTo>
                  <a:lnTo>
                    <a:pt x="1763" y="171"/>
                  </a:lnTo>
                  <a:lnTo>
                    <a:pt x="1661" y="184"/>
                  </a:lnTo>
                  <a:lnTo>
                    <a:pt x="1657" y="167"/>
                  </a:lnTo>
                  <a:lnTo>
                    <a:pt x="1703" y="166"/>
                  </a:lnTo>
                  <a:lnTo>
                    <a:pt x="1694" y="155"/>
                  </a:lnTo>
                  <a:lnTo>
                    <a:pt x="1661" y="151"/>
                  </a:lnTo>
                  <a:lnTo>
                    <a:pt x="1601" y="127"/>
                  </a:lnTo>
                  <a:lnTo>
                    <a:pt x="1622" y="118"/>
                  </a:lnTo>
                  <a:lnTo>
                    <a:pt x="1686" y="118"/>
                  </a:lnTo>
                  <a:lnTo>
                    <a:pt x="1724" y="127"/>
                  </a:lnTo>
                  <a:lnTo>
                    <a:pt x="1758" y="125"/>
                  </a:lnTo>
                  <a:lnTo>
                    <a:pt x="1750" y="114"/>
                  </a:lnTo>
                  <a:lnTo>
                    <a:pt x="1694" y="105"/>
                  </a:lnTo>
                  <a:lnTo>
                    <a:pt x="1707" y="95"/>
                  </a:lnTo>
                  <a:lnTo>
                    <a:pt x="1763" y="90"/>
                  </a:lnTo>
                  <a:lnTo>
                    <a:pt x="1823" y="103"/>
                  </a:lnTo>
                  <a:lnTo>
                    <a:pt x="1826" y="127"/>
                  </a:lnTo>
                  <a:lnTo>
                    <a:pt x="1865" y="131"/>
                  </a:lnTo>
                  <a:lnTo>
                    <a:pt x="1898" y="156"/>
                  </a:lnTo>
                  <a:lnTo>
                    <a:pt x="1954" y="155"/>
                  </a:lnTo>
                  <a:lnTo>
                    <a:pt x="1983" y="167"/>
                  </a:lnTo>
                  <a:lnTo>
                    <a:pt x="2004" y="193"/>
                  </a:lnTo>
                  <a:lnTo>
                    <a:pt x="2031" y="193"/>
                  </a:lnTo>
                  <a:lnTo>
                    <a:pt x="2034" y="179"/>
                  </a:lnTo>
                  <a:lnTo>
                    <a:pt x="1992" y="156"/>
                  </a:lnTo>
                  <a:lnTo>
                    <a:pt x="2013" y="146"/>
                  </a:lnTo>
                  <a:lnTo>
                    <a:pt x="2068" y="146"/>
                  </a:lnTo>
                  <a:lnTo>
                    <a:pt x="2089" y="134"/>
                  </a:lnTo>
                  <a:lnTo>
                    <a:pt x="2021" y="134"/>
                  </a:lnTo>
                  <a:lnTo>
                    <a:pt x="2021" y="122"/>
                  </a:lnTo>
                  <a:lnTo>
                    <a:pt x="2056" y="118"/>
                  </a:lnTo>
                  <a:lnTo>
                    <a:pt x="2106" y="114"/>
                  </a:lnTo>
                  <a:lnTo>
                    <a:pt x="2106" y="105"/>
                  </a:lnTo>
                  <a:lnTo>
                    <a:pt x="2034" y="103"/>
                  </a:lnTo>
                  <a:lnTo>
                    <a:pt x="1996" y="91"/>
                  </a:lnTo>
                  <a:lnTo>
                    <a:pt x="2017" y="76"/>
                  </a:lnTo>
                  <a:lnTo>
                    <a:pt x="2000" y="52"/>
                  </a:lnTo>
                  <a:lnTo>
                    <a:pt x="2013" y="46"/>
                  </a:lnTo>
                  <a:lnTo>
                    <a:pt x="2038" y="53"/>
                  </a:lnTo>
                  <a:lnTo>
                    <a:pt x="2056" y="48"/>
                  </a:lnTo>
                  <a:lnTo>
                    <a:pt x="2042" y="34"/>
                  </a:lnTo>
                  <a:lnTo>
                    <a:pt x="2073" y="34"/>
                  </a:lnTo>
                  <a:lnTo>
                    <a:pt x="2119" y="58"/>
                  </a:lnTo>
                  <a:lnTo>
                    <a:pt x="2144" y="50"/>
                  </a:lnTo>
                  <a:lnTo>
                    <a:pt x="2106" y="20"/>
                  </a:lnTo>
                  <a:lnTo>
                    <a:pt x="2136" y="13"/>
                  </a:lnTo>
                  <a:lnTo>
                    <a:pt x="2162" y="23"/>
                  </a:lnTo>
                  <a:lnTo>
                    <a:pt x="2196" y="8"/>
                  </a:lnTo>
                  <a:lnTo>
                    <a:pt x="2217" y="9"/>
                  </a:lnTo>
                  <a:lnTo>
                    <a:pt x="2246" y="19"/>
                  </a:lnTo>
                  <a:lnTo>
                    <a:pt x="2268" y="17"/>
                  </a:lnTo>
                  <a:lnTo>
                    <a:pt x="2285" y="5"/>
                  </a:lnTo>
                  <a:lnTo>
                    <a:pt x="2352" y="0"/>
                  </a:lnTo>
                  <a:lnTo>
                    <a:pt x="2374" y="11"/>
                  </a:lnTo>
                  <a:lnTo>
                    <a:pt x="2408" y="5"/>
                  </a:lnTo>
                  <a:lnTo>
                    <a:pt x="2446" y="8"/>
                  </a:lnTo>
                  <a:lnTo>
                    <a:pt x="2501" y="11"/>
                  </a:lnTo>
                  <a:lnTo>
                    <a:pt x="2535" y="11"/>
                  </a:lnTo>
                  <a:lnTo>
                    <a:pt x="2560" y="20"/>
                  </a:lnTo>
                  <a:lnTo>
                    <a:pt x="2603" y="19"/>
                  </a:lnTo>
                  <a:lnTo>
                    <a:pt x="2620" y="28"/>
                  </a:lnTo>
                  <a:lnTo>
                    <a:pt x="2587" y="38"/>
                  </a:lnTo>
                  <a:lnTo>
                    <a:pt x="2607" y="50"/>
                  </a:lnTo>
                  <a:lnTo>
                    <a:pt x="2641" y="48"/>
                  </a:lnTo>
                  <a:lnTo>
                    <a:pt x="2662" y="32"/>
                  </a:lnTo>
                  <a:lnTo>
                    <a:pt x="2799" y="58"/>
                  </a:lnTo>
                  <a:lnTo>
                    <a:pt x="2820" y="82"/>
                  </a:lnTo>
                  <a:lnTo>
                    <a:pt x="2747" y="101"/>
                  </a:lnTo>
                  <a:lnTo>
                    <a:pt x="2650" y="110"/>
                  </a:lnTo>
                  <a:lnTo>
                    <a:pt x="2552" y="103"/>
                  </a:lnTo>
                  <a:lnTo>
                    <a:pt x="2464" y="114"/>
                  </a:lnTo>
                  <a:lnTo>
                    <a:pt x="2404" y="131"/>
                  </a:lnTo>
                  <a:lnTo>
                    <a:pt x="2362" y="122"/>
                  </a:lnTo>
                  <a:lnTo>
                    <a:pt x="2319" y="123"/>
                  </a:lnTo>
                  <a:lnTo>
                    <a:pt x="2341" y="134"/>
                  </a:lnTo>
                  <a:lnTo>
                    <a:pt x="2268" y="152"/>
                  </a:lnTo>
                  <a:lnTo>
                    <a:pt x="2191" y="167"/>
                  </a:lnTo>
                  <a:lnTo>
                    <a:pt x="2208" y="175"/>
                  </a:lnTo>
                  <a:lnTo>
                    <a:pt x="2196" y="189"/>
                  </a:lnTo>
                  <a:lnTo>
                    <a:pt x="2221" y="189"/>
                  </a:lnTo>
                  <a:lnTo>
                    <a:pt x="2250" y="171"/>
                  </a:lnTo>
                  <a:lnTo>
                    <a:pt x="2281" y="172"/>
                  </a:lnTo>
                  <a:lnTo>
                    <a:pt x="2285" y="195"/>
                  </a:lnTo>
                  <a:lnTo>
                    <a:pt x="2310" y="185"/>
                  </a:lnTo>
                  <a:lnTo>
                    <a:pt x="2314" y="160"/>
                  </a:lnTo>
                  <a:lnTo>
                    <a:pt x="2416" y="158"/>
                  </a:lnTo>
                  <a:lnTo>
                    <a:pt x="2425" y="142"/>
                  </a:lnTo>
                  <a:lnTo>
                    <a:pt x="2506" y="119"/>
                  </a:lnTo>
                  <a:lnTo>
                    <a:pt x="2570" y="119"/>
                  </a:lnTo>
                  <a:lnTo>
                    <a:pt x="2629" y="131"/>
                  </a:lnTo>
                  <a:lnTo>
                    <a:pt x="2743" y="127"/>
                  </a:lnTo>
                  <a:lnTo>
                    <a:pt x="2760" y="117"/>
                  </a:lnTo>
                  <a:lnTo>
                    <a:pt x="2837" y="107"/>
                  </a:lnTo>
                  <a:lnTo>
                    <a:pt x="2866" y="131"/>
                  </a:lnTo>
                  <a:lnTo>
                    <a:pt x="2853" y="160"/>
                  </a:lnTo>
                  <a:lnTo>
                    <a:pt x="2828" y="175"/>
                  </a:lnTo>
                  <a:lnTo>
                    <a:pt x="2832" y="195"/>
                  </a:lnTo>
                  <a:lnTo>
                    <a:pt x="2905" y="166"/>
                  </a:lnTo>
                  <a:lnTo>
                    <a:pt x="2930" y="166"/>
                  </a:lnTo>
                  <a:lnTo>
                    <a:pt x="2926" y="185"/>
                  </a:lnTo>
                  <a:lnTo>
                    <a:pt x="2972" y="175"/>
                  </a:lnTo>
                  <a:lnTo>
                    <a:pt x="3048" y="191"/>
                  </a:lnTo>
                  <a:lnTo>
                    <a:pt x="3088" y="223"/>
                  </a:lnTo>
                  <a:lnTo>
                    <a:pt x="3082" y="245"/>
                  </a:lnTo>
                  <a:lnTo>
                    <a:pt x="3048" y="250"/>
                  </a:lnTo>
                  <a:lnTo>
                    <a:pt x="3040" y="274"/>
                  </a:lnTo>
                  <a:lnTo>
                    <a:pt x="2972" y="289"/>
                  </a:lnTo>
                  <a:lnTo>
                    <a:pt x="2930" y="283"/>
                  </a:lnTo>
                  <a:lnTo>
                    <a:pt x="2874" y="311"/>
                  </a:lnTo>
                  <a:lnTo>
                    <a:pt x="2739" y="314"/>
                  </a:lnTo>
                  <a:lnTo>
                    <a:pt x="2676" y="311"/>
                  </a:lnTo>
                  <a:lnTo>
                    <a:pt x="2548" y="321"/>
                  </a:lnTo>
                  <a:lnTo>
                    <a:pt x="2518" y="313"/>
                  </a:lnTo>
                  <a:lnTo>
                    <a:pt x="2446" y="313"/>
                  </a:lnTo>
                  <a:lnTo>
                    <a:pt x="2489" y="322"/>
                  </a:lnTo>
                  <a:lnTo>
                    <a:pt x="2485" y="331"/>
                  </a:lnTo>
                  <a:lnTo>
                    <a:pt x="2383" y="359"/>
                  </a:lnTo>
                  <a:lnTo>
                    <a:pt x="2348" y="384"/>
                  </a:lnTo>
                  <a:lnTo>
                    <a:pt x="2366" y="412"/>
                  </a:lnTo>
                  <a:lnTo>
                    <a:pt x="2408" y="404"/>
                  </a:lnTo>
                  <a:lnTo>
                    <a:pt x="2408" y="389"/>
                  </a:lnTo>
                  <a:lnTo>
                    <a:pt x="2527" y="360"/>
                  </a:lnTo>
                  <a:lnTo>
                    <a:pt x="2552" y="366"/>
                  </a:lnTo>
                  <a:lnTo>
                    <a:pt x="2658" y="339"/>
                  </a:lnTo>
                  <a:lnTo>
                    <a:pt x="2684" y="344"/>
                  </a:lnTo>
                  <a:lnTo>
                    <a:pt x="2824" y="347"/>
                  </a:lnTo>
                  <a:lnTo>
                    <a:pt x="2841" y="354"/>
                  </a:lnTo>
                  <a:lnTo>
                    <a:pt x="2841" y="378"/>
                  </a:lnTo>
                  <a:lnTo>
                    <a:pt x="2772" y="396"/>
                  </a:lnTo>
                  <a:lnTo>
                    <a:pt x="2743" y="413"/>
                  </a:lnTo>
                  <a:lnTo>
                    <a:pt x="2697" y="434"/>
                  </a:lnTo>
                  <a:lnTo>
                    <a:pt x="2718" y="434"/>
                  </a:lnTo>
                  <a:lnTo>
                    <a:pt x="2730" y="445"/>
                  </a:lnTo>
                  <a:lnTo>
                    <a:pt x="2772" y="434"/>
                  </a:lnTo>
                  <a:lnTo>
                    <a:pt x="2807" y="421"/>
                  </a:lnTo>
                  <a:lnTo>
                    <a:pt x="2909" y="392"/>
                  </a:lnTo>
                  <a:lnTo>
                    <a:pt x="2913" y="350"/>
                  </a:lnTo>
                  <a:lnTo>
                    <a:pt x="2926" y="340"/>
                  </a:lnTo>
                  <a:lnTo>
                    <a:pt x="3028" y="339"/>
                  </a:lnTo>
                  <a:lnTo>
                    <a:pt x="3036" y="347"/>
                  </a:lnTo>
                  <a:lnTo>
                    <a:pt x="3040" y="438"/>
                  </a:lnTo>
                  <a:lnTo>
                    <a:pt x="2998" y="462"/>
                  </a:lnTo>
                  <a:lnTo>
                    <a:pt x="2976" y="483"/>
                  </a:lnTo>
                  <a:lnTo>
                    <a:pt x="2976" y="515"/>
                  </a:lnTo>
                  <a:lnTo>
                    <a:pt x="2943" y="539"/>
                  </a:lnTo>
                  <a:lnTo>
                    <a:pt x="2947" y="554"/>
                  </a:lnTo>
                  <a:lnTo>
                    <a:pt x="2922" y="567"/>
                  </a:lnTo>
                  <a:lnTo>
                    <a:pt x="2922" y="583"/>
                  </a:lnTo>
                  <a:lnTo>
                    <a:pt x="2938" y="588"/>
                  </a:lnTo>
                  <a:lnTo>
                    <a:pt x="2968" y="576"/>
                  </a:lnTo>
                  <a:lnTo>
                    <a:pt x="2968" y="544"/>
                  </a:lnTo>
                  <a:lnTo>
                    <a:pt x="3036" y="511"/>
                  </a:lnTo>
                  <a:lnTo>
                    <a:pt x="3066" y="464"/>
                  </a:lnTo>
                  <a:lnTo>
                    <a:pt x="3134" y="429"/>
                  </a:lnTo>
                  <a:lnTo>
                    <a:pt x="3138" y="416"/>
                  </a:lnTo>
                  <a:lnTo>
                    <a:pt x="3176" y="412"/>
                  </a:lnTo>
                  <a:lnTo>
                    <a:pt x="3176" y="429"/>
                  </a:lnTo>
                  <a:lnTo>
                    <a:pt x="3206" y="427"/>
                  </a:lnTo>
                  <a:lnTo>
                    <a:pt x="3240" y="432"/>
                  </a:lnTo>
                  <a:lnTo>
                    <a:pt x="3286" y="429"/>
                  </a:lnTo>
                  <a:lnTo>
                    <a:pt x="3296" y="399"/>
                  </a:lnTo>
                  <a:lnTo>
                    <a:pt x="3321" y="389"/>
                  </a:lnTo>
                  <a:lnTo>
                    <a:pt x="3308" y="368"/>
                  </a:lnTo>
                  <a:lnTo>
                    <a:pt x="3334" y="364"/>
                  </a:lnTo>
                  <a:lnTo>
                    <a:pt x="3359" y="372"/>
                  </a:lnTo>
                  <a:lnTo>
                    <a:pt x="3402" y="350"/>
                  </a:lnTo>
                  <a:lnTo>
                    <a:pt x="3521" y="360"/>
                  </a:lnTo>
                  <a:lnTo>
                    <a:pt x="3644" y="416"/>
                  </a:lnTo>
                  <a:lnTo>
                    <a:pt x="3648" y="425"/>
                  </a:lnTo>
                  <a:lnTo>
                    <a:pt x="3546" y="497"/>
                  </a:lnTo>
                  <a:lnTo>
                    <a:pt x="3486" y="491"/>
                  </a:lnTo>
                  <a:lnTo>
                    <a:pt x="3469" y="503"/>
                  </a:lnTo>
                  <a:lnTo>
                    <a:pt x="3500" y="525"/>
                  </a:lnTo>
                  <a:lnTo>
                    <a:pt x="3482" y="535"/>
                  </a:lnTo>
                  <a:lnTo>
                    <a:pt x="3435" y="536"/>
                  </a:lnTo>
                  <a:lnTo>
                    <a:pt x="3423" y="555"/>
                  </a:lnTo>
                  <a:lnTo>
                    <a:pt x="3392" y="563"/>
                  </a:lnTo>
                  <a:lnTo>
                    <a:pt x="3346" y="562"/>
                  </a:lnTo>
                  <a:lnTo>
                    <a:pt x="3286" y="548"/>
                  </a:lnTo>
                  <a:lnTo>
                    <a:pt x="3274" y="563"/>
                  </a:lnTo>
                  <a:lnTo>
                    <a:pt x="3248" y="558"/>
                  </a:lnTo>
                  <a:lnTo>
                    <a:pt x="3172" y="559"/>
                  </a:lnTo>
                  <a:lnTo>
                    <a:pt x="3147" y="572"/>
                  </a:lnTo>
                  <a:lnTo>
                    <a:pt x="3126" y="574"/>
                  </a:lnTo>
                  <a:lnTo>
                    <a:pt x="3126" y="595"/>
                  </a:lnTo>
                  <a:lnTo>
                    <a:pt x="3176" y="592"/>
                  </a:lnTo>
                  <a:lnTo>
                    <a:pt x="3180" y="576"/>
                  </a:lnTo>
                  <a:lnTo>
                    <a:pt x="3219" y="572"/>
                  </a:lnTo>
                  <a:lnTo>
                    <a:pt x="3278" y="597"/>
                  </a:lnTo>
                  <a:lnTo>
                    <a:pt x="3313" y="595"/>
                  </a:lnTo>
                  <a:lnTo>
                    <a:pt x="3346" y="576"/>
                  </a:lnTo>
                  <a:lnTo>
                    <a:pt x="3423" y="600"/>
                  </a:lnTo>
                  <a:lnTo>
                    <a:pt x="3359" y="634"/>
                  </a:lnTo>
                  <a:lnTo>
                    <a:pt x="3325" y="638"/>
                  </a:lnTo>
                  <a:lnTo>
                    <a:pt x="3269" y="629"/>
                  </a:lnTo>
                  <a:lnTo>
                    <a:pt x="3194" y="629"/>
                  </a:lnTo>
                  <a:lnTo>
                    <a:pt x="3163" y="657"/>
                  </a:lnTo>
                  <a:lnTo>
                    <a:pt x="3163" y="695"/>
                  </a:lnTo>
                  <a:lnTo>
                    <a:pt x="3194" y="697"/>
                  </a:lnTo>
                  <a:lnTo>
                    <a:pt x="3206" y="677"/>
                  </a:lnTo>
                  <a:lnTo>
                    <a:pt x="3215" y="668"/>
                  </a:lnTo>
                  <a:lnTo>
                    <a:pt x="3198" y="654"/>
                  </a:lnTo>
                  <a:lnTo>
                    <a:pt x="3219" y="642"/>
                  </a:lnTo>
                  <a:lnTo>
                    <a:pt x="3253" y="648"/>
                  </a:lnTo>
                  <a:lnTo>
                    <a:pt x="3261" y="661"/>
                  </a:lnTo>
                  <a:lnTo>
                    <a:pt x="3300" y="648"/>
                  </a:lnTo>
                  <a:lnTo>
                    <a:pt x="3325" y="661"/>
                  </a:lnTo>
                  <a:lnTo>
                    <a:pt x="3296" y="706"/>
                  </a:lnTo>
                  <a:lnTo>
                    <a:pt x="3215" y="706"/>
                  </a:lnTo>
                  <a:lnTo>
                    <a:pt x="3184" y="775"/>
                  </a:lnTo>
                  <a:lnTo>
                    <a:pt x="3223" y="775"/>
                  </a:lnTo>
                  <a:lnTo>
                    <a:pt x="3219" y="789"/>
                  </a:lnTo>
                  <a:lnTo>
                    <a:pt x="3180" y="829"/>
                  </a:lnTo>
                  <a:lnTo>
                    <a:pt x="3138" y="829"/>
                  </a:lnTo>
                  <a:lnTo>
                    <a:pt x="3096" y="870"/>
                  </a:lnTo>
                  <a:lnTo>
                    <a:pt x="3117" y="872"/>
                  </a:lnTo>
                  <a:lnTo>
                    <a:pt x="3061" y="960"/>
                  </a:lnTo>
                  <a:lnTo>
                    <a:pt x="3070" y="980"/>
                  </a:lnTo>
                  <a:lnTo>
                    <a:pt x="3104" y="980"/>
                  </a:lnTo>
                  <a:lnTo>
                    <a:pt x="3117" y="955"/>
                  </a:lnTo>
                  <a:lnTo>
                    <a:pt x="3142" y="950"/>
                  </a:lnTo>
                  <a:lnTo>
                    <a:pt x="3223" y="976"/>
                  </a:lnTo>
                  <a:lnTo>
                    <a:pt x="3227" y="997"/>
                  </a:lnTo>
                  <a:lnTo>
                    <a:pt x="3180" y="988"/>
                  </a:lnTo>
                  <a:lnTo>
                    <a:pt x="3155" y="979"/>
                  </a:lnTo>
                  <a:lnTo>
                    <a:pt x="3147" y="988"/>
                  </a:lnTo>
                  <a:lnTo>
                    <a:pt x="3168" y="1009"/>
                  </a:lnTo>
                  <a:lnTo>
                    <a:pt x="3236" y="1040"/>
                  </a:lnTo>
                  <a:lnTo>
                    <a:pt x="3244" y="1025"/>
                  </a:lnTo>
                  <a:lnTo>
                    <a:pt x="3290" y="1032"/>
                  </a:lnTo>
                  <a:lnTo>
                    <a:pt x="3296" y="1050"/>
                  </a:lnTo>
                  <a:lnTo>
                    <a:pt x="3278" y="1082"/>
                  </a:lnTo>
                  <a:lnTo>
                    <a:pt x="3227" y="1084"/>
                  </a:lnTo>
                  <a:lnTo>
                    <a:pt x="3138" y="1069"/>
                  </a:lnTo>
                  <a:lnTo>
                    <a:pt x="3109" y="1070"/>
                  </a:lnTo>
                  <a:lnTo>
                    <a:pt x="3130" y="1087"/>
                  </a:lnTo>
                  <a:lnTo>
                    <a:pt x="3078" y="1089"/>
                  </a:lnTo>
                  <a:lnTo>
                    <a:pt x="3057" y="1090"/>
                  </a:lnTo>
                  <a:lnTo>
                    <a:pt x="3053" y="1102"/>
                  </a:lnTo>
                  <a:lnTo>
                    <a:pt x="3070" y="1126"/>
                  </a:lnTo>
                  <a:lnTo>
                    <a:pt x="3074" y="1146"/>
                  </a:lnTo>
                  <a:lnTo>
                    <a:pt x="3100" y="1154"/>
                  </a:lnTo>
                  <a:lnTo>
                    <a:pt x="3138" y="1146"/>
                  </a:lnTo>
                  <a:lnTo>
                    <a:pt x="3190" y="1151"/>
                  </a:lnTo>
                  <a:lnTo>
                    <a:pt x="3190" y="1172"/>
                  </a:lnTo>
                  <a:lnTo>
                    <a:pt x="3142" y="1175"/>
                  </a:lnTo>
                  <a:lnTo>
                    <a:pt x="3061" y="1175"/>
                  </a:lnTo>
                  <a:lnTo>
                    <a:pt x="3092" y="1183"/>
                  </a:lnTo>
                  <a:lnTo>
                    <a:pt x="3176" y="1188"/>
                  </a:lnTo>
                  <a:lnTo>
                    <a:pt x="3232" y="1212"/>
                  </a:lnTo>
                  <a:lnTo>
                    <a:pt x="3240" y="1240"/>
                  </a:lnTo>
                  <a:lnTo>
                    <a:pt x="3198" y="1266"/>
                  </a:lnTo>
                  <a:lnTo>
                    <a:pt x="3159" y="1244"/>
                  </a:lnTo>
                  <a:lnTo>
                    <a:pt x="3121" y="1236"/>
                  </a:lnTo>
                  <a:lnTo>
                    <a:pt x="3096" y="1221"/>
                  </a:lnTo>
                  <a:lnTo>
                    <a:pt x="3070" y="1227"/>
                  </a:lnTo>
                  <a:lnTo>
                    <a:pt x="3142" y="1258"/>
                  </a:lnTo>
                  <a:lnTo>
                    <a:pt x="3138" y="1269"/>
                  </a:lnTo>
                  <a:lnTo>
                    <a:pt x="3080" y="1272"/>
                  </a:lnTo>
                  <a:lnTo>
                    <a:pt x="3055" y="1284"/>
                  </a:lnTo>
                  <a:lnTo>
                    <a:pt x="3072" y="1297"/>
                  </a:lnTo>
                  <a:lnTo>
                    <a:pt x="3125" y="1291"/>
                  </a:lnTo>
                  <a:lnTo>
                    <a:pt x="3142" y="1305"/>
                  </a:lnTo>
                  <a:lnTo>
                    <a:pt x="3121" y="1327"/>
                  </a:lnTo>
                  <a:lnTo>
                    <a:pt x="3125" y="1343"/>
                  </a:lnTo>
                  <a:lnTo>
                    <a:pt x="3190" y="1350"/>
                  </a:lnTo>
                  <a:lnTo>
                    <a:pt x="3211" y="1343"/>
                  </a:lnTo>
                  <a:lnTo>
                    <a:pt x="3227" y="1355"/>
                  </a:lnTo>
                  <a:lnTo>
                    <a:pt x="3211" y="1388"/>
                  </a:lnTo>
                  <a:lnTo>
                    <a:pt x="3184" y="1393"/>
                  </a:lnTo>
                  <a:lnTo>
                    <a:pt x="3147" y="1355"/>
                  </a:lnTo>
                  <a:lnTo>
                    <a:pt x="3078" y="1350"/>
                  </a:lnTo>
                  <a:lnTo>
                    <a:pt x="3068" y="1355"/>
                  </a:lnTo>
                  <a:lnTo>
                    <a:pt x="3051" y="1379"/>
                  </a:lnTo>
                  <a:lnTo>
                    <a:pt x="3072" y="1416"/>
                  </a:lnTo>
                  <a:lnTo>
                    <a:pt x="3088" y="1470"/>
                  </a:lnTo>
                  <a:lnTo>
                    <a:pt x="3100" y="1462"/>
                  </a:lnTo>
                  <a:lnTo>
                    <a:pt x="3092" y="1440"/>
                  </a:lnTo>
                  <a:lnTo>
                    <a:pt x="3159" y="1442"/>
                  </a:lnTo>
                  <a:lnTo>
                    <a:pt x="3163" y="1485"/>
                  </a:lnTo>
                  <a:lnTo>
                    <a:pt x="3104" y="1495"/>
                  </a:lnTo>
                  <a:lnTo>
                    <a:pt x="3036" y="1513"/>
                  </a:lnTo>
                  <a:lnTo>
                    <a:pt x="2968" y="1480"/>
                  </a:lnTo>
                  <a:lnTo>
                    <a:pt x="2947" y="1473"/>
                  </a:lnTo>
                  <a:lnTo>
                    <a:pt x="3015" y="1476"/>
                  </a:lnTo>
                  <a:lnTo>
                    <a:pt x="2960" y="1452"/>
                  </a:lnTo>
                  <a:lnTo>
                    <a:pt x="2913" y="1454"/>
                  </a:lnTo>
                  <a:lnTo>
                    <a:pt x="2862" y="1429"/>
                  </a:lnTo>
                  <a:lnTo>
                    <a:pt x="2841" y="1435"/>
                  </a:lnTo>
                  <a:lnTo>
                    <a:pt x="2896" y="1473"/>
                  </a:lnTo>
                  <a:lnTo>
                    <a:pt x="2862" y="1506"/>
                  </a:lnTo>
                  <a:lnTo>
                    <a:pt x="2832" y="1513"/>
                  </a:lnTo>
                  <a:lnTo>
                    <a:pt x="2768" y="1495"/>
                  </a:lnTo>
                  <a:lnTo>
                    <a:pt x="2756" y="1506"/>
                  </a:lnTo>
                  <a:lnTo>
                    <a:pt x="2782" y="1523"/>
                  </a:lnTo>
                  <a:lnTo>
                    <a:pt x="2726" y="1531"/>
                  </a:lnTo>
                  <a:lnTo>
                    <a:pt x="2747" y="1554"/>
                  </a:lnTo>
                  <a:lnTo>
                    <a:pt x="2782" y="1542"/>
                  </a:lnTo>
                  <a:lnTo>
                    <a:pt x="2799" y="1548"/>
                  </a:lnTo>
                  <a:lnTo>
                    <a:pt x="2828" y="1531"/>
                  </a:lnTo>
                  <a:lnTo>
                    <a:pt x="2866" y="1543"/>
                  </a:lnTo>
                  <a:lnTo>
                    <a:pt x="2853" y="1564"/>
                  </a:lnTo>
                  <a:lnTo>
                    <a:pt x="2782" y="1570"/>
                  </a:lnTo>
                  <a:lnTo>
                    <a:pt x="2803" y="1595"/>
                  </a:lnTo>
                  <a:lnTo>
                    <a:pt x="2866" y="1576"/>
                  </a:lnTo>
                  <a:lnTo>
                    <a:pt x="2892" y="1605"/>
                  </a:lnTo>
                  <a:lnTo>
                    <a:pt x="2837" y="1615"/>
                  </a:lnTo>
                  <a:lnTo>
                    <a:pt x="2866" y="1639"/>
                  </a:lnTo>
                  <a:lnTo>
                    <a:pt x="2926" y="1625"/>
                  </a:lnTo>
                  <a:lnTo>
                    <a:pt x="2972" y="1656"/>
                  </a:lnTo>
                  <a:lnTo>
                    <a:pt x="3015" y="1669"/>
                  </a:lnTo>
                  <a:lnTo>
                    <a:pt x="3048" y="1695"/>
                  </a:lnTo>
                  <a:lnTo>
                    <a:pt x="3064" y="1733"/>
                  </a:lnTo>
                  <a:lnTo>
                    <a:pt x="3078" y="1722"/>
                  </a:lnTo>
                  <a:lnTo>
                    <a:pt x="3104" y="1739"/>
                  </a:lnTo>
                  <a:lnTo>
                    <a:pt x="3096" y="1829"/>
                  </a:lnTo>
                  <a:lnTo>
                    <a:pt x="3074" y="1829"/>
                  </a:lnTo>
                  <a:lnTo>
                    <a:pt x="3049" y="1808"/>
                  </a:lnTo>
                  <a:lnTo>
                    <a:pt x="3032" y="1819"/>
                  </a:lnTo>
                  <a:lnTo>
                    <a:pt x="3028" y="1836"/>
                  </a:lnTo>
                  <a:lnTo>
                    <a:pt x="2959" y="1821"/>
                  </a:lnTo>
                  <a:lnTo>
                    <a:pt x="2913" y="1758"/>
                  </a:lnTo>
                  <a:lnTo>
                    <a:pt x="2913" y="1735"/>
                  </a:lnTo>
                  <a:lnTo>
                    <a:pt x="2828" y="1709"/>
                  </a:lnTo>
                  <a:lnTo>
                    <a:pt x="2760" y="1705"/>
                  </a:lnTo>
                  <a:lnTo>
                    <a:pt x="2726" y="1664"/>
                  </a:lnTo>
                  <a:lnTo>
                    <a:pt x="2680" y="1653"/>
                  </a:lnTo>
                  <a:lnTo>
                    <a:pt x="2654" y="1666"/>
                  </a:lnTo>
                  <a:lnTo>
                    <a:pt x="2701" y="1686"/>
                  </a:lnTo>
                  <a:lnTo>
                    <a:pt x="2701" y="1711"/>
                  </a:lnTo>
                  <a:lnTo>
                    <a:pt x="2751" y="1725"/>
                  </a:lnTo>
                  <a:lnTo>
                    <a:pt x="2841" y="1733"/>
                  </a:lnTo>
                  <a:lnTo>
                    <a:pt x="2837" y="1763"/>
                  </a:lnTo>
                  <a:lnTo>
                    <a:pt x="2764" y="1780"/>
                  </a:lnTo>
                  <a:lnTo>
                    <a:pt x="2676" y="1780"/>
                  </a:lnTo>
                  <a:lnTo>
                    <a:pt x="2693" y="1799"/>
                  </a:lnTo>
                  <a:lnTo>
                    <a:pt x="2666" y="1824"/>
                  </a:lnTo>
                  <a:lnTo>
                    <a:pt x="2633" y="1827"/>
                  </a:lnTo>
                  <a:lnTo>
                    <a:pt x="2637" y="1836"/>
                  </a:lnTo>
                  <a:lnTo>
                    <a:pt x="2688" y="1846"/>
                  </a:lnTo>
                  <a:lnTo>
                    <a:pt x="2735" y="1844"/>
                  </a:lnTo>
                  <a:lnTo>
                    <a:pt x="2756" y="1835"/>
                  </a:lnTo>
                  <a:lnTo>
                    <a:pt x="2790" y="1835"/>
                  </a:lnTo>
                  <a:lnTo>
                    <a:pt x="2786" y="1860"/>
                  </a:lnTo>
                  <a:lnTo>
                    <a:pt x="2726" y="1862"/>
                  </a:lnTo>
                  <a:lnTo>
                    <a:pt x="2680" y="1868"/>
                  </a:lnTo>
                  <a:lnTo>
                    <a:pt x="2693" y="1882"/>
                  </a:lnTo>
                  <a:lnTo>
                    <a:pt x="2747" y="1882"/>
                  </a:lnTo>
                  <a:lnTo>
                    <a:pt x="2790" y="1872"/>
                  </a:lnTo>
                  <a:lnTo>
                    <a:pt x="2820" y="1872"/>
                  </a:lnTo>
                  <a:lnTo>
                    <a:pt x="2837" y="1844"/>
                  </a:lnTo>
                  <a:lnTo>
                    <a:pt x="2874" y="1841"/>
                  </a:lnTo>
                  <a:lnTo>
                    <a:pt x="2888" y="1865"/>
                  </a:lnTo>
                  <a:lnTo>
                    <a:pt x="2994" y="1865"/>
                  </a:lnTo>
                  <a:lnTo>
                    <a:pt x="3007" y="1872"/>
                  </a:lnTo>
                  <a:lnTo>
                    <a:pt x="3032" y="1862"/>
                  </a:lnTo>
                  <a:lnTo>
                    <a:pt x="3045" y="1870"/>
                  </a:lnTo>
                  <a:lnTo>
                    <a:pt x="3041" y="1884"/>
                  </a:lnTo>
                  <a:lnTo>
                    <a:pt x="2955" y="1929"/>
                  </a:lnTo>
                  <a:lnTo>
                    <a:pt x="2930" y="1929"/>
                  </a:lnTo>
                  <a:lnTo>
                    <a:pt x="2913" y="1959"/>
                  </a:lnTo>
                  <a:lnTo>
                    <a:pt x="2892" y="1954"/>
                  </a:lnTo>
                  <a:lnTo>
                    <a:pt x="2866" y="1984"/>
                  </a:lnTo>
                  <a:lnTo>
                    <a:pt x="2845" y="1984"/>
                  </a:lnTo>
                  <a:lnTo>
                    <a:pt x="2816" y="2015"/>
                  </a:lnTo>
                  <a:lnTo>
                    <a:pt x="2764" y="2015"/>
                  </a:lnTo>
                  <a:lnTo>
                    <a:pt x="2722" y="2037"/>
                  </a:lnTo>
                  <a:lnTo>
                    <a:pt x="2697" y="2028"/>
                  </a:lnTo>
                  <a:lnTo>
                    <a:pt x="2637" y="2058"/>
                  </a:lnTo>
                  <a:lnTo>
                    <a:pt x="2612" y="2058"/>
                  </a:lnTo>
                  <a:lnTo>
                    <a:pt x="2591" y="2048"/>
                  </a:lnTo>
                  <a:lnTo>
                    <a:pt x="2564" y="2064"/>
                  </a:lnTo>
                  <a:lnTo>
                    <a:pt x="2539" y="2056"/>
                  </a:lnTo>
                  <a:lnTo>
                    <a:pt x="2518" y="2070"/>
                  </a:lnTo>
                  <a:lnTo>
                    <a:pt x="2493" y="2068"/>
                  </a:lnTo>
                  <a:lnTo>
                    <a:pt x="2441" y="2037"/>
                  </a:lnTo>
                  <a:lnTo>
                    <a:pt x="2408" y="2035"/>
                  </a:lnTo>
                  <a:lnTo>
                    <a:pt x="2425" y="2053"/>
                  </a:lnTo>
                  <a:lnTo>
                    <a:pt x="2458" y="2068"/>
                  </a:lnTo>
                  <a:lnTo>
                    <a:pt x="2450" y="2106"/>
                  </a:lnTo>
                  <a:lnTo>
                    <a:pt x="2391" y="2111"/>
                  </a:lnTo>
                  <a:lnTo>
                    <a:pt x="2366" y="2150"/>
                  </a:lnTo>
                  <a:lnTo>
                    <a:pt x="2341" y="2196"/>
                  </a:lnTo>
                  <a:lnTo>
                    <a:pt x="2293" y="2256"/>
                  </a:lnTo>
                  <a:lnTo>
                    <a:pt x="2242" y="2252"/>
                  </a:lnTo>
                  <a:lnTo>
                    <a:pt x="2238" y="2294"/>
                  </a:lnTo>
                  <a:lnTo>
                    <a:pt x="2191" y="2319"/>
                  </a:lnTo>
                  <a:lnTo>
                    <a:pt x="2166" y="2302"/>
                  </a:lnTo>
                  <a:lnTo>
                    <a:pt x="2131" y="2319"/>
                  </a:lnTo>
                  <a:lnTo>
                    <a:pt x="2119" y="2298"/>
                  </a:lnTo>
                  <a:lnTo>
                    <a:pt x="2127" y="2252"/>
                  </a:lnTo>
                  <a:lnTo>
                    <a:pt x="2094" y="2244"/>
                  </a:lnTo>
                  <a:lnTo>
                    <a:pt x="2085" y="2265"/>
                  </a:lnTo>
                  <a:lnTo>
                    <a:pt x="2077" y="2350"/>
                  </a:lnTo>
                  <a:lnTo>
                    <a:pt x="1962" y="2371"/>
                  </a:lnTo>
                  <a:lnTo>
                    <a:pt x="1958" y="2383"/>
                  </a:lnTo>
                  <a:lnTo>
                    <a:pt x="1975" y="2409"/>
                  </a:lnTo>
                  <a:lnTo>
                    <a:pt x="1975" y="2429"/>
                  </a:lnTo>
                  <a:lnTo>
                    <a:pt x="1919" y="2435"/>
                  </a:lnTo>
                  <a:lnTo>
                    <a:pt x="1915" y="2477"/>
                  </a:lnTo>
                  <a:lnTo>
                    <a:pt x="1936" y="2502"/>
                  </a:lnTo>
                  <a:lnTo>
                    <a:pt x="1929" y="2531"/>
                  </a:lnTo>
                  <a:lnTo>
                    <a:pt x="1881" y="2531"/>
                  </a:lnTo>
                  <a:lnTo>
                    <a:pt x="1890" y="2566"/>
                  </a:lnTo>
                  <a:lnTo>
                    <a:pt x="1936" y="2574"/>
                  </a:lnTo>
                  <a:lnTo>
                    <a:pt x="1940" y="2629"/>
                  </a:lnTo>
                  <a:lnTo>
                    <a:pt x="1890" y="2621"/>
                  </a:lnTo>
                  <a:lnTo>
                    <a:pt x="1911" y="2658"/>
                  </a:lnTo>
                  <a:lnTo>
                    <a:pt x="1907" y="2680"/>
                  </a:lnTo>
                  <a:lnTo>
                    <a:pt x="1886" y="2685"/>
                  </a:lnTo>
                  <a:lnTo>
                    <a:pt x="1873" y="2735"/>
                  </a:lnTo>
                  <a:lnTo>
                    <a:pt x="1848" y="2731"/>
                  </a:lnTo>
                  <a:lnTo>
                    <a:pt x="1826" y="2756"/>
                  </a:lnTo>
                  <a:lnTo>
                    <a:pt x="1844" y="2778"/>
                  </a:lnTo>
                  <a:lnTo>
                    <a:pt x="1826" y="2824"/>
                  </a:lnTo>
                  <a:lnTo>
                    <a:pt x="1856" y="2884"/>
                  </a:lnTo>
                  <a:lnTo>
                    <a:pt x="1838" y="2926"/>
                  </a:lnTo>
                  <a:lnTo>
                    <a:pt x="1813" y="2939"/>
                  </a:lnTo>
                  <a:lnTo>
                    <a:pt x="1817" y="2964"/>
                  </a:lnTo>
                  <a:lnTo>
                    <a:pt x="1796" y="2995"/>
                  </a:lnTo>
                  <a:lnTo>
                    <a:pt x="1800" y="3020"/>
                  </a:lnTo>
                  <a:lnTo>
                    <a:pt x="1758" y="3024"/>
                  </a:lnTo>
                  <a:lnTo>
                    <a:pt x="1788" y="3059"/>
                  </a:lnTo>
                  <a:lnTo>
                    <a:pt x="1767" y="310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 468"/>
            <p:cNvSpPr>
              <a:spLocks/>
            </p:cNvSpPr>
            <p:nvPr/>
          </p:nvSpPr>
          <p:spPr bwMode="auto">
            <a:xfrm>
              <a:off x="3068822" y="2064519"/>
              <a:ext cx="68101" cy="40537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43" y="8"/>
                </a:cxn>
                <a:cxn ang="0">
                  <a:pos x="89" y="15"/>
                </a:cxn>
                <a:cxn ang="0">
                  <a:pos x="120" y="31"/>
                </a:cxn>
                <a:cxn ang="0">
                  <a:pos x="170" y="67"/>
                </a:cxn>
                <a:cxn ang="0">
                  <a:pos x="166" y="80"/>
                </a:cxn>
                <a:cxn ang="0">
                  <a:pos x="127" y="100"/>
                </a:cxn>
                <a:cxn ang="0">
                  <a:pos x="93" y="102"/>
                </a:cxn>
                <a:cxn ang="0">
                  <a:pos x="55" y="77"/>
                </a:cxn>
                <a:cxn ang="0">
                  <a:pos x="12" y="80"/>
                </a:cxn>
                <a:cxn ang="0">
                  <a:pos x="0" y="56"/>
                </a:cxn>
                <a:cxn ang="0">
                  <a:pos x="18" y="42"/>
                </a:cxn>
                <a:cxn ang="0">
                  <a:pos x="4" y="28"/>
                </a:cxn>
                <a:cxn ang="0">
                  <a:pos x="22" y="0"/>
                </a:cxn>
              </a:cxnLst>
              <a:rect l="0" t="0" r="r" b="b"/>
              <a:pathLst>
                <a:path w="170" h="102">
                  <a:moveTo>
                    <a:pt x="22" y="0"/>
                  </a:moveTo>
                  <a:lnTo>
                    <a:pt x="43" y="8"/>
                  </a:lnTo>
                  <a:lnTo>
                    <a:pt x="89" y="15"/>
                  </a:lnTo>
                  <a:lnTo>
                    <a:pt x="120" y="31"/>
                  </a:lnTo>
                  <a:lnTo>
                    <a:pt x="170" y="67"/>
                  </a:lnTo>
                  <a:lnTo>
                    <a:pt x="166" y="80"/>
                  </a:lnTo>
                  <a:lnTo>
                    <a:pt x="127" y="100"/>
                  </a:lnTo>
                  <a:lnTo>
                    <a:pt x="93" y="102"/>
                  </a:lnTo>
                  <a:lnTo>
                    <a:pt x="55" y="77"/>
                  </a:lnTo>
                  <a:lnTo>
                    <a:pt x="12" y="80"/>
                  </a:lnTo>
                  <a:lnTo>
                    <a:pt x="0" y="56"/>
                  </a:lnTo>
                  <a:lnTo>
                    <a:pt x="18" y="42"/>
                  </a:lnTo>
                  <a:lnTo>
                    <a:pt x="4" y="28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 469"/>
            <p:cNvSpPr>
              <a:spLocks/>
            </p:cNvSpPr>
            <p:nvPr/>
          </p:nvSpPr>
          <p:spPr bwMode="auto">
            <a:xfrm>
              <a:off x="3229345" y="1399724"/>
              <a:ext cx="74586" cy="45401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35" y="46"/>
                </a:cxn>
                <a:cxn ang="0">
                  <a:pos x="110" y="87"/>
                </a:cxn>
                <a:cxn ang="0">
                  <a:pos x="127" y="99"/>
                </a:cxn>
                <a:cxn ang="0">
                  <a:pos x="127" y="112"/>
                </a:cxn>
                <a:cxn ang="0">
                  <a:pos x="152" y="111"/>
                </a:cxn>
                <a:cxn ang="0">
                  <a:pos x="144" y="83"/>
                </a:cxn>
                <a:cxn ang="0">
                  <a:pos x="187" y="63"/>
                </a:cxn>
                <a:cxn ang="0">
                  <a:pos x="81" y="0"/>
                </a:cxn>
                <a:cxn ang="0">
                  <a:pos x="0" y="9"/>
                </a:cxn>
              </a:cxnLst>
              <a:rect l="0" t="0" r="r" b="b"/>
              <a:pathLst>
                <a:path w="187" h="112">
                  <a:moveTo>
                    <a:pt x="0" y="9"/>
                  </a:moveTo>
                  <a:lnTo>
                    <a:pt x="35" y="46"/>
                  </a:lnTo>
                  <a:lnTo>
                    <a:pt x="110" y="87"/>
                  </a:lnTo>
                  <a:lnTo>
                    <a:pt x="127" y="99"/>
                  </a:lnTo>
                  <a:lnTo>
                    <a:pt x="127" y="112"/>
                  </a:lnTo>
                  <a:lnTo>
                    <a:pt x="152" y="111"/>
                  </a:lnTo>
                  <a:lnTo>
                    <a:pt x="144" y="83"/>
                  </a:lnTo>
                  <a:lnTo>
                    <a:pt x="187" y="63"/>
                  </a:lnTo>
                  <a:lnTo>
                    <a:pt x="81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 470"/>
            <p:cNvSpPr>
              <a:spLocks/>
            </p:cNvSpPr>
            <p:nvPr/>
          </p:nvSpPr>
          <p:spPr bwMode="auto">
            <a:xfrm>
              <a:off x="3245560" y="1367294"/>
              <a:ext cx="40536" cy="17836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77" y="13"/>
                </a:cxn>
                <a:cxn ang="0">
                  <a:pos x="93" y="24"/>
                </a:cxn>
                <a:cxn ang="0">
                  <a:pos x="99" y="42"/>
                </a:cxn>
                <a:cxn ang="0">
                  <a:pos x="39" y="43"/>
                </a:cxn>
                <a:cxn ang="0">
                  <a:pos x="8" y="33"/>
                </a:cxn>
                <a:cxn ang="0">
                  <a:pos x="0" y="24"/>
                </a:cxn>
                <a:cxn ang="0">
                  <a:pos x="22" y="24"/>
                </a:cxn>
                <a:cxn ang="0">
                  <a:pos x="22" y="5"/>
                </a:cxn>
                <a:cxn ang="0">
                  <a:pos x="39" y="0"/>
                </a:cxn>
              </a:cxnLst>
              <a:rect l="0" t="0" r="r" b="b"/>
              <a:pathLst>
                <a:path w="99" h="43">
                  <a:moveTo>
                    <a:pt x="39" y="0"/>
                  </a:moveTo>
                  <a:lnTo>
                    <a:pt x="77" y="13"/>
                  </a:lnTo>
                  <a:lnTo>
                    <a:pt x="93" y="24"/>
                  </a:lnTo>
                  <a:lnTo>
                    <a:pt x="99" y="42"/>
                  </a:lnTo>
                  <a:lnTo>
                    <a:pt x="39" y="43"/>
                  </a:lnTo>
                  <a:lnTo>
                    <a:pt x="8" y="33"/>
                  </a:lnTo>
                  <a:lnTo>
                    <a:pt x="0" y="24"/>
                  </a:lnTo>
                  <a:lnTo>
                    <a:pt x="22" y="24"/>
                  </a:lnTo>
                  <a:lnTo>
                    <a:pt x="22" y="5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 471"/>
            <p:cNvSpPr>
              <a:spLocks/>
            </p:cNvSpPr>
            <p:nvPr/>
          </p:nvSpPr>
          <p:spPr bwMode="auto">
            <a:xfrm>
              <a:off x="3942784" y="1818059"/>
              <a:ext cx="42158" cy="17836"/>
            </a:xfrm>
            <a:custGeom>
              <a:avLst/>
              <a:gdLst/>
              <a:ahLst/>
              <a:cxnLst>
                <a:cxn ang="0">
                  <a:pos x="50" y="0"/>
                </a:cxn>
                <a:cxn ang="0">
                  <a:pos x="8" y="5"/>
                </a:cxn>
                <a:cxn ang="0">
                  <a:pos x="0" y="21"/>
                </a:cxn>
                <a:cxn ang="0">
                  <a:pos x="29" y="41"/>
                </a:cxn>
                <a:cxn ang="0">
                  <a:pos x="68" y="41"/>
                </a:cxn>
                <a:cxn ang="0">
                  <a:pos x="106" y="43"/>
                </a:cxn>
                <a:cxn ang="0">
                  <a:pos x="102" y="32"/>
                </a:cxn>
                <a:cxn ang="0">
                  <a:pos x="64" y="24"/>
                </a:cxn>
                <a:cxn ang="0">
                  <a:pos x="50" y="0"/>
                </a:cxn>
              </a:cxnLst>
              <a:rect l="0" t="0" r="r" b="b"/>
              <a:pathLst>
                <a:path w="106" h="43">
                  <a:moveTo>
                    <a:pt x="50" y="0"/>
                  </a:moveTo>
                  <a:lnTo>
                    <a:pt x="8" y="5"/>
                  </a:lnTo>
                  <a:lnTo>
                    <a:pt x="0" y="21"/>
                  </a:lnTo>
                  <a:lnTo>
                    <a:pt x="29" y="41"/>
                  </a:lnTo>
                  <a:lnTo>
                    <a:pt x="68" y="41"/>
                  </a:lnTo>
                  <a:lnTo>
                    <a:pt x="106" y="43"/>
                  </a:lnTo>
                  <a:lnTo>
                    <a:pt x="102" y="32"/>
                  </a:lnTo>
                  <a:lnTo>
                    <a:pt x="64" y="24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 472"/>
            <p:cNvSpPr>
              <a:spLocks/>
            </p:cNvSpPr>
            <p:nvPr/>
          </p:nvSpPr>
          <p:spPr bwMode="auto">
            <a:xfrm>
              <a:off x="3882792" y="1868323"/>
              <a:ext cx="29185" cy="14595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9"/>
                </a:cxn>
                <a:cxn ang="0">
                  <a:pos x="34" y="0"/>
                </a:cxn>
                <a:cxn ang="0">
                  <a:pos x="55" y="9"/>
                </a:cxn>
                <a:cxn ang="0">
                  <a:pos x="71" y="28"/>
                </a:cxn>
                <a:cxn ang="0">
                  <a:pos x="34" y="38"/>
                </a:cxn>
                <a:cxn ang="0">
                  <a:pos x="0" y="20"/>
                </a:cxn>
              </a:cxnLst>
              <a:rect l="0" t="0" r="r" b="b"/>
              <a:pathLst>
                <a:path w="71" h="38">
                  <a:moveTo>
                    <a:pt x="0" y="20"/>
                  </a:moveTo>
                  <a:lnTo>
                    <a:pt x="0" y="9"/>
                  </a:lnTo>
                  <a:lnTo>
                    <a:pt x="34" y="0"/>
                  </a:lnTo>
                  <a:lnTo>
                    <a:pt x="55" y="9"/>
                  </a:lnTo>
                  <a:lnTo>
                    <a:pt x="71" y="28"/>
                  </a:lnTo>
                  <a:lnTo>
                    <a:pt x="34" y="38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 473"/>
            <p:cNvSpPr>
              <a:spLocks/>
            </p:cNvSpPr>
            <p:nvPr/>
          </p:nvSpPr>
          <p:spPr bwMode="auto">
            <a:xfrm>
              <a:off x="3817934" y="1951018"/>
              <a:ext cx="59993" cy="32428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3" y="0"/>
                </a:cxn>
                <a:cxn ang="0">
                  <a:pos x="73" y="0"/>
                </a:cxn>
                <a:cxn ang="0">
                  <a:pos x="110" y="27"/>
                </a:cxn>
                <a:cxn ang="0">
                  <a:pos x="148" y="32"/>
                </a:cxn>
                <a:cxn ang="0">
                  <a:pos x="148" y="41"/>
                </a:cxn>
                <a:cxn ang="0">
                  <a:pos x="131" y="55"/>
                </a:cxn>
                <a:cxn ang="0">
                  <a:pos x="131" y="67"/>
                </a:cxn>
                <a:cxn ang="0">
                  <a:pos x="123" y="80"/>
                </a:cxn>
                <a:cxn ang="0">
                  <a:pos x="52" y="52"/>
                </a:cxn>
                <a:cxn ang="0">
                  <a:pos x="0" y="11"/>
                </a:cxn>
              </a:cxnLst>
              <a:rect l="0" t="0" r="r" b="b"/>
              <a:pathLst>
                <a:path w="148" h="80">
                  <a:moveTo>
                    <a:pt x="0" y="11"/>
                  </a:moveTo>
                  <a:lnTo>
                    <a:pt x="13" y="0"/>
                  </a:lnTo>
                  <a:lnTo>
                    <a:pt x="73" y="0"/>
                  </a:lnTo>
                  <a:lnTo>
                    <a:pt x="110" y="27"/>
                  </a:lnTo>
                  <a:lnTo>
                    <a:pt x="148" y="32"/>
                  </a:lnTo>
                  <a:lnTo>
                    <a:pt x="148" y="41"/>
                  </a:lnTo>
                  <a:lnTo>
                    <a:pt x="131" y="55"/>
                  </a:lnTo>
                  <a:lnTo>
                    <a:pt x="131" y="67"/>
                  </a:lnTo>
                  <a:lnTo>
                    <a:pt x="123" y="80"/>
                  </a:lnTo>
                  <a:lnTo>
                    <a:pt x="52" y="52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 474"/>
            <p:cNvSpPr>
              <a:spLocks/>
            </p:cNvSpPr>
            <p:nvPr/>
          </p:nvSpPr>
          <p:spPr bwMode="auto">
            <a:xfrm>
              <a:off x="3727132" y="2032092"/>
              <a:ext cx="68101" cy="21080"/>
            </a:xfrm>
            <a:custGeom>
              <a:avLst/>
              <a:gdLst/>
              <a:ahLst/>
              <a:cxnLst>
                <a:cxn ang="0">
                  <a:pos x="0" y="51"/>
                </a:cxn>
                <a:cxn ang="0">
                  <a:pos x="0" y="43"/>
                </a:cxn>
                <a:cxn ang="0">
                  <a:pos x="47" y="21"/>
                </a:cxn>
                <a:cxn ang="0">
                  <a:pos x="149" y="0"/>
                </a:cxn>
                <a:cxn ang="0">
                  <a:pos x="165" y="18"/>
                </a:cxn>
                <a:cxn ang="0">
                  <a:pos x="161" y="41"/>
                </a:cxn>
                <a:cxn ang="0">
                  <a:pos x="136" y="43"/>
                </a:cxn>
                <a:cxn ang="0">
                  <a:pos x="102" y="38"/>
                </a:cxn>
                <a:cxn ang="0">
                  <a:pos x="0" y="51"/>
                </a:cxn>
              </a:cxnLst>
              <a:rect l="0" t="0" r="r" b="b"/>
              <a:pathLst>
                <a:path w="165" h="51">
                  <a:moveTo>
                    <a:pt x="0" y="51"/>
                  </a:moveTo>
                  <a:lnTo>
                    <a:pt x="0" y="43"/>
                  </a:lnTo>
                  <a:lnTo>
                    <a:pt x="47" y="21"/>
                  </a:lnTo>
                  <a:lnTo>
                    <a:pt x="149" y="0"/>
                  </a:lnTo>
                  <a:lnTo>
                    <a:pt x="165" y="18"/>
                  </a:lnTo>
                  <a:lnTo>
                    <a:pt x="161" y="41"/>
                  </a:lnTo>
                  <a:lnTo>
                    <a:pt x="136" y="43"/>
                  </a:lnTo>
                  <a:lnTo>
                    <a:pt x="102" y="38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 475"/>
            <p:cNvSpPr>
              <a:spLocks/>
            </p:cNvSpPr>
            <p:nvPr/>
          </p:nvSpPr>
          <p:spPr bwMode="auto">
            <a:xfrm>
              <a:off x="3052606" y="1951018"/>
              <a:ext cx="11350" cy="8107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0"/>
                </a:cxn>
                <a:cxn ang="0">
                  <a:pos x="4" y="21"/>
                </a:cxn>
                <a:cxn ang="0">
                  <a:pos x="25" y="14"/>
                </a:cxn>
                <a:cxn ang="0">
                  <a:pos x="21" y="0"/>
                </a:cxn>
              </a:cxnLst>
              <a:rect l="0" t="0" r="r" b="b"/>
              <a:pathLst>
                <a:path w="25" h="21">
                  <a:moveTo>
                    <a:pt x="21" y="0"/>
                  </a:moveTo>
                  <a:lnTo>
                    <a:pt x="0" y="0"/>
                  </a:lnTo>
                  <a:lnTo>
                    <a:pt x="4" y="21"/>
                  </a:lnTo>
                  <a:lnTo>
                    <a:pt x="25" y="14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 476"/>
            <p:cNvSpPr>
              <a:spLocks/>
            </p:cNvSpPr>
            <p:nvPr/>
          </p:nvSpPr>
          <p:spPr bwMode="auto">
            <a:xfrm>
              <a:off x="3088279" y="2020741"/>
              <a:ext cx="19457" cy="12972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0" y="5"/>
                </a:cxn>
                <a:cxn ang="0">
                  <a:pos x="9" y="33"/>
                </a:cxn>
                <a:cxn ang="0">
                  <a:pos x="46" y="16"/>
                </a:cxn>
                <a:cxn ang="0">
                  <a:pos x="25" y="0"/>
                </a:cxn>
              </a:cxnLst>
              <a:rect l="0" t="0" r="r" b="b"/>
              <a:pathLst>
                <a:path w="46" h="33">
                  <a:moveTo>
                    <a:pt x="25" y="0"/>
                  </a:moveTo>
                  <a:lnTo>
                    <a:pt x="0" y="5"/>
                  </a:lnTo>
                  <a:lnTo>
                    <a:pt x="9" y="33"/>
                  </a:lnTo>
                  <a:lnTo>
                    <a:pt x="46" y="16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 477"/>
            <p:cNvSpPr>
              <a:spLocks/>
            </p:cNvSpPr>
            <p:nvPr/>
          </p:nvSpPr>
          <p:spPr bwMode="auto">
            <a:xfrm>
              <a:off x="3114223" y="2017499"/>
              <a:ext cx="12972" cy="9728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21" y="24"/>
                </a:cxn>
                <a:cxn ang="0">
                  <a:pos x="31" y="10"/>
                </a:cxn>
                <a:cxn ang="0">
                  <a:pos x="10" y="0"/>
                </a:cxn>
              </a:cxnLst>
              <a:rect l="0" t="0" r="r" b="b"/>
              <a:pathLst>
                <a:path w="31" h="24">
                  <a:moveTo>
                    <a:pt x="10" y="0"/>
                  </a:moveTo>
                  <a:lnTo>
                    <a:pt x="0" y="8"/>
                  </a:lnTo>
                  <a:lnTo>
                    <a:pt x="21" y="24"/>
                  </a:lnTo>
                  <a:lnTo>
                    <a:pt x="31" y="1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 478"/>
            <p:cNvSpPr>
              <a:spLocks/>
            </p:cNvSpPr>
            <p:nvPr/>
          </p:nvSpPr>
          <p:spPr bwMode="auto">
            <a:xfrm>
              <a:off x="2673187" y="1724015"/>
              <a:ext cx="17835" cy="4865"/>
            </a:xfrm>
            <a:custGeom>
              <a:avLst/>
              <a:gdLst/>
              <a:ahLst/>
              <a:cxnLst>
                <a:cxn ang="0">
                  <a:pos x="46" y="3"/>
                </a:cxn>
                <a:cxn ang="0">
                  <a:pos x="12" y="0"/>
                </a:cxn>
                <a:cxn ang="0">
                  <a:pos x="0" y="5"/>
                </a:cxn>
                <a:cxn ang="0">
                  <a:pos x="12" y="11"/>
                </a:cxn>
                <a:cxn ang="0">
                  <a:pos x="46" y="12"/>
                </a:cxn>
                <a:cxn ang="0">
                  <a:pos x="46" y="3"/>
                </a:cxn>
              </a:cxnLst>
              <a:rect l="0" t="0" r="r" b="b"/>
              <a:pathLst>
                <a:path w="46" h="12">
                  <a:moveTo>
                    <a:pt x="46" y="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2" y="11"/>
                  </a:lnTo>
                  <a:lnTo>
                    <a:pt x="46" y="12"/>
                  </a:lnTo>
                  <a:lnTo>
                    <a:pt x="46" y="3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 479"/>
            <p:cNvSpPr>
              <a:spLocks/>
            </p:cNvSpPr>
            <p:nvPr/>
          </p:nvSpPr>
          <p:spPr bwMode="auto">
            <a:xfrm>
              <a:off x="2647244" y="1725637"/>
              <a:ext cx="17835" cy="6485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16" y="0"/>
                </a:cxn>
                <a:cxn ang="0">
                  <a:pos x="0" y="6"/>
                </a:cxn>
                <a:cxn ang="0">
                  <a:pos x="22" y="17"/>
                </a:cxn>
                <a:cxn ang="0">
                  <a:pos x="47" y="12"/>
                </a:cxn>
                <a:cxn ang="0">
                  <a:pos x="37" y="2"/>
                </a:cxn>
              </a:cxnLst>
              <a:rect l="0" t="0" r="r" b="b"/>
              <a:pathLst>
                <a:path w="47" h="17">
                  <a:moveTo>
                    <a:pt x="37" y="2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22" y="17"/>
                  </a:lnTo>
                  <a:lnTo>
                    <a:pt x="47" y="12"/>
                  </a:lnTo>
                  <a:lnTo>
                    <a:pt x="37" y="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 480"/>
            <p:cNvSpPr>
              <a:spLocks/>
            </p:cNvSpPr>
            <p:nvPr/>
          </p:nvSpPr>
          <p:spPr bwMode="auto">
            <a:xfrm>
              <a:off x="3094764" y="1428909"/>
              <a:ext cx="50265" cy="25944"/>
            </a:xfrm>
            <a:custGeom>
              <a:avLst/>
              <a:gdLst/>
              <a:ahLst/>
              <a:cxnLst>
                <a:cxn ang="0">
                  <a:pos x="67" y="57"/>
                </a:cxn>
                <a:cxn ang="0">
                  <a:pos x="123" y="65"/>
                </a:cxn>
                <a:cxn ang="0">
                  <a:pos x="98" y="32"/>
                </a:cxn>
                <a:cxn ang="0">
                  <a:pos x="67" y="22"/>
                </a:cxn>
                <a:cxn ang="0">
                  <a:pos x="71" y="10"/>
                </a:cxn>
                <a:cxn ang="0">
                  <a:pos x="21" y="0"/>
                </a:cxn>
                <a:cxn ang="0">
                  <a:pos x="0" y="8"/>
                </a:cxn>
                <a:cxn ang="0">
                  <a:pos x="4" y="25"/>
                </a:cxn>
                <a:cxn ang="0">
                  <a:pos x="67" y="57"/>
                </a:cxn>
              </a:cxnLst>
              <a:rect l="0" t="0" r="r" b="b"/>
              <a:pathLst>
                <a:path w="123" h="65">
                  <a:moveTo>
                    <a:pt x="67" y="57"/>
                  </a:moveTo>
                  <a:lnTo>
                    <a:pt x="123" y="65"/>
                  </a:lnTo>
                  <a:lnTo>
                    <a:pt x="98" y="32"/>
                  </a:lnTo>
                  <a:lnTo>
                    <a:pt x="67" y="22"/>
                  </a:lnTo>
                  <a:lnTo>
                    <a:pt x="71" y="10"/>
                  </a:lnTo>
                  <a:lnTo>
                    <a:pt x="21" y="0"/>
                  </a:lnTo>
                  <a:lnTo>
                    <a:pt x="0" y="8"/>
                  </a:lnTo>
                  <a:lnTo>
                    <a:pt x="4" y="25"/>
                  </a:lnTo>
                  <a:lnTo>
                    <a:pt x="67" y="5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 481"/>
            <p:cNvSpPr>
              <a:spLocks/>
            </p:cNvSpPr>
            <p:nvPr/>
          </p:nvSpPr>
          <p:spPr bwMode="auto">
            <a:xfrm>
              <a:off x="3201781" y="1409452"/>
              <a:ext cx="17835" cy="11350"/>
            </a:xfrm>
            <a:custGeom>
              <a:avLst/>
              <a:gdLst/>
              <a:ahLst/>
              <a:cxnLst>
                <a:cxn ang="0">
                  <a:pos x="25" y="26"/>
                </a:cxn>
                <a:cxn ang="0">
                  <a:pos x="46" y="29"/>
                </a:cxn>
                <a:cxn ang="0">
                  <a:pos x="42" y="16"/>
                </a:cxn>
                <a:cxn ang="0">
                  <a:pos x="15" y="0"/>
                </a:cxn>
                <a:cxn ang="0">
                  <a:pos x="0" y="5"/>
                </a:cxn>
                <a:cxn ang="0">
                  <a:pos x="21" y="16"/>
                </a:cxn>
                <a:cxn ang="0">
                  <a:pos x="25" y="26"/>
                </a:cxn>
              </a:cxnLst>
              <a:rect l="0" t="0" r="r" b="b"/>
              <a:pathLst>
                <a:path w="46" h="29">
                  <a:moveTo>
                    <a:pt x="25" y="26"/>
                  </a:moveTo>
                  <a:lnTo>
                    <a:pt x="46" y="29"/>
                  </a:lnTo>
                  <a:lnTo>
                    <a:pt x="42" y="16"/>
                  </a:lnTo>
                  <a:lnTo>
                    <a:pt x="15" y="0"/>
                  </a:lnTo>
                  <a:lnTo>
                    <a:pt x="0" y="5"/>
                  </a:lnTo>
                  <a:lnTo>
                    <a:pt x="21" y="16"/>
                  </a:lnTo>
                  <a:lnTo>
                    <a:pt x="25" y="2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 482"/>
            <p:cNvSpPr>
              <a:spLocks/>
            </p:cNvSpPr>
            <p:nvPr/>
          </p:nvSpPr>
          <p:spPr bwMode="auto">
            <a:xfrm>
              <a:off x="3208267" y="1381889"/>
              <a:ext cx="27564" cy="9728"/>
            </a:xfrm>
            <a:custGeom>
              <a:avLst/>
              <a:gdLst/>
              <a:ahLst/>
              <a:cxnLst>
                <a:cxn ang="0">
                  <a:pos x="69" y="18"/>
                </a:cxn>
                <a:cxn ang="0">
                  <a:pos x="39" y="0"/>
                </a:cxn>
                <a:cxn ang="0">
                  <a:pos x="6" y="5"/>
                </a:cxn>
                <a:cxn ang="0">
                  <a:pos x="0" y="17"/>
                </a:cxn>
                <a:cxn ang="0">
                  <a:pos x="31" y="24"/>
                </a:cxn>
                <a:cxn ang="0">
                  <a:pos x="69" y="18"/>
                </a:cxn>
              </a:cxnLst>
              <a:rect l="0" t="0" r="r" b="b"/>
              <a:pathLst>
                <a:path w="69" h="24">
                  <a:moveTo>
                    <a:pt x="69" y="18"/>
                  </a:moveTo>
                  <a:lnTo>
                    <a:pt x="39" y="0"/>
                  </a:lnTo>
                  <a:lnTo>
                    <a:pt x="6" y="5"/>
                  </a:lnTo>
                  <a:lnTo>
                    <a:pt x="0" y="17"/>
                  </a:lnTo>
                  <a:lnTo>
                    <a:pt x="31" y="24"/>
                  </a:lnTo>
                  <a:lnTo>
                    <a:pt x="69" y="1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 483"/>
            <p:cNvSpPr>
              <a:spLocks/>
            </p:cNvSpPr>
            <p:nvPr/>
          </p:nvSpPr>
          <p:spPr bwMode="auto">
            <a:xfrm>
              <a:off x="3397978" y="1342973"/>
              <a:ext cx="43779" cy="19457"/>
            </a:xfrm>
            <a:custGeom>
              <a:avLst/>
              <a:gdLst/>
              <a:ahLst/>
              <a:cxnLst>
                <a:cxn ang="0">
                  <a:pos x="29" y="27"/>
                </a:cxn>
                <a:cxn ang="0">
                  <a:pos x="89" y="51"/>
                </a:cxn>
                <a:cxn ang="0">
                  <a:pos x="110" y="40"/>
                </a:cxn>
                <a:cxn ang="0">
                  <a:pos x="21" y="2"/>
                </a:cxn>
                <a:cxn ang="0">
                  <a:pos x="0" y="0"/>
                </a:cxn>
                <a:cxn ang="0">
                  <a:pos x="4" y="21"/>
                </a:cxn>
                <a:cxn ang="0">
                  <a:pos x="29" y="27"/>
                </a:cxn>
              </a:cxnLst>
              <a:rect l="0" t="0" r="r" b="b"/>
              <a:pathLst>
                <a:path w="110" h="51">
                  <a:moveTo>
                    <a:pt x="29" y="27"/>
                  </a:moveTo>
                  <a:lnTo>
                    <a:pt x="89" y="51"/>
                  </a:lnTo>
                  <a:lnTo>
                    <a:pt x="110" y="40"/>
                  </a:lnTo>
                  <a:lnTo>
                    <a:pt x="21" y="2"/>
                  </a:lnTo>
                  <a:lnTo>
                    <a:pt x="0" y="0"/>
                  </a:lnTo>
                  <a:lnTo>
                    <a:pt x="4" y="21"/>
                  </a:lnTo>
                  <a:lnTo>
                    <a:pt x="29" y="2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 484"/>
            <p:cNvSpPr>
              <a:spLocks/>
            </p:cNvSpPr>
            <p:nvPr/>
          </p:nvSpPr>
          <p:spPr bwMode="auto">
            <a:xfrm>
              <a:off x="3404463" y="1359188"/>
              <a:ext cx="24321" cy="11350"/>
            </a:xfrm>
            <a:custGeom>
              <a:avLst/>
              <a:gdLst/>
              <a:ahLst/>
              <a:cxnLst>
                <a:cxn ang="0">
                  <a:pos x="21" y="19"/>
                </a:cxn>
                <a:cxn ang="0">
                  <a:pos x="43" y="26"/>
                </a:cxn>
                <a:cxn ang="0">
                  <a:pos x="60" y="15"/>
                </a:cxn>
                <a:cxn ang="0">
                  <a:pos x="39" y="8"/>
                </a:cxn>
                <a:cxn ang="0">
                  <a:pos x="0" y="0"/>
                </a:cxn>
                <a:cxn ang="0">
                  <a:pos x="21" y="19"/>
                </a:cxn>
              </a:cxnLst>
              <a:rect l="0" t="0" r="r" b="b"/>
              <a:pathLst>
                <a:path w="60" h="26">
                  <a:moveTo>
                    <a:pt x="21" y="19"/>
                  </a:moveTo>
                  <a:lnTo>
                    <a:pt x="43" y="26"/>
                  </a:lnTo>
                  <a:lnTo>
                    <a:pt x="60" y="15"/>
                  </a:lnTo>
                  <a:lnTo>
                    <a:pt x="39" y="8"/>
                  </a:lnTo>
                  <a:lnTo>
                    <a:pt x="0" y="0"/>
                  </a:lnTo>
                  <a:lnTo>
                    <a:pt x="21" y="1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 485"/>
            <p:cNvSpPr>
              <a:spLocks/>
            </p:cNvSpPr>
            <p:nvPr/>
          </p:nvSpPr>
          <p:spPr bwMode="auto">
            <a:xfrm>
              <a:off x="3385007" y="1357567"/>
              <a:ext cx="24321" cy="12972"/>
            </a:xfrm>
            <a:custGeom>
              <a:avLst/>
              <a:gdLst/>
              <a:ahLst/>
              <a:cxnLst>
                <a:cxn ang="0">
                  <a:pos x="61" y="32"/>
                </a:cxn>
                <a:cxn ang="0">
                  <a:pos x="40" y="18"/>
                </a:cxn>
                <a:cxn ang="0">
                  <a:pos x="15" y="0"/>
                </a:cxn>
                <a:cxn ang="0">
                  <a:pos x="0" y="0"/>
                </a:cxn>
                <a:cxn ang="0">
                  <a:pos x="39" y="28"/>
                </a:cxn>
                <a:cxn ang="0">
                  <a:pos x="61" y="32"/>
                </a:cxn>
              </a:cxnLst>
              <a:rect l="0" t="0" r="r" b="b"/>
              <a:pathLst>
                <a:path w="61" h="32">
                  <a:moveTo>
                    <a:pt x="61" y="32"/>
                  </a:moveTo>
                  <a:lnTo>
                    <a:pt x="40" y="18"/>
                  </a:lnTo>
                  <a:lnTo>
                    <a:pt x="15" y="0"/>
                  </a:lnTo>
                  <a:lnTo>
                    <a:pt x="0" y="0"/>
                  </a:lnTo>
                  <a:lnTo>
                    <a:pt x="39" y="28"/>
                  </a:lnTo>
                  <a:lnTo>
                    <a:pt x="61" y="3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 486"/>
            <p:cNvSpPr>
              <a:spLocks/>
            </p:cNvSpPr>
            <p:nvPr/>
          </p:nvSpPr>
          <p:spPr bwMode="auto">
            <a:xfrm>
              <a:off x="3419058" y="1336488"/>
              <a:ext cx="14593" cy="8107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17" y="0"/>
                </a:cxn>
                <a:cxn ang="0">
                  <a:pos x="0" y="4"/>
                </a:cxn>
                <a:cxn ang="0">
                  <a:pos x="0" y="11"/>
                </a:cxn>
                <a:cxn ang="0">
                  <a:pos x="17" y="20"/>
                </a:cxn>
                <a:cxn ang="0">
                  <a:pos x="33" y="5"/>
                </a:cxn>
              </a:cxnLst>
              <a:rect l="0" t="0" r="r" b="b"/>
              <a:pathLst>
                <a:path w="33" h="20">
                  <a:moveTo>
                    <a:pt x="33" y="5"/>
                  </a:moveTo>
                  <a:lnTo>
                    <a:pt x="17" y="0"/>
                  </a:lnTo>
                  <a:lnTo>
                    <a:pt x="0" y="4"/>
                  </a:lnTo>
                  <a:lnTo>
                    <a:pt x="0" y="11"/>
                  </a:lnTo>
                  <a:lnTo>
                    <a:pt x="17" y="20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 487"/>
            <p:cNvSpPr>
              <a:spLocks/>
            </p:cNvSpPr>
            <p:nvPr/>
          </p:nvSpPr>
          <p:spPr bwMode="auto">
            <a:xfrm>
              <a:off x="3892522" y="1440261"/>
              <a:ext cx="30806" cy="19457"/>
            </a:xfrm>
            <a:custGeom>
              <a:avLst/>
              <a:gdLst/>
              <a:ahLst/>
              <a:cxnLst>
                <a:cxn ang="0">
                  <a:pos x="63" y="47"/>
                </a:cxn>
                <a:cxn ang="0">
                  <a:pos x="77" y="38"/>
                </a:cxn>
                <a:cxn ang="0">
                  <a:pos x="42" y="10"/>
                </a:cxn>
                <a:cxn ang="0">
                  <a:pos x="21" y="0"/>
                </a:cxn>
                <a:cxn ang="0">
                  <a:pos x="0" y="5"/>
                </a:cxn>
                <a:cxn ang="0">
                  <a:pos x="21" y="27"/>
                </a:cxn>
                <a:cxn ang="0">
                  <a:pos x="63" y="47"/>
                </a:cxn>
              </a:cxnLst>
              <a:rect l="0" t="0" r="r" b="b"/>
              <a:pathLst>
                <a:path w="77" h="47">
                  <a:moveTo>
                    <a:pt x="63" y="47"/>
                  </a:moveTo>
                  <a:lnTo>
                    <a:pt x="77" y="38"/>
                  </a:lnTo>
                  <a:lnTo>
                    <a:pt x="42" y="10"/>
                  </a:lnTo>
                  <a:lnTo>
                    <a:pt x="21" y="0"/>
                  </a:lnTo>
                  <a:lnTo>
                    <a:pt x="0" y="5"/>
                  </a:lnTo>
                  <a:lnTo>
                    <a:pt x="21" y="2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 488"/>
            <p:cNvSpPr>
              <a:spLocks/>
            </p:cNvSpPr>
            <p:nvPr/>
          </p:nvSpPr>
          <p:spPr bwMode="auto">
            <a:xfrm>
              <a:off x="3921708" y="1435398"/>
              <a:ext cx="16214" cy="19457"/>
            </a:xfrm>
            <a:custGeom>
              <a:avLst/>
              <a:gdLst/>
              <a:ahLst/>
              <a:cxnLst>
                <a:cxn ang="0">
                  <a:pos x="37" y="45"/>
                </a:cxn>
                <a:cxn ang="0">
                  <a:pos x="25" y="1"/>
                </a:cxn>
                <a:cxn ang="0">
                  <a:pos x="0" y="0"/>
                </a:cxn>
                <a:cxn ang="0">
                  <a:pos x="8" y="21"/>
                </a:cxn>
                <a:cxn ang="0">
                  <a:pos x="37" y="45"/>
                </a:cxn>
              </a:cxnLst>
              <a:rect l="0" t="0" r="r" b="b"/>
              <a:pathLst>
                <a:path w="37" h="45">
                  <a:moveTo>
                    <a:pt x="37" y="45"/>
                  </a:moveTo>
                  <a:lnTo>
                    <a:pt x="25" y="1"/>
                  </a:lnTo>
                  <a:lnTo>
                    <a:pt x="0" y="0"/>
                  </a:lnTo>
                  <a:lnTo>
                    <a:pt x="8" y="21"/>
                  </a:lnTo>
                  <a:lnTo>
                    <a:pt x="37" y="45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 489"/>
            <p:cNvSpPr>
              <a:spLocks/>
            </p:cNvSpPr>
            <p:nvPr/>
          </p:nvSpPr>
          <p:spPr bwMode="auto">
            <a:xfrm>
              <a:off x="3931437" y="1467825"/>
              <a:ext cx="25944" cy="8107"/>
            </a:xfrm>
            <a:custGeom>
              <a:avLst/>
              <a:gdLst/>
              <a:ahLst/>
              <a:cxnLst>
                <a:cxn ang="0">
                  <a:pos x="33" y="20"/>
                </a:cxn>
                <a:cxn ang="0">
                  <a:pos x="63" y="16"/>
                </a:cxn>
                <a:cxn ang="0">
                  <a:pos x="42" y="5"/>
                </a:cxn>
                <a:cxn ang="0">
                  <a:pos x="0" y="0"/>
                </a:cxn>
                <a:cxn ang="0">
                  <a:pos x="33" y="20"/>
                </a:cxn>
              </a:cxnLst>
              <a:rect l="0" t="0" r="r" b="b"/>
              <a:pathLst>
                <a:path w="63" h="20">
                  <a:moveTo>
                    <a:pt x="33" y="20"/>
                  </a:moveTo>
                  <a:lnTo>
                    <a:pt x="63" y="16"/>
                  </a:lnTo>
                  <a:lnTo>
                    <a:pt x="42" y="5"/>
                  </a:lnTo>
                  <a:lnTo>
                    <a:pt x="0" y="0"/>
                  </a:lnTo>
                  <a:lnTo>
                    <a:pt x="33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 490"/>
            <p:cNvSpPr>
              <a:spLocks/>
            </p:cNvSpPr>
            <p:nvPr/>
          </p:nvSpPr>
          <p:spPr bwMode="auto">
            <a:xfrm>
              <a:off x="3967110" y="1636456"/>
              <a:ext cx="11350" cy="6485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4" y="0"/>
                </a:cxn>
                <a:cxn ang="0">
                  <a:pos x="0" y="16"/>
                </a:cxn>
                <a:cxn ang="0">
                  <a:pos x="21" y="16"/>
                </a:cxn>
                <a:cxn ang="0">
                  <a:pos x="29" y="0"/>
                </a:cxn>
              </a:cxnLst>
              <a:rect l="0" t="0" r="r" b="b"/>
              <a:pathLst>
                <a:path w="29" h="16">
                  <a:moveTo>
                    <a:pt x="29" y="0"/>
                  </a:moveTo>
                  <a:lnTo>
                    <a:pt x="4" y="0"/>
                  </a:lnTo>
                  <a:lnTo>
                    <a:pt x="0" y="16"/>
                  </a:lnTo>
                  <a:lnTo>
                    <a:pt x="21" y="16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 491"/>
            <p:cNvSpPr>
              <a:spLocks/>
            </p:cNvSpPr>
            <p:nvPr/>
          </p:nvSpPr>
          <p:spPr bwMode="auto">
            <a:xfrm>
              <a:off x="3946031" y="1652670"/>
              <a:ext cx="24321" cy="14595"/>
            </a:xfrm>
            <a:custGeom>
              <a:avLst/>
              <a:gdLst/>
              <a:ahLst/>
              <a:cxnLst>
                <a:cxn ang="0">
                  <a:pos x="30" y="20"/>
                </a:cxn>
                <a:cxn ang="0">
                  <a:pos x="0" y="31"/>
                </a:cxn>
                <a:cxn ang="0">
                  <a:pos x="26" y="35"/>
                </a:cxn>
                <a:cxn ang="0">
                  <a:pos x="56" y="19"/>
                </a:cxn>
                <a:cxn ang="0">
                  <a:pos x="60" y="0"/>
                </a:cxn>
                <a:cxn ang="0">
                  <a:pos x="38" y="1"/>
                </a:cxn>
                <a:cxn ang="0">
                  <a:pos x="30" y="20"/>
                </a:cxn>
              </a:cxnLst>
              <a:rect l="0" t="0" r="r" b="b"/>
              <a:pathLst>
                <a:path w="60" h="35">
                  <a:moveTo>
                    <a:pt x="30" y="20"/>
                  </a:moveTo>
                  <a:lnTo>
                    <a:pt x="0" y="31"/>
                  </a:lnTo>
                  <a:lnTo>
                    <a:pt x="26" y="35"/>
                  </a:lnTo>
                  <a:lnTo>
                    <a:pt x="56" y="19"/>
                  </a:lnTo>
                  <a:lnTo>
                    <a:pt x="60" y="0"/>
                  </a:lnTo>
                  <a:lnTo>
                    <a:pt x="38" y="1"/>
                  </a:lnTo>
                  <a:lnTo>
                    <a:pt x="30" y="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 492"/>
            <p:cNvSpPr>
              <a:spLocks/>
            </p:cNvSpPr>
            <p:nvPr/>
          </p:nvSpPr>
          <p:spPr bwMode="auto">
            <a:xfrm>
              <a:off x="3960624" y="1702937"/>
              <a:ext cx="16214" cy="11350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26" y="0"/>
                </a:cxn>
                <a:cxn ang="0">
                  <a:pos x="0" y="23"/>
                </a:cxn>
                <a:cxn ang="0">
                  <a:pos x="22" y="27"/>
                </a:cxn>
                <a:cxn ang="0">
                  <a:pos x="43" y="1"/>
                </a:cxn>
              </a:cxnLst>
              <a:rect l="0" t="0" r="r" b="b"/>
              <a:pathLst>
                <a:path w="43" h="27">
                  <a:moveTo>
                    <a:pt x="43" y="1"/>
                  </a:moveTo>
                  <a:lnTo>
                    <a:pt x="26" y="0"/>
                  </a:lnTo>
                  <a:lnTo>
                    <a:pt x="0" y="23"/>
                  </a:lnTo>
                  <a:lnTo>
                    <a:pt x="22" y="27"/>
                  </a:lnTo>
                  <a:lnTo>
                    <a:pt x="43" y="1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 493"/>
            <p:cNvSpPr>
              <a:spLocks/>
            </p:cNvSpPr>
            <p:nvPr/>
          </p:nvSpPr>
          <p:spPr bwMode="auto">
            <a:xfrm>
              <a:off x="3939545" y="1758066"/>
              <a:ext cx="14593" cy="35673"/>
            </a:xfrm>
            <a:custGeom>
              <a:avLst/>
              <a:gdLst/>
              <a:ahLst/>
              <a:cxnLst>
                <a:cxn ang="0">
                  <a:pos x="37" y="8"/>
                </a:cxn>
                <a:cxn ang="0">
                  <a:pos x="8" y="0"/>
                </a:cxn>
                <a:cxn ang="0">
                  <a:pos x="0" y="22"/>
                </a:cxn>
                <a:cxn ang="0">
                  <a:pos x="4" y="84"/>
                </a:cxn>
                <a:cxn ang="0">
                  <a:pos x="25" y="89"/>
                </a:cxn>
                <a:cxn ang="0">
                  <a:pos x="25" y="36"/>
                </a:cxn>
                <a:cxn ang="0">
                  <a:pos x="37" y="8"/>
                </a:cxn>
              </a:cxnLst>
              <a:rect l="0" t="0" r="r" b="b"/>
              <a:pathLst>
                <a:path w="37" h="89">
                  <a:moveTo>
                    <a:pt x="37" y="8"/>
                  </a:moveTo>
                  <a:lnTo>
                    <a:pt x="8" y="0"/>
                  </a:lnTo>
                  <a:lnTo>
                    <a:pt x="0" y="22"/>
                  </a:lnTo>
                  <a:lnTo>
                    <a:pt x="4" y="84"/>
                  </a:lnTo>
                  <a:lnTo>
                    <a:pt x="25" y="89"/>
                  </a:lnTo>
                  <a:lnTo>
                    <a:pt x="25" y="36"/>
                  </a:lnTo>
                  <a:lnTo>
                    <a:pt x="37" y="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 494"/>
            <p:cNvSpPr>
              <a:spLocks/>
            </p:cNvSpPr>
            <p:nvPr/>
          </p:nvSpPr>
          <p:spPr bwMode="auto">
            <a:xfrm>
              <a:off x="3910358" y="1834276"/>
              <a:ext cx="16214" cy="16214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9" y="33"/>
                </a:cxn>
                <a:cxn ang="0">
                  <a:pos x="25" y="41"/>
                </a:cxn>
                <a:cxn ang="0">
                  <a:pos x="43" y="36"/>
                </a:cxn>
                <a:cxn ang="0">
                  <a:pos x="43" y="18"/>
                </a:cxn>
                <a:cxn ang="0">
                  <a:pos x="17" y="0"/>
                </a:cxn>
                <a:cxn ang="0">
                  <a:pos x="0" y="18"/>
                </a:cxn>
              </a:cxnLst>
              <a:rect l="0" t="0" r="r" b="b"/>
              <a:pathLst>
                <a:path w="43" h="41">
                  <a:moveTo>
                    <a:pt x="0" y="18"/>
                  </a:moveTo>
                  <a:lnTo>
                    <a:pt x="9" y="33"/>
                  </a:lnTo>
                  <a:lnTo>
                    <a:pt x="25" y="41"/>
                  </a:lnTo>
                  <a:lnTo>
                    <a:pt x="43" y="36"/>
                  </a:lnTo>
                  <a:lnTo>
                    <a:pt x="43" y="18"/>
                  </a:lnTo>
                  <a:lnTo>
                    <a:pt x="17" y="0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 495"/>
            <p:cNvSpPr>
              <a:spLocks/>
            </p:cNvSpPr>
            <p:nvPr/>
          </p:nvSpPr>
          <p:spPr bwMode="auto">
            <a:xfrm>
              <a:off x="3796857" y="1920211"/>
              <a:ext cx="40536" cy="16214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29" y="5"/>
                </a:cxn>
                <a:cxn ang="0">
                  <a:pos x="0" y="17"/>
                </a:cxn>
                <a:cxn ang="0">
                  <a:pos x="4" y="31"/>
                </a:cxn>
                <a:cxn ang="0">
                  <a:pos x="33" y="41"/>
                </a:cxn>
                <a:cxn ang="0">
                  <a:pos x="79" y="41"/>
                </a:cxn>
                <a:cxn ang="0">
                  <a:pos x="102" y="25"/>
                </a:cxn>
                <a:cxn ang="0">
                  <a:pos x="79" y="17"/>
                </a:cxn>
                <a:cxn ang="0">
                  <a:pos x="96" y="8"/>
                </a:cxn>
                <a:cxn ang="0">
                  <a:pos x="75" y="0"/>
                </a:cxn>
              </a:cxnLst>
              <a:rect l="0" t="0" r="r" b="b"/>
              <a:pathLst>
                <a:path w="102" h="41">
                  <a:moveTo>
                    <a:pt x="75" y="0"/>
                  </a:moveTo>
                  <a:lnTo>
                    <a:pt x="29" y="5"/>
                  </a:lnTo>
                  <a:lnTo>
                    <a:pt x="0" y="17"/>
                  </a:lnTo>
                  <a:lnTo>
                    <a:pt x="4" y="31"/>
                  </a:lnTo>
                  <a:lnTo>
                    <a:pt x="33" y="41"/>
                  </a:lnTo>
                  <a:lnTo>
                    <a:pt x="79" y="41"/>
                  </a:lnTo>
                  <a:lnTo>
                    <a:pt x="102" y="25"/>
                  </a:lnTo>
                  <a:lnTo>
                    <a:pt x="79" y="17"/>
                  </a:lnTo>
                  <a:lnTo>
                    <a:pt x="96" y="8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 496"/>
            <p:cNvSpPr>
              <a:spLocks/>
            </p:cNvSpPr>
            <p:nvPr/>
          </p:nvSpPr>
          <p:spPr bwMode="auto">
            <a:xfrm>
              <a:off x="3829286" y="1936426"/>
              <a:ext cx="48644" cy="19457"/>
            </a:xfrm>
            <a:custGeom>
              <a:avLst/>
              <a:gdLst/>
              <a:ahLst/>
              <a:cxnLst>
                <a:cxn ang="0">
                  <a:pos x="102" y="9"/>
                </a:cxn>
                <a:cxn ang="0">
                  <a:pos x="48" y="0"/>
                </a:cxn>
                <a:cxn ang="0">
                  <a:pos x="0" y="9"/>
                </a:cxn>
                <a:cxn ang="0">
                  <a:pos x="44" y="20"/>
                </a:cxn>
                <a:cxn ang="0">
                  <a:pos x="107" y="48"/>
                </a:cxn>
                <a:cxn ang="0">
                  <a:pos x="119" y="22"/>
                </a:cxn>
                <a:cxn ang="0">
                  <a:pos x="102" y="9"/>
                </a:cxn>
              </a:cxnLst>
              <a:rect l="0" t="0" r="r" b="b"/>
              <a:pathLst>
                <a:path w="119" h="48">
                  <a:moveTo>
                    <a:pt x="102" y="9"/>
                  </a:moveTo>
                  <a:lnTo>
                    <a:pt x="48" y="0"/>
                  </a:lnTo>
                  <a:lnTo>
                    <a:pt x="0" y="9"/>
                  </a:lnTo>
                  <a:lnTo>
                    <a:pt x="44" y="20"/>
                  </a:lnTo>
                  <a:lnTo>
                    <a:pt x="107" y="48"/>
                  </a:lnTo>
                  <a:lnTo>
                    <a:pt x="119" y="22"/>
                  </a:lnTo>
                  <a:lnTo>
                    <a:pt x="102" y="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 497"/>
            <p:cNvSpPr>
              <a:spLocks/>
            </p:cNvSpPr>
            <p:nvPr/>
          </p:nvSpPr>
          <p:spPr bwMode="auto">
            <a:xfrm>
              <a:off x="6876010" y="2730945"/>
              <a:ext cx="152417" cy="181604"/>
            </a:xfrm>
            <a:custGeom>
              <a:avLst/>
              <a:gdLst/>
              <a:ahLst/>
              <a:cxnLst>
                <a:cxn ang="0">
                  <a:pos x="4" y="426"/>
                </a:cxn>
                <a:cxn ang="0">
                  <a:pos x="14" y="435"/>
                </a:cxn>
                <a:cxn ang="0">
                  <a:pos x="26" y="442"/>
                </a:cxn>
                <a:cxn ang="0">
                  <a:pos x="38" y="446"/>
                </a:cxn>
                <a:cxn ang="0">
                  <a:pos x="77" y="439"/>
                </a:cxn>
                <a:cxn ang="0">
                  <a:pos x="129" y="425"/>
                </a:cxn>
                <a:cxn ang="0">
                  <a:pos x="150" y="412"/>
                </a:cxn>
                <a:cxn ang="0">
                  <a:pos x="162" y="398"/>
                </a:cxn>
                <a:cxn ang="0">
                  <a:pos x="179" y="386"/>
                </a:cxn>
                <a:cxn ang="0">
                  <a:pos x="202" y="377"/>
                </a:cxn>
                <a:cxn ang="0">
                  <a:pos x="223" y="356"/>
                </a:cxn>
                <a:cxn ang="0">
                  <a:pos x="248" y="328"/>
                </a:cxn>
                <a:cxn ang="0">
                  <a:pos x="291" y="288"/>
                </a:cxn>
                <a:cxn ang="0">
                  <a:pos x="334" y="233"/>
                </a:cxn>
                <a:cxn ang="0">
                  <a:pos x="358" y="173"/>
                </a:cxn>
                <a:cxn ang="0">
                  <a:pos x="374" y="111"/>
                </a:cxn>
                <a:cxn ang="0">
                  <a:pos x="378" y="62"/>
                </a:cxn>
                <a:cxn ang="0">
                  <a:pos x="378" y="29"/>
                </a:cxn>
                <a:cxn ang="0">
                  <a:pos x="375" y="9"/>
                </a:cxn>
                <a:cxn ang="0">
                  <a:pos x="373" y="4"/>
                </a:cxn>
                <a:cxn ang="0">
                  <a:pos x="365" y="0"/>
                </a:cxn>
                <a:cxn ang="0">
                  <a:pos x="349" y="8"/>
                </a:cxn>
                <a:cxn ang="0">
                  <a:pos x="337" y="26"/>
                </a:cxn>
                <a:cxn ang="0">
                  <a:pos x="326" y="59"/>
                </a:cxn>
                <a:cxn ang="0">
                  <a:pos x="317" y="106"/>
                </a:cxn>
                <a:cxn ang="0">
                  <a:pos x="304" y="137"/>
                </a:cxn>
                <a:cxn ang="0">
                  <a:pos x="291" y="156"/>
                </a:cxn>
                <a:cxn ang="0">
                  <a:pos x="269" y="184"/>
                </a:cxn>
                <a:cxn ang="0">
                  <a:pos x="240" y="219"/>
                </a:cxn>
                <a:cxn ang="0">
                  <a:pos x="208" y="253"/>
                </a:cxn>
                <a:cxn ang="0">
                  <a:pos x="186" y="279"/>
                </a:cxn>
                <a:cxn ang="0">
                  <a:pos x="174" y="298"/>
                </a:cxn>
                <a:cxn ang="0">
                  <a:pos x="125" y="337"/>
                </a:cxn>
                <a:cxn ang="0">
                  <a:pos x="110" y="360"/>
                </a:cxn>
                <a:cxn ang="0">
                  <a:pos x="91" y="382"/>
                </a:cxn>
                <a:cxn ang="0">
                  <a:pos x="67" y="398"/>
                </a:cxn>
                <a:cxn ang="0">
                  <a:pos x="53" y="404"/>
                </a:cxn>
                <a:cxn ang="0">
                  <a:pos x="40" y="406"/>
                </a:cxn>
              </a:cxnLst>
              <a:rect l="0" t="0" r="r" b="b"/>
              <a:pathLst>
                <a:path w="378" h="447">
                  <a:moveTo>
                    <a:pt x="0" y="419"/>
                  </a:moveTo>
                  <a:lnTo>
                    <a:pt x="4" y="426"/>
                  </a:lnTo>
                  <a:lnTo>
                    <a:pt x="8" y="430"/>
                  </a:lnTo>
                  <a:lnTo>
                    <a:pt x="14" y="435"/>
                  </a:lnTo>
                  <a:lnTo>
                    <a:pt x="19" y="439"/>
                  </a:lnTo>
                  <a:lnTo>
                    <a:pt x="26" y="442"/>
                  </a:lnTo>
                  <a:lnTo>
                    <a:pt x="31" y="445"/>
                  </a:lnTo>
                  <a:lnTo>
                    <a:pt x="38" y="446"/>
                  </a:lnTo>
                  <a:lnTo>
                    <a:pt x="43" y="447"/>
                  </a:lnTo>
                  <a:lnTo>
                    <a:pt x="77" y="439"/>
                  </a:lnTo>
                  <a:lnTo>
                    <a:pt x="112" y="431"/>
                  </a:lnTo>
                  <a:lnTo>
                    <a:pt x="129" y="425"/>
                  </a:lnTo>
                  <a:lnTo>
                    <a:pt x="144" y="417"/>
                  </a:lnTo>
                  <a:lnTo>
                    <a:pt x="150" y="412"/>
                  </a:lnTo>
                  <a:lnTo>
                    <a:pt x="157" y="405"/>
                  </a:lnTo>
                  <a:lnTo>
                    <a:pt x="162" y="398"/>
                  </a:lnTo>
                  <a:lnTo>
                    <a:pt x="167" y="389"/>
                  </a:lnTo>
                  <a:lnTo>
                    <a:pt x="179" y="386"/>
                  </a:lnTo>
                  <a:lnTo>
                    <a:pt x="190" y="381"/>
                  </a:lnTo>
                  <a:lnTo>
                    <a:pt x="202" y="377"/>
                  </a:lnTo>
                  <a:lnTo>
                    <a:pt x="214" y="373"/>
                  </a:lnTo>
                  <a:lnTo>
                    <a:pt x="223" y="356"/>
                  </a:lnTo>
                  <a:lnTo>
                    <a:pt x="235" y="341"/>
                  </a:lnTo>
                  <a:lnTo>
                    <a:pt x="248" y="328"/>
                  </a:lnTo>
                  <a:lnTo>
                    <a:pt x="261" y="315"/>
                  </a:lnTo>
                  <a:lnTo>
                    <a:pt x="291" y="288"/>
                  </a:lnTo>
                  <a:lnTo>
                    <a:pt x="318" y="261"/>
                  </a:lnTo>
                  <a:lnTo>
                    <a:pt x="334" y="233"/>
                  </a:lnTo>
                  <a:lnTo>
                    <a:pt x="348" y="204"/>
                  </a:lnTo>
                  <a:lnTo>
                    <a:pt x="358" y="173"/>
                  </a:lnTo>
                  <a:lnTo>
                    <a:pt x="367" y="143"/>
                  </a:lnTo>
                  <a:lnTo>
                    <a:pt x="374" y="111"/>
                  </a:lnTo>
                  <a:lnTo>
                    <a:pt x="377" y="78"/>
                  </a:lnTo>
                  <a:lnTo>
                    <a:pt x="378" y="62"/>
                  </a:lnTo>
                  <a:lnTo>
                    <a:pt x="378" y="46"/>
                  </a:lnTo>
                  <a:lnTo>
                    <a:pt x="378" y="29"/>
                  </a:lnTo>
                  <a:lnTo>
                    <a:pt x="377" y="13"/>
                  </a:lnTo>
                  <a:lnTo>
                    <a:pt x="375" y="9"/>
                  </a:lnTo>
                  <a:lnTo>
                    <a:pt x="374" y="6"/>
                  </a:lnTo>
                  <a:lnTo>
                    <a:pt x="373" y="4"/>
                  </a:lnTo>
                  <a:lnTo>
                    <a:pt x="370" y="2"/>
                  </a:lnTo>
                  <a:lnTo>
                    <a:pt x="365" y="0"/>
                  </a:lnTo>
                  <a:lnTo>
                    <a:pt x="358" y="0"/>
                  </a:lnTo>
                  <a:lnTo>
                    <a:pt x="349" y="8"/>
                  </a:lnTo>
                  <a:lnTo>
                    <a:pt x="342" y="17"/>
                  </a:lnTo>
                  <a:lnTo>
                    <a:pt x="337" y="26"/>
                  </a:lnTo>
                  <a:lnTo>
                    <a:pt x="333" y="37"/>
                  </a:lnTo>
                  <a:lnTo>
                    <a:pt x="326" y="59"/>
                  </a:lnTo>
                  <a:lnTo>
                    <a:pt x="322" y="82"/>
                  </a:lnTo>
                  <a:lnTo>
                    <a:pt x="317" y="106"/>
                  </a:lnTo>
                  <a:lnTo>
                    <a:pt x="309" y="127"/>
                  </a:lnTo>
                  <a:lnTo>
                    <a:pt x="304" y="137"/>
                  </a:lnTo>
                  <a:lnTo>
                    <a:pt x="299" y="147"/>
                  </a:lnTo>
                  <a:lnTo>
                    <a:pt x="291" y="156"/>
                  </a:lnTo>
                  <a:lnTo>
                    <a:pt x="281" y="164"/>
                  </a:lnTo>
                  <a:lnTo>
                    <a:pt x="269" y="184"/>
                  </a:lnTo>
                  <a:lnTo>
                    <a:pt x="255" y="202"/>
                  </a:lnTo>
                  <a:lnTo>
                    <a:pt x="240" y="219"/>
                  </a:lnTo>
                  <a:lnTo>
                    <a:pt x="224" y="235"/>
                  </a:lnTo>
                  <a:lnTo>
                    <a:pt x="208" y="253"/>
                  </a:lnTo>
                  <a:lnTo>
                    <a:pt x="194" y="270"/>
                  </a:lnTo>
                  <a:lnTo>
                    <a:pt x="186" y="279"/>
                  </a:lnTo>
                  <a:lnTo>
                    <a:pt x="181" y="288"/>
                  </a:lnTo>
                  <a:lnTo>
                    <a:pt x="174" y="298"/>
                  </a:lnTo>
                  <a:lnTo>
                    <a:pt x="169" y="308"/>
                  </a:lnTo>
                  <a:lnTo>
                    <a:pt x="125" y="337"/>
                  </a:lnTo>
                  <a:lnTo>
                    <a:pt x="118" y="348"/>
                  </a:lnTo>
                  <a:lnTo>
                    <a:pt x="110" y="360"/>
                  </a:lnTo>
                  <a:lnTo>
                    <a:pt x="101" y="372"/>
                  </a:lnTo>
                  <a:lnTo>
                    <a:pt x="91" y="382"/>
                  </a:lnTo>
                  <a:lnTo>
                    <a:pt x="79" y="392"/>
                  </a:lnTo>
                  <a:lnTo>
                    <a:pt x="67" y="398"/>
                  </a:lnTo>
                  <a:lnTo>
                    <a:pt x="60" y="401"/>
                  </a:lnTo>
                  <a:lnTo>
                    <a:pt x="53" y="404"/>
                  </a:lnTo>
                  <a:lnTo>
                    <a:pt x="47" y="405"/>
                  </a:lnTo>
                  <a:lnTo>
                    <a:pt x="40" y="406"/>
                  </a:lnTo>
                  <a:lnTo>
                    <a:pt x="0" y="419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158318"/>
              <a:endParaRPr lang="en-GB" sz="219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Freeform 3"/>
          <p:cNvSpPr/>
          <p:nvPr userDrawn="1"/>
        </p:nvSpPr>
        <p:spPr bwMode="gray">
          <a:xfrm>
            <a:off x="-10000" y="-26668"/>
            <a:ext cx="7090887" cy="8481061"/>
          </a:xfrm>
          <a:custGeom>
            <a:avLst/>
            <a:gdLst>
              <a:gd name="connsiteX0" fmla="*/ 0 w 6753225"/>
              <a:gd name="connsiteY0" fmla="*/ 0 h 6057900"/>
              <a:gd name="connsiteX1" fmla="*/ 6753225 w 6753225"/>
              <a:gd name="connsiteY1" fmla="*/ 0 h 6057900"/>
              <a:gd name="connsiteX2" fmla="*/ 3600450 w 6753225"/>
              <a:gd name="connsiteY2" fmla="*/ 6057900 h 6057900"/>
              <a:gd name="connsiteX3" fmla="*/ 3609975 w 6753225"/>
              <a:gd name="connsiteY3" fmla="*/ 5962650 h 6057900"/>
              <a:gd name="connsiteX4" fmla="*/ 3619500 w 6753225"/>
              <a:gd name="connsiteY4" fmla="*/ 5924550 h 6057900"/>
              <a:gd name="connsiteX5" fmla="*/ 3619500 w 6753225"/>
              <a:gd name="connsiteY5" fmla="*/ 5543550 h 605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3225" h="6057900">
                <a:moveTo>
                  <a:pt x="0" y="0"/>
                </a:moveTo>
                <a:lnTo>
                  <a:pt x="6753225" y="0"/>
                </a:lnTo>
                <a:lnTo>
                  <a:pt x="3600450" y="6057900"/>
                </a:lnTo>
                <a:cubicBezTo>
                  <a:pt x="3603625" y="6026150"/>
                  <a:pt x="3605462" y="5994238"/>
                  <a:pt x="3609975" y="5962650"/>
                </a:cubicBezTo>
                <a:cubicBezTo>
                  <a:pt x="3611826" y="5949691"/>
                  <a:pt x="3619203" y="5937637"/>
                  <a:pt x="3619500" y="5924550"/>
                </a:cubicBezTo>
                <a:cubicBezTo>
                  <a:pt x="3622386" y="5797583"/>
                  <a:pt x="3619500" y="5670550"/>
                  <a:pt x="3619500" y="554355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148" tIns="59075" rIns="118148" bIns="59075" rtlCol="0" anchor="ctr"/>
          <a:lstStyle/>
          <a:p>
            <a:pPr algn="ctr"/>
            <a:endParaRPr lang="en-US" sz="3108"/>
          </a:p>
        </p:txBody>
      </p:sp>
      <p:sp>
        <p:nvSpPr>
          <p:cNvPr id="3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56823" y="3687542"/>
            <a:ext cx="5711219" cy="7259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defRPr sz="3103" b="1" i="0" cap="all" baseline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smtClean="0"/>
              <a:t>   제목</a:t>
            </a:r>
            <a:endParaRPr lang="en-US" dirty="0"/>
          </a:p>
        </p:txBody>
      </p:sp>
      <p:sp>
        <p:nvSpPr>
          <p:cNvPr id="31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856822" y="4646195"/>
            <a:ext cx="3795691" cy="400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9" b="1" i="0" baseline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90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81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71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62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52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43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33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7245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     </a:t>
            </a:r>
            <a:r>
              <a:rPr lang="ko-KR" altLang="en-US" dirty="0" err="1" smtClean="0"/>
              <a:t>기안자</a:t>
            </a:r>
            <a:endParaRPr lang="en-US" dirty="0"/>
          </a:p>
        </p:txBody>
      </p:sp>
      <p:sp>
        <p:nvSpPr>
          <p:cNvPr id="7" name="직각 삼각형 6"/>
          <p:cNvSpPr/>
          <p:nvPr userDrawn="1"/>
        </p:nvSpPr>
        <p:spPr bwMode="gray">
          <a:xfrm rot="5400000">
            <a:off x="-325664" y="315666"/>
            <a:ext cx="3173512" cy="254218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9569" tIns="139569" rIns="139569" bIns="1395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5000"/>
              </a:lnSpc>
              <a:spcBef>
                <a:spcPts val="517"/>
              </a:spcBef>
            </a:pPr>
            <a:endParaRPr lang="ko-KR" altLang="en-US" sz="2068" dirty="0" err="1" smtClean="0"/>
          </a:p>
        </p:txBody>
      </p:sp>
    </p:spTree>
    <p:extLst>
      <p:ext uri="{BB962C8B-B14F-4D97-AF65-F5344CB8AC3E}">
        <p14:creationId xmlns:p14="http://schemas.microsoft.com/office/powerpoint/2010/main" val="4174636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64515" y="9048210"/>
            <a:ext cx="545213" cy="511176"/>
          </a:xfrm>
          <a:prstGeom prst="rect">
            <a:avLst/>
          </a:prstGeom>
        </p:spPr>
        <p:txBody>
          <a:bodyPr vert="horz" lIns="118148" tIns="59075" rIns="118148" bIns="59075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4E2DBDD-4927-404A-BEDC-B5A598A951D0}" type="slidenum">
              <a:rPr lang="en-IN" sz="1035" smtClean="0">
                <a:solidFill>
                  <a:schemeClr val="tx1"/>
                </a:solidFill>
              </a:rPr>
              <a:pPr algn="ctr"/>
              <a:t>‹#›</a:t>
            </a:fld>
            <a:endParaRPr lang="en-IN" sz="1035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 bwMode="gray">
          <a:xfrm>
            <a:off x="1112177" y="1387742"/>
            <a:ext cx="4359331" cy="470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  <a:spcBef>
                <a:spcPts val="517"/>
              </a:spcBef>
            </a:pPr>
            <a:r>
              <a:rPr lang="en-US" altLang="ko-KR" sz="2585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585" b="1" dirty="0" err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4938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6" descr="시안2본문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12" y="-23936"/>
            <a:ext cx="12801600" cy="9625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64515" y="9048210"/>
            <a:ext cx="545213" cy="511176"/>
          </a:xfrm>
          <a:prstGeom prst="rect">
            <a:avLst/>
          </a:prstGeom>
        </p:spPr>
        <p:txBody>
          <a:bodyPr vert="horz" lIns="118148" tIns="59075" rIns="118148" bIns="59075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4E2DBDD-4927-404A-BEDC-B5A598A951D0}" type="slidenum">
              <a:rPr lang="en-IN" sz="1035" smtClean="0">
                <a:solidFill>
                  <a:schemeClr val="tx1"/>
                </a:solidFill>
              </a:rPr>
              <a:pPr algn="ctr"/>
              <a:t>‹#›</a:t>
            </a:fld>
            <a:endParaRPr lang="en-IN" sz="1035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 bwMode="gray">
          <a:xfrm>
            <a:off x="69010" y="365764"/>
            <a:ext cx="327583" cy="3549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9545" tIns="139545" rIns="139545" bIns="13954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5000"/>
              </a:lnSpc>
              <a:spcBef>
                <a:spcPts val="517"/>
              </a:spcBef>
            </a:pPr>
            <a:endParaRPr lang="ko-KR" altLang="en-US" sz="2068" dirty="0" err="1" smtClean="0"/>
          </a:p>
        </p:txBody>
      </p:sp>
      <p:sp>
        <p:nvSpPr>
          <p:cNvPr id="5" name="TextBox 4"/>
          <p:cNvSpPr txBox="1"/>
          <p:nvPr userDrawn="1"/>
        </p:nvSpPr>
        <p:spPr bwMode="gray">
          <a:xfrm>
            <a:off x="427002" y="9091240"/>
            <a:ext cx="6206335" cy="31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  <a:spcBef>
                <a:spcPts val="517"/>
              </a:spcBef>
            </a:pPr>
            <a:r>
              <a:rPr lang="en-US" altLang="ko-KR" sz="1551" b="1" i="0" dirty="0" smtClean="0">
                <a:solidFill>
                  <a:schemeClr val="accent1">
                    <a:lumMod val="7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If you put only garbage, only garbage comes out.</a:t>
            </a:r>
            <a:endParaRPr lang="ko-KR" altLang="en-US" sz="1551" b="1" i="0" dirty="0" err="1" smtClean="0">
              <a:solidFill>
                <a:schemeClr val="accent1">
                  <a:lumMod val="75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" name="직선 연결선 2"/>
          <p:cNvCxnSpPr/>
          <p:nvPr userDrawn="1"/>
        </p:nvCxnSpPr>
        <p:spPr bwMode="gray">
          <a:xfrm>
            <a:off x="406520" y="742277"/>
            <a:ext cx="12186551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 bwMode="gray">
          <a:xfrm>
            <a:off x="427002" y="8833048"/>
            <a:ext cx="12186551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5737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859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rand Prom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Freeform 3"/>
          <p:cNvSpPr/>
          <p:nvPr userDrawn="1"/>
        </p:nvSpPr>
        <p:spPr bwMode="gray">
          <a:xfrm>
            <a:off x="-10000" y="-26668"/>
            <a:ext cx="7090887" cy="8481061"/>
          </a:xfrm>
          <a:custGeom>
            <a:avLst/>
            <a:gdLst>
              <a:gd name="connsiteX0" fmla="*/ 0 w 6753225"/>
              <a:gd name="connsiteY0" fmla="*/ 0 h 6057900"/>
              <a:gd name="connsiteX1" fmla="*/ 6753225 w 6753225"/>
              <a:gd name="connsiteY1" fmla="*/ 0 h 6057900"/>
              <a:gd name="connsiteX2" fmla="*/ 3600450 w 6753225"/>
              <a:gd name="connsiteY2" fmla="*/ 6057900 h 6057900"/>
              <a:gd name="connsiteX3" fmla="*/ 3609975 w 6753225"/>
              <a:gd name="connsiteY3" fmla="*/ 5962650 h 6057900"/>
              <a:gd name="connsiteX4" fmla="*/ 3619500 w 6753225"/>
              <a:gd name="connsiteY4" fmla="*/ 5924550 h 6057900"/>
              <a:gd name="connsiteX5" fmla="*/ 3619500 w 6753225"/>
              <a:gd name="connsiteY5" fmla="*/ 5543550 h 605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3225" h="6057900">
                <a:moveTo>
                  <a:pt x="0" y="0"/>
                </a:moveTo>
                <a:lnTo>
                  <a:pt x="6753225" y="0"/>
                </a:lnTo>
                <a:lnTo>
                  <a:pt x="3600450" y="6057900"/>
                </a:lnTo>
                <a:cubicBezTo>
                  <a:pt x="3603625" y="6026150"/>
                  <a:pt x="3605462" y="5994238"/>
                  <a:pt x="3609975" y="5962650"/>
                </a:cubicBezTo>
                <a:cubicBezTo>
                  <a:pt x="3611826" y="5949691"/>
                  <a:pt x="3619203" y="5937637"/>
                  <a:pt x="3619500" y="5924550"/>
                </a:cubicBezTo>
                <a:cubicBezTo>
                  <a:pt x="3622386" y="5797583"/>
                  <a:pt x="3619500" y="5670550"/>
                  <a:pt x="3619500" y="554355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8148" tIns="59075" rIns="118148" bIns="59075" rtlCol="0" anchor="ctr"/>
          <a:lstStyle/>
          <a:p>
            <a:pPr algn="ctr"/>
            <a:endParaRPr lang="en-US" sz="3108"/>
          </a:p>
        </p:txBody>
      </p:sp>
    </p:spTree>
    <p:extLst>
      <p:ext uri="{BB962C8B-B14F-4D97-AF65-F5344CB8AC3E}">
        <p14:creationId xmlns:p14="http://schemas.microsoft.com/office/powerpoint/2010/main" val="30813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rand Prom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60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 bwMode="gray">
          <a:xfrm>
            <a:off x="287976" y="9023444"/>
            <a:ext cx="12343159" cy="0"/>
          </a:xfrm>
          <a:prstGeom prst="line">
            <a:avLst/>
          </a:prstGeom>
          <a:ln w="254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59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49" r:id="rId4"/>
    <p:sldLayoutId id="2147483675" r:id="rId5"/>
    <p:sldLayoutId id="2147483678" r:id="rId6"/>
  </p:sldLayoutIdLst>
  <p:txStyles>
    <p:titleStyle>
      <a:lvl1pPr algn="ctr" defTabSz="1181562" rtl="0" eaLnBrk="1" latinLnBrk="1" hangingPunct="1">
        <a:spcBef>
          <a:spcPct val="0"/>
        </a:spcBef>
        <a:buNone/>
        <a:defRPr sz="56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3086" indent="-443086" algn="l" defTabSz="1181562" rtl="0" eaLnBrk="1" latinLnBrk="1" hangingPunct="1">
        <a:spcBef>
          <a:spcPct val="20000"/>
        </a:spcBef>
        <a:buFont typeface="Arial" panose="020B0604020202020204" pitchFamily="34" charset="0"/>
        <a:buChar char="•"/>
        <a:defRPr sz="4135" kern="1200">
          <a:solidFill>
            <a:schemeClr val="tx1"/>
          </a:solidFill>
          <a:latin typeface="+mn-lt"/>
          <a:ea typeface="+mn-ea"/>
          <a:cs typeface="+mn-cs"/>
        </a:defRPr>
      </a:lvl1pPr>
      <a:lvl2pPr marL="960019" indent="-369239" algn="l" defTabSz="1181562" rtl="0" eaLnBrk="1" latinLnBrk="1" hangingPunct="1">
        <a:spcBef>
          <a:spcPct val="20000"/>
        </a:spcBef>
        <a:buFont typeface="Arial" panose="020B0604020202020204" pitchFamily="34" charset="0"/>
        <a:buChar char="–"/>
        <a:defRPr sz="3619" kern="1200">
          <a:solidFill>
            <a:schemeClr val="tx1"/>
          </a:solidFill>
          <a:latin typeface="+mn-lt"/>
          <a:ea typeface="+mn-ea"/>
          <a:cs typeface="+mn-cs"/>
        </a:defRPr>
      </a:lvl2pPr>
      <a:lvl3pPr marL="1476951" indent="-295391" algn="l" defTabSz="1181562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3" kern="1200">
          <a:solidFill>
            <a:schemeClr val="tx1"/>
          </a:solidFill>
          <a:latin typeface="+mn-lt"/>
          <a:ea typeface="+mn-ea"/>
          <a:cs typeface="+mn-cs"/>
        </a:defRPr>
      </a:lvl3pPr>
      <a:lvl4pPr marL="2067732" indent="-295391" algn="l" defTabSz="1181562" rtl="0" eaLnBrk="1" latinLnBrk="1" hangingPunct="1">
        <a:spcBef>
          <a:spcPct val="20000"/>
        </a:spcBef>
        <a:buFont typeface="Arial" panose="020B0604020202020204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4pPr>
      <a:lvl5pPr marL="2658514" indent="-295391" algn="l" defTabSz="1181562" rtl="0" eaLnBrk="1" latinLnBrk="1" hangingPunct="1">
        <a:spcBef>
          <a:spcPct val="20000"/>
        </a:spcBef>
        <a:buFont typeface="Arial" panose="020B0604020202020204" pitchFamily="34" charset="0"/>
        <a:buChar char="»"/>
        <a:defRPr sz="2585" kern="1200">
          <a:solidFill>
            <a:schemeClr val="tx1"/>
          </a:solidFill>
          <a:latin typeface="+mn-lt"/>
          <a:ea typeface="+mn-ea"/>
          <a:cs typeface="+mn-cs"/>
        </a:defRPr>
      </a:lvl5pPr>
      <a:lvl6pPr marL="3249293" indent="-295391" algn="l" defTabSz="11815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6pPr>
      <a:lvl7pPr marL="3840073" indent="-295391" algn="l" defTabSz="11815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7pPr>
      <a:lvl8pPr marL="4430853" indent="-295391" algn="l" defTabSz="11815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8pPr>
      <a:lvl9pPr marL="5021634" indent="-295391" algn="l" defTabSz="11815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1pPr>
      <a:lvl2pPr marL="590781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2pPr>
      <a:lvl3pPr marL="1181562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3pPr>
      <a:lvl4pPr marL="1772342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4pPr>
      <a:lvl5pPr marL="2363122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5pPr>
      <a:lvl6pPr marL="2953903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6pPr>
      <a:lvl7pPr marL="3544685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7pPr>
      <a:lvl8pPr marL="4135463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8pPr>
      <a:lvl9pPr marL="4726245" algn="l" defTabSz="1181562" rtl="0" eaLnBrk="1" latinLnBrk="1" hangingPunct="1">
        <a:defRPr sz="23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"/>
          <p:cNvSpPr>
            <a:spLocks noChangeArrowheads="1"/>
          </p:cNvSpPr>
          <p:nvPr/>
        </p:nvSpPr>
        <p:spPr bwMode="auto">
          <a:xfrm>
            <a:off x="610838" y="333914"/>
            <a:ext cx="5285905" cy="402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latin typeface="+mn-ea"/>
              </a:rPr>
              <a:t>장애처리 프로세스</a:t>
            </a:r>
            <a:endParaRPr lang="en-US" altLang="ko-KR" sz="2000" b="1" dirty="0">
              <a:latin typeface="+mn-ea"/>
            </a:endParaRPr>
          </a:p>
        </p:txBody>
      </p:sp>
      <p:grpSp>
        <p:nvGrpSpPr>
          <p:cNvPr id="128" name="그룹 127"/>
          <p:cNvGrpSpPr/>
          <p:nvPr/>
        </p:nvGrpSpPr>
        <p:grpSpPr>
          <a:xfrm>
            <a:off x="2728392" y="912168"/>
            <a:ext cx="8336879" cy="7721939"/>
            <a:chOff x="3968577" y="912168"/>
            <a:chExt cx="5024511" cy="7721939"/>
          </a:xfrm>
        </p:grpSpPr>
        <p:sp>
          <p:nvSpPr>
            <p:cNvPr id="36" name="모서리가 둥근 직사각형 35"/>
            <p:cNvSpPr/>
            <p:nvPr/>
          </p:nvSpPr>
          <p:spPr>
            <a:xfrm>
              <a:off x="4335087" y="912168"/>
              <a:ext cx="1302123" cy="316879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시작</a:t>
              </a:r>
            </a:p>
          </p:txBody>
        </p:sp>
        <p:cxnSp>
          <p:nvCxnSpPr>
            <p:cNvPr id="37" name="직선 화살표 연결선 36"/>
            <p:cNvCxnSpPr>
              <a:stCxn id="36" idx="2"/>
              <a:endCxn id="22" idx="0"/>
            </p:cNvCxnSpPr>
            <p:nvPr/>
          </p:nvCxnSpPr>
          <p:spPr>
            <a:xfrm flipH="1">
              <a:off x="4985652" y="1229047"/>
              <a:ext cx="497" cy="26802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/>
            <p:cNvSpPr/>
            <p:nvPr/>
          </p:nvSpPr>
          <p:spPr bwMode="gray">
            <a:xfrm>
              <a:off x="3968577" y="1497072"/>
              <a:ext cx="2034150" cy="438116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</a:pP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장애발생</a:t>
              </a:r>
              <a:endParaRPr lang="en-US" altLang="ko-KR" sz="14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5" name="직사각형 24"/>
            <p:cNvSpPr/>
            <p:nvPr/>
          </p:nvSpPr>
          <p:spPr bwMode="gray">
            <a:xfrm>
              <a:off x="3968577" y="2202244"/>
              <a:ext cx="2034150" cy="438116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</a:pP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장애식별</a:t>
              </a: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/</a:t>
              </a: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접수</a:t>
              </a:r>
              <a:endParaRPr lang="en-US" altLang="ko-KR" sz="14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9" name="순서도: 판단 28"/>
            <p:cNvSpPr/>
            <p:nvPr/>
          </p:nvSpPr>
          <p:spPr>
            <a:xfrm>
              <a:off x="4224733" y="3550222"/>
              <a:ext cx="1521838" cy="556584"/>
            </a:xfrm>
            <a:prstGeom prst="flowChartDecision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smtClean="0">
                  <a:solidFill>
                    <a:schemeClr val="tx1"/>
                  </a:solidFill>
                  <a:latin typeface="+mn-ea"/>
                </a:rPr>
                <a:t>긴급</a:t>
              </a:r>
              <a:endParaRPr lang="en-US" altLang="ko-KR" sz="1400" b="1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400" b="1" dirty="0" smtClean="0">
                  <a:solidFill>
                    <a:schemeClr val="tx1"/>
                  </a:solidFill>
                  <a:latin typeface="+mn-ea"/>
                </a:rPr>
                <a:t>여부</a:t>
              </a:r>
              <a:endParaRPr lang="ko-KR" altLang="en-US" sz="14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직사각형 29"/>
            <p:cNvSpPr/>
            <p:nvPr/>
          </p:nvSpPr>
          <p:spPr bwMode="gray">
            <a:xfrm>
              <a:off x="6958938" y="4074452"/>
              <a:ext cx="2034150" cy="438116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</a:pP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1</a:t>
              </a: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차 문제해결</a:t>
              </a:r>
              <a:endParaRPr lang="en-US" altLang="ko-KR" sz="14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1" name="순서도: 판단 30"/>
            <p:cNvSpPr/>
            <p:nvPr/>
          </p:nvSpPr>
          <p:spPr>
            <a:xfrm>
              <a:off x="4224733" y="4584576"/>
              <a:ext cx="1521838" cy="556584"/>
            </a:xfrm>
            <a:prstGeom prst="flowChartDecision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 smtClean="0">
                  <a:solidFill>
                    <a:schemeClr val="tx1"/>
                  </a:solidFill>
                  <a:latin typeface="+mn-ea"/>
                </a:rPr>
                <a:t>1</a:t>
              </a:r>
              <a:r>
                <a:rPr lang="ko-KR" altLang="en-US" sz="1400" b="1" dirty="0" smtClean="0">
                  <a:solidFill>
                    <a:schemeClr val="tx1"/>
                  </a:solidFill>
                  <a:latin typeface="+mn-ea"/>
                </a:rPr>
                <a:t>차</a:t>
              </a:r>
              <a:r>
                <a:rPr lang="ko-KR" altLang="en-US" sz="1400" b="1" dirty="0" smtClean="0">
                  <a:solidFill>
                    <a:schemeClr val="tx1"/>
                  </a:solidFill>
                  <a:latin typeface="+mn-ea"/>
                </a:rPr>
                <a:t>보고</a:t>
              </a:r>
              <a:endParaRPr lang="ko-KR" altLang="en-US" sz="14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3" name="직사각형 32"/>
            <p:cNvSpPr/>
            <p:nvPr/>
          </p:nvSpPr>
          <p:spPr bwMode="gray">
            <a:xfrm>
              <a:off x="3968577" y="7561910"/>
              <a:ext cx="2034150" cy="438116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</a:pPr>
              <a:r>
                <a:rPr lang="ko-KR" altLang="en-US" sz="1400" b="1" smtClean="0">
                  <a:solidFill>
                    <a:schemeClr val="bg1"/>
                  </a:solidFill>
                  <a:latin typeface="+mn-ea"/>
                </a:rPr>
                <a:t>장애보고서작성</a:t>
              </a:r>
              <a:endParaRPr lang="en-US" altLang="ko-KR" sz="14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35" name="꺾인 연결선 34"/>
            <p:cNvCxnSpPr>
              <a:stCxn id="29" idx="3"/>
              <a:endCxn id="30" idx="0"/>
            </p:cNvCxnSpPr>
            <p:nvPr/>
          </p:nvCxnSpPr>
          <p:spPr>
            <a:xfrm>
              <a:off x="5746571" y="3828514"/>
              <a:ext cx="2229442" cy="24593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77" idx="1"/>
              <a:endCxn id="43" idx="3"/>
            </p:cNvCxnSpPr>
            <p:nvPr/>
          </p:nvCxnSpPr>
          <p:spPr>
            <a:xfrm rot="10800000" flipV="1">
              <a:off x="5746570" y="5028388"/>
              <a:ext cx="1468524" cy="197693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>
              <a:stCxn id="29" idx="2"/>
              <a:endCxn id="31" idx="0"/>
            </p:cNvCxnSpPr>
            <p:nvPr/>
          </p:nvCxnSpPr>
          <p:spPr>
            <a:xfrm>
              <a:off x="4985652" y="4106806"/>
              <a:ext cx="0" cy="47777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22" idx="2"/>
              <a:endCxn id="25" idx="0"/>
            </p:cNvCxnSpPr>
            <p:nvPr/>
          </p:nvCxnSpPr>
          <p:spPr>
            <a:xfrm>
              <a:off x="4985652" y="1935188"/>
              <a:ext cx="0" cy="26705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>
              <a:stCxn id="99" idx="2"/>
              <a:endCxn id="29" idx="0"/>
            </p:cNvCxnSpPr>
            <p:nvPr/>
          </p:nvCxnSpPr>
          <p:spPr>
            <a:xfrm>
              <a:off x="4985652" y="3331865"/>
              <a:ext cx="0" cy="21835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순서도: 판단 76"/>
            <p:cNvSpPr/>
            <p:nvPr/>
          </p:nvSpPr>
          <p:spPr>
            <a:xfrm>
              <a:off x="7215094" y="4750097"/>
              <a:ext cx="1521838" cy="556584"/>
            </a:xfrm>
            <a:prstGeom prst="flowChartDecision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 smtClean="0">
                  <a:solidFill>
                    <a:schemeClr val="tx1"/>
                  </a:solidFill>
                  <a:latin typeface="+mn-ea"/>
                </a:rPr>
                <a:t>Fix</a:t>
              </a:r>
              <a:endParaRPr lang="ko-KR" altLang="en-US" sz="14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81" name="직선 화살표 연결선 80"/>
            <p:cNvCxnSpPr>
              <a:stCxn id="77" idx="2"/>
              <a:endCxn id="85" idx="0"/>
            </p:cNvCxnSpPr>
            <p:nvPr/>
          </p:nvCxnSpPr>
          <p:spPr>
            <a:xfrm>
              <a:off x="7976013" y="5306681"/>
              <a:ext cx="0" cy="25755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직사각형 84"/>
            <p:cNvSpPr/>
            <p:nvPr/>
          </p:nvSpPr>
          <p:spPr bwMode="gray">
            <a:xfrm>
              <a:off x="6958938" y="5564238"/>
              <a:ext cx="2034150" cy="438116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</a:pP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3rd Party</a:t>
              </a:r>
            </a:p>
          </p:txBody>
        </p:sp>
        <p:sp>
          <p:nvSpPr>
            <p:cNvPr id="86" name="직사각형 85"/>
            <p:cNvSpPr/>
            <p:nvPr/>
          </p:nvSpPr>
          <p:spPr bwMode="gray">
            <a:xfrm>
              <a:off x="6958938" y="6246281"/>
              <a:ext cx="2034150" cy="438116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</a:pPr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2</a:t>
              </a: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차 문제해결</a:t>
              </a:r>
              <a:endParaRPr lang="en-US" altLang="ko-KR" sz="14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88" name="직선 화살표 연결선 87"/>
            <p:cNvCxnSpPr>
              <a:stCxn id="30" idx="2"/>
              <a:endCxn id="77" idx="0"/>
            </p:cNvCxnSpPr>
            <p:nvPr/>
          </p:nvCxnSpPr>
          <p:spPr>
            <a:xfrm>
              <a:off x="7976013" y="4512568"/>
              <a:ext cx="0" cy="23752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/>
            <p:cNvCxnSpPr>
              <a:stCxn id="85" idx="2"/>
              <a:endCxn id="86" idx="0"/>
            </p:cNvCxnSpPr>
            <p:nvPr/>
          </p:nvCxnSpPr>
          <p:spPr>
            <a:xfrm>
              <a:off x="7976013" y="6002354"/>
              <a:ext cx="0" cy="2439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직사각형 98"/>
            <p:cNvSpPr/>
            <p:nvPr/>
          </p:nvSpPr>
          <p:spPr bwMode="gray">
            <a:xfrm>
              <a:off x="3968577" y="2893749"/>
              <a:ext cx="2034150" cy="438116"/>
            </a:xfrm>
            <a:prstGeom prst="rect">
              <a:avLst/>
            </a:prstGeom>
            <a:solidFill>
              <a:srgbClr val="0070C0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5000"/>
                </a:lnSpc>
                <a:spcBef>
                  <a:spcPts val="400"/>
                </a:spcBef>
              </a:pPr>
              <a:r>
                <a:rPr lang="ko-KR" altLang="en-US" sz="1400" b="1" dirty="0" smtClean="0">
                  <a:solidFill>
                    <a:schemeClr val="bg1"/>
                  </a:solidFill>
                  <a:latin typeface="+mn-ea"/>
                </a:rPr>
                <a:t>장애등급지정</a:t>
              </a:r>
              <a:endParaRPr lang="en-US" altLang="ko-KR" sz="14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100" name="직선 화살표 연결선 99"/>
            <p:cNvCxnSpPr>
              <a:stCxn id="25" idx="2"/>
              <a:endCxn id="99" idx="0"/>
            </p:cNvCxnSpPr>
            <p:nvPr/>
          </p:nvCxnSpPr>
          <p:spPr>
            <a:xfrm>
              <a:off x="4985652" y="2640360"/>
              <a:ext cx="0" cy="25338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5709736" y="3432448"/>
              <a:ext cx="266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latin typeface="+mn-ea"/>
                  <a:ea typeface="+mn-ea"/>
                </a:rPr>
                <a:t>Y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022488" y="4152528"/>
              <a:ext cx="266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latin typeface="+mn-ea"/>
                  <a:ea typeface="+mn-ea"/>
                </a:rPr>
                <a:t>N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6931131" y="4728592"/>
              <a:ext cx="266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latin typeface="+mn-ea"/>
                  <a:ea typeface="+mn-ea"/>
                </a:rPr>
                <a:t>Y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068277" y="5232648"/>
              <a:ext cx="266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latin typeface="+mn-ea"/>
                  <a:ea typeface="+mn-ea"/>
                </a:rPr>
                <a:t>N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108" name="꺾인 연결선 107"/>
            <p:cNvCxnSpPr>
              <a:stCxn id="86" idx="2"/>
              <a:endCxn id="43" idx="3"/>
            </p:cNvCxnSpPr>
            <p:nvPr/>
          </p:nvCxnSpPr>
          <p:spPr>
            <a:xfrm rot="5400000">
              <a:off x="6700827" y="5730139"/>
              <a:ext cx="320929" cy="222944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모서리가 둥근 직사각형 114"/>
            <p:cNvSpPr/>
            <p:nvPr/>
          </p:nvSpPr>
          <p:spPr>
            <a:xfrm>
              <a:off x="4334590" y="8317228"/>
              <a:ext cx="1302123" cy="316879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종료</a:t>
              </a:r>
              <a:endParaRPr lang="ko-KR" altLang="en-US" sz="1200" dirty="0"/>
            </a:p>
          </p:txBody>
        </p:sp>
        <p:cxnSp>
          <p:nvCxnSpPr>
            <p:cNvPr id="124" name="직선 화살표 연결선 123"/>
            <p:cNvCxnSpPr>
              <a:stCxn id="33" idx="2"/>
              <a:endCxn id="115" idx="0"/>
            </p:cNvCxnSpPr>
            <p:nvPr/>
          </p:nvCxnSpPr>
          <p:spPr>
            <a:xfrm>
              <a:off x="4985652" y="8000026"/>
              <a:ext cx="0" cy="3172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1" idx="3"/>
              <a:endCxn id="30" idx="1"/>
            </p:cNvCxnSpPr>
            <p:nvPr/>
          </p:nvCxnSpPr>
          <p:spPr>
            <a:xfrm flipV="1">
              <a:off x="5746571" y="4293510"/>
              <a:ext cx="1212367" cy="56935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순서도: 판단 42"/>
            <p:cNvSpPr/>
            <p:nvPr/>
          </p:nvSpPr>
          <p:spPr>
            <a:xfrm>
              <a:off x="4224732" y="6727034"/>
              <a:ext cx="1521838" cy="556584"/>
            </a:xfrm>
            <a:prstGeom prst="flowChartDecision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smtClean="0">
                  <a:solidFill>
                    <a:schemeClr val="tx1"/>
                  </a:solidFill>
                  <a:latin typeface="+mn-ea"/>
                </a:rPr>
                <a:t>완료</a:t>
              </a:r>
              <a:r>
                <a:rPr lang="ko-KR" altLang="en-US" sz="1400" b="1" dirty="0" smtClean="0">
                  <a:solidFill>
                    <a:schemeClr val="tx1"/>
                  </a:solidFill>
                  <a:latin typeface="+mn-ea"/>
                </a:rPr>
                <a:t>보고</a:t>
              </a:r>
              <a:endParaRPr lang="ko-KR" altLang="en-US" sz="14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8" name="직선 화살표 연결선 47"/>
            <p:cNvCxnSpPr>
              <a:stCxn id="43" idx="2"/>
              <a:endCxn id="33" idx="0"/>
            </p:cNvCxnSpPr>
            <p:nvPr/>
          </p:nvCxnSpPr>
          <p:spPr>
            <a:xfrm>
              <a:off x="4985651" y="7283618"/>
              <a:ext cx="1" cy="27829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64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24924</TotalTime>
  <Words>29</Words>
  <Application>Microsoft Office PowerPoint</Application>
  <PresentationFormat>A3 용지(297x420mm)</PresentationFormat>
  <Paragraphs>20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신명현</dc:creator>
  <cp:lastModifiedBy>Microsoft 계정</cp:lastModifiedBy>
  <cp:revision>1778</cp:revision>
  <cp:lastPrinted>2021-05-13T07:41:59Z</cp:lastPrinted>
  <dcterms:created xsi:type="dcterms:W3CDTF">2020-03-25T00:45:28Z</dcterms:created>
  <dcterms:modified xsi:type="dcterms:W3CDTF">2022-08-12T04:31:14Z</dcterms:modified>
</cp:coreProperties>
</file>